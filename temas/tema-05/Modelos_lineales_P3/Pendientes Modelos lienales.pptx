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4" r:id="rId9"/>
    <p:sldId id="265" r:id="rId10"/>
    <p:sldId id="263" r:id="rId11"/>
    <p:sldId id="268" r:id="rId12"/>
    <p:sldId id="269" r:id="rId13"/>
    <p:sldId id="274" r:id="rId14"/>
    <p:sldId id="267" r:id="rId15"/>
    <p:sldId id="266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81"/>
    <p:restoredTop sz="94608"/>
  </p:normalViewPr>
  <p:slideViewPr>
    <p:cSldViewPr snapToGrid="0">
      <p:cViewPr varScale="1">
        <p:scale>
          <a:sx n="124" d="100"/>
          <a:sy n="124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12:10.10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42,'59'-5,"13"2,-6 0,25 2,-24-5,1 0,-12 5,4 1,13-3,9 0,-6 1,2 1,1 2,6-1,8 0,-5 0,7 0,-1 0,-11 0,4 0,-1 0,-7 0,-1 0,1 0,1 0,0 0,-1 0,-3 0,0 0,-2 0,24-2,-2 0,-3 2,-1-1,7 0,-1-1,-19 2,-2 0,-2 0,-2 0,-19 0,-2 0,43 0,-3 0,6 0,-14 0,1 0,-16 0,-1 0,4 0,14 0,-36 0,4 0,30 6,5 1,1-3,5 0,-11 1,5 0,1 0,4 0,1 1,-1-2,-7-2,-1-2,1 1,10 1,3 1,-9-2,1-2,-6-3,2 0,-7-1,9-2,-37-1,-32 4,-93 0,-10 4,-1 3,-10-1,24 1,-3-1,-4 0,-3-1,-6 1,-2-1,0 1,-1-1,0 1,-2-1,-4 0,13-1,-3 1,-3-1,-1 0,1-1,2 1,-9-1,2 0,0 0,-1 0,-2 0,6 1,-3-1,-1 1,1 0,0 0,4 0,-6-1,2 0,2 0,1 0,0 0,2 0,0 1,2 1,2-1,6 0,-15 0,7 0,3 0,4 0,3-1,7 2,7 0,7 1,-35-1,41 6,32-6,84 19,5-12,-1 4,6-1,-7-8,2-2,5 4,6-1,-6-3,6-1,-3 0,-13 1,-2 0,1 0,9-1,1 0,0 0,-2 2,0 1,-3 0,9 0,-1-1,13 3,-3-1,-29 0,-8-1,11-2,-35 6,-92 4,-33 2,11-6,-7 1,-3 0,-6 0,8-2,-5 0,0 0,8 0,1 0,-3-1,8 0,-4 0,0 0,5-1,-7 0,4-1,2 0,4 0,1 0,4 0,-18 1,7 1,22 1,4 0,-35 4,30 1,25 0,11-6,14 5,7-5,78-1,-21-2,6-1,38 0,8-2,-30 1,1 0,3 0,14 1,3-1,2-1,-21 0,2 0,0 0,3-1,10 1,2 0,1 0,-1-2,0 0,-1-1,0 0,-2 0,-5 0,-1 0,-2 0,-1 0,17 1,-2-1,1 0,4-2,0-1,-4 1,-19 3,-3 1,1-1,13 0,1-2,-4 1,16 0,-6 0,-18 2,-3 0,-6 0,-5 0,14-5,-36 6,-15-2,-13 3,5 0,3 3,7-2,8 2,8 1,11-3,16 2,-5-3,1 0,-26 4,-14-4,-17 4,-5-4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12:25.2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1 190,'60'0,"-6"-3,2-1,-10-1,6-5,2 9,6-9,27 9,-36-1,3 0,9 2,4 0,24 0,7 0,-31 2,2 0,2-1,8 0,2-1,2 1,13 1,2 2,-3-1,-9-2,-3-1,-1 1,-2 0,0 1,-4 0,17-2,-8 0,-26 0,-6 0,29-7,-33 5,-24-5,-11 7,8-3,16-1,13-7,3 6,-2-9,-10 13,-4-9,-11 5,-8 1,-8 1,23-1,-16 4,27-4,-11 4,-4 0,6 0,-20 0,-2 0,4-3,-1-1,12-1,5-1,5 5,-4-3,32 1,-29 2,27-6,-31 3,-7 0,-5 1,-7 3,4-4,-3 0,9 0,-5-3,7 3,-1-4,-6 4,-2 1,-3-1,-3 4,6-4,12 4,8 0,22 0,9 0,11 0,11 0,-8 0,-4 0,-13 0,-26 0,-12 0,-17 0,0 4,1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12:26.24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61,'85'-8,"3"-2,-7 9,6-6,8 3,0 0,-23-3,-6 6,3 1,16-3,-14 3,1 0,23 0,-42 0,0 0,-2 0,1 0,47 0,0 0,-26 0,-1-3,-18 2,-10-3,-20 1,-6 2,-11-2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12:33.96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1,'0'0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12:36.72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2392 54,'-67'-12,"0"1,-6 3,4 1,-15-1,35 4,-18 1,8 3,1 0,-8 0,27 0,0 0,2 0,5 0,-5 0,12 0,-28 0,17 0,-24 0,25 0,-16 0,20 0,-13 0,17 0,-3 0,13 0,-22 0,23 0,-44 0,21 0,-28 0,9 0,-4 0,-6 0,8 0,0 0,7 0,13 0,-1 0,13 0,5 0,8 0,0 0,0 0,-1 0,-3 0,-7 0,2 3,-14-2,17 2,-18 1,20-4,-14 4,17-1,-2-2,6 3,-3-4,-8 0,6 0,-1 0,3 0,3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12:38.160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1709 1,'-45'0,"-9"0,-6 7,-2-2,-3 2,-22 0,29-3,-16 1,10-2,9 1,4-4,-9 4,17-4,-1 0,9 0,-4 0,17 3,-19-2,6 6,7-6,-15 6,17-7,-9 4,-7-1,14-2,-16 6,13-6,4 2,4 1,1-3,2 2,-3-3,-3 0,2 0,-6 0,6 0,-3 3,1-2,5 3,-14-4,9 0,-8 0,11 0,7 0,5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13:05.364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1,'63'8,"5"-1,-14-3,14 3,12-2,1 2,5-2,8-2,-8-3,-2 0,-17 0,-14 0,-7 3,-5-2,-3 3,0-1,-4 1,3 1,-2-2,3-3,7 3,-2-2,16 3,-1-4,7 3,-1-2,0 6,-6-6,2 5,-4-1,-5-1,5 3,0-3,2 0,6 3,0-6,-5 2,7-3,-8 0,13 0,-8 0,11 0,-9 0,4 0,2 4,-6-3,7 6,-4-3,1 4,-8-4,2 3,-5-7,-1 4,3-4,-6 0,2 0,1 0,-3 0,2 0,-3 0,-3-3,-4 2,-5-6,-13 6,-6-6,-11 7,3-4,2 4,10 0,1 0,7-3,0 2,11-2,-5-1,11 0,-11 0,1-3,-7 3,-1 0,-1 0,5 1,-3 2,4-2,0 3,-3-4,-5 3,-4-2,-10 3,-1 0,-1-3,5-2,1 1,2 1,-10-1,3 4,-4-4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13:12.039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4014 668,'-49'0,"6"0,13 0,-2 0,-13-3,-2-1,-10-4,-1 1,-3-1,2 1,-1 2,2-1,0 5,-3-3,7 4,0 0,-2 0,8 0,-5 0,7 0,3 0,2 0,-1 0,2-3,-1 2,-8-2,5 3,-9 0,0 0,-2 0,-9 0,-12 0,1 0,-12 0,0-4,1 4,-10-7,7 3,6-7,-3 2,15 2,-1 0,14 6,2-6,9 6,0-5,2 1,6 1,-6-6,-1 5,-5-6,1 4,-7-1,6 4,-2-3,0 3,6 0,1-3,7 6,9-2,7-1,7 3,2-5,-2 1,0-2,-6-4,-1 2,-4-5,-8 6,4-7,-7 7,7-3,-4 3,5 1,2-4,-1 2,5-2,-6 0,6 0,-3-1,4 1,4 3,0 1,7 3,-3-3,-3-1,1 0,-6 0,8 1,3 7,35-27,4 11,37-17,-4 14,5 1,-3 5,-2-5,-7 10,-7-3,-5 3,-7 4,-7-3,6 6,-5-2,9 0,-3 2,8-2,3 3,8 0,1 0,10 0,-13 0,11 0,-8 0,10 0,-5 0,19 0,-14 0,19 0,-7 0,1 0,-5 0,3 0,-16 0,4 0,-13 0,-5-4,-4 3,1-2,-4 3,0 0,6 0,-1-3,7 2,-1-3,3 4,2 0,10-3,-2 2,5-2,1 3,5 0,3 0,-7 0,8 0,-10 3,15 1,-16 1,5 2,-7-3,5 0,-4 0,-4-4,-12 0,-11 0,-4 0,-7 0,-1 0,0 0,-6 0,5 0,-2 0,1 0,9 0,5-4,5 3,12-2,3 3,3 0,3 0,-7 0,-3-3,-9 2,-10-3,-13 4,-7 0,-1-3,2 2,0-2,2 3,-3 0,15 0,12 3,18 1,20 8,-2-7,19 5,-28-9,-1 2,-33-3,-17 0,-11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16.60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1624 386 24575,'-3'-4'0,"-8"-3"0,-19 3 0,-20-4 0,-20 4 0,-29-3-677,48 7 1,-2-1 676,-6-2 0,-2 0 0,-2 2 0,-1 1 0,1-2 0,0 0 0,-5 0 0,0 1 0,8 1 0,2-1 0,-33-2 330,35 6-330,34-5 0,12-3 0,9-3 0,-6-6 0,3-1 1023,-7-5-1023,2-6 0,-5-1 0,5-3 0,2 3 0,0 1 0,6 6 0,-3 2 0,1 2 0,2 5 0,1 6 0,4 13 0,1 5 0,1 19 0,-5-3 0,3 20 0,-8 1 0,3 2 0,-2 1 0,-1-11 0,0-3 0,0-9 0,0-7 0,4-4 0,0-14 0,0-2 0,0-21 0,0-9 0,4-18 0,0-9 0,0-3 0,3 0 0,-6 4 0,2 3 0,-3 8 0,0 2 0,0 12 0,-3 2 0,-1 14 0,-4 9 0,-7 17 0,-1 3 0,-17 16 0,-6 6 0,-5-2 0,-1 4 0,17-18 0,-8 10 0,11-12 0,-2 6 0,8-15 0,11-2 0,1-9 0,3 6 0,-4-3 0,1 0 0,3 3 0,-3-6 0,6 6 0,-3-3 0,4 10 0,11 6 0,1 7 0,14 1 0,1-2 0,7-3 0,1-3 0,-1-1 0,3-4 0,-12-3 0,-3-1 0,-8-7 0,-6 0 0,3-4 0,-6 3 0,-6-2 0,1 6 0,-7-3 0,6 0 0,-2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27.48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24575,'8'0'0,"-1"0"0,8 3 0,4 1 0,15 4 0,1 7 0,13 1 0,-8 10 0,1-2 0,-4 10 0,-2 1 0,6 11 0,5 11 0,11 15 0,-5-11 0,12 16 0,-13-25 0,5 8 0,1 1 0,-3-9 0,-5 1 0,-14-21 0,-13-10 0,-15-14 0,-3-5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28.4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4 193 24575,'8'0'0,"6"-6"0,6-3 0,7-9 0,6 2 0,2-13 0,3 8 0,-3-12 0,-8 13 0,-9-2 0,-7 13 0,-7-1 0,0 13 0,-8 1 0,-7 8 0,-9 14 0,-7 2 0,-4 7 0,4-1 0,-3-3 0,3 3 0,0-6 0,-3 6 0,13-17 0,-1-3 0,13-7 0,2-3 0,6 7 0,5 8 0,4-2 0,3 5 0,3-10 0,5-4 0,4-5 0,4-6 0,6-11 0,-5-7 0,8-16 0,-9 5 0,-4-5 0,-1 7 0,-14 6 0,3-1 0,-8 9 0,4-3 0,-6 4 0,5 3 0,-9 2 0,3 2 0,-4 0 0,0 1 0,0 6 0,-4-2 0,0 7 0,0-1 0,0-2 0,4 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29.2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397 4 24575,'-35'-4'0,"-3"4"0,-8 8 0,-5 7 0,1 8 0,1 8 0,-1 11 0,13 1 0,8 3 0,17-4 0,23 0 0,9-3 0,28 3 0,28-4 0,11-6 0,-23-15 0,1-3 0,-14-5 0,-2-2 0,40 6 0,-45-7 0,-38-1 0,-28 9 0,-14 9 0,-17 16 0,-5 4 0,7 3 0,5-4 0,22-10 0,10-6 0,10-10 0,11-2 0,2-9 0,13 9 0,-2-12 0,13 8 0,-2-9 0,0 2 0,-1-3 0,-11-3 0,-4-1 0,-4-4 0,-7 4 0,0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29.7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1 711 18453,'41'46'0,"1"4"2790,0-7-2790,0-1 1046,-18-21-1046,-3-8 0,-13-13 0,-4-7 546,-1-11-546,-3-13 1740,0-18-1740,0-12 0,-3-15 0,-1 5 0,-11-9 0,2 10 0,-5-5 0,2 2 0,8 1 0,1 18 0,7 6 0,7 17 0,8-2 0,12 12 0,14-4 0,-5 13 0,8 1 0,-16 7 0,-5 1 0,-9 3 0,-10 0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0.11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1 114 24575,'18'-11'0,"2"0"0,6-5 0,4 1 0,5 0 0,3 3 0,10 1 0,9 7 0,16 1 0,3 3 0,-3 0 0,-12-4 0,-23 3 0,-16-5 0,-15 5 0,-7-3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0.5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204 0 24575,'-7'0'0,"-1"3"0,-6 5 0,-6 18 0,-11 6 0,3 21 0,-5 5 0,9 11 0,1 4 0,11 1 0,8-12 0,19 1 0,2-15 0,19 1 0,3-7 0,7-11 0,-1-4 0,-3-12 0,-11-7 0,-8-5 0,-12-6 0,-8-1 0,-3 0 0,0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0.88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1 107 19578,'49'-12'0,"7"-2"2324,12 5-2324,6-2 850,2 7-850,-11-6 440,-6 8-440,-12-11 1383,-6 11-1383,-17-4 0,-10 2 0,-11 0 0,-3-4 0,0 4 0,0 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1.2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208 0 8191,'-23'11'0,"0"5"5063,-4 21-5063,0 10 2818,-4 8-2818,4 12 0,0-4 1719,14 6-1719,3-11 6784,24-5-6784,2-14 0,22-1 0,7-11 0,12-4 0,27-4 0,-1-10-442,14 1 442,-7-13 0,-11-1 0,-17-11 0,-22-8 0,-21-4 0,-12-6 0,-3 15 0,-4 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1.5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24575,'7'11'0,"1"11"0,3 13 0,-6 8 0,5 14 0,-6-6 0,0 6 0,0-10 0,-4-5 0,0-15 0,0-8 0,0-15 0,-4-4 0,4-8 0,-4 4 0,4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1.8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66 8191,'37'-16'0,"-1"1"5063,6 3-5063,-8 2 2818,-15 2-2818,-5 4 429,-6 4 1,-4 1 0,0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2.1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174 0 24575,'-10'22'0,"-3"2"0,-10 25 0,-4 2 0,3 10 0,-2 4 0,3 1 0,7-8 0,4-1 0,12-18 0,5-5 0,6-11 0,4-4 0,1-7 0,6-4 0,0-2 0,5-5 0,11 6 0,4-6 0,1 2 0,5-6 0,-13-5 0,2-7 0,-10-7 0,-1-9 0,-6-3 0,2-8 0,-6-3 0,2 5 0,-9 13 0,-3 14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2.6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46 1 24575,'-7'0'0,"-4"0"0,2 0 0,-2 3 0,7 2 0,0 6 0,4-3 0,0 10 0,4-2 0,3 11 0,8-3 0,5 6 0,3-6 0,3 9 0,-3-8 0,7 8 0,-3 1 0,0 2 0,2 9 0,2 1 0,-7-2 0,-2-6 0,-14-11 0,-5-12 0,-3-4 0,-7-3 0,2-4 0,-13-1 0,2-3 0,-7 0 0,-4-3 0,-3-1 0,-5-7 0,0 2 0,0-8 0,5 4 0,2-12 0,12 15 0,6-4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3.68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24575,'0'0'0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5.5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0 380 24575,'8'0'0,"17"0"0,13 0 0,24 0 0,35 0 0,-46 0 0,1 0-1187,8 0 0,2 0 1187,5 0 0,-2 0 0,-6 0 0,0 0-91,5 0 0,1 0 91,-7 0 0,-1 0 0,-5-1 0,0-1 0,0 2 0,-2-1 0,35-6 0,-9 6 0,-12-5 0,-18 5 0,-12-3 1735,-16 4-1735,-10-3 821,-5 6-821,1-6 0,-3 10 0,5-6 0,-5-1 0,3-4 0,-1-11 0,1-7 0,4-13 0,-1-4 0,-3-2 0,3 3 0,-3 0 0,4 7 0,-4 5 0,3 17 0,-6 7 0,6 20 0,0 6 0,2 17 0,-2 10 0,0 7 0,-6 3 0,2 7 0,-3-5 0,0 5 0,0-10 0,-3-7 0,2-10 0,-3-17 0,4-16 0,0-20 0,0-15 0,0-11 0,0 0 0,0-11 0,0 3 0,-3-7 0,2 3 0,-2 1 0,3 4 0,0-1 0,3 1 0,-2 3 0,6 0 0,-3 11 0,4 5 0,-1 7 0,1 8 0,-1 0 0,4 3 0,4 4 0,8 1 0,4 3 0,7 0 0,-3 3 0,3 5 0,-7 4 0,2 6 0,-8 5 0,4 5 0,-9 6 0,6 1 0,-10 3 0,3 7 0,-8-4 0,-2 4 0,-6-3 0,-6-3 0,-5 3 0,-7-4 0,-1-3 0,-3-4 0,-7-1 0,2-10 0,-2 3 0,3-8 0,7-7 0,9 3 0,0-10 0,7-1 0,0-8 0,0-4 0,4-6 0,7-5 0,1 3 0,1 5 0,-2 8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6.08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24575,'4'11'0,"3"22"0,2 4 0,2 39 0,-4-1 0,1 18 0,-1 3 0,-1-44 0,-1 2 0,0 0 0,-1 1-976,-1 0 0,1 1 976,2 1 0,-2-1 0,-3-5 0,0 0 0,4 9 0,0 1 0,-4-5 0,-1-3 470,7 46-470,-6-26 0,2-28 0,-3-21 0,0-13 0,0-12 0,0-17 1482,0-9-1482,3-18 0,2-9 0,2-10 0,1 19 0,-4 12 0,-1 23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6.9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24575,'8'0'0,"3"0"0,21 0 0,8 0 0,28 7 0,4 5 0,-9 4 0,-7 3 0,-26 0 0,-11 0 0,-8 11 0,-7 9 0,-4 8 0,-11 10 0,-5 4 0,-11-2 0,0 5 0,-7-9 0,6-5 0,-6-12 0,14-11 0,4-12 0,13-7 0,11-1 0,17 7 0,20 13 0,14 13 0,13 2 0,-10 4 0,-13-10 0,-18-2 0,-14-11 0,-12-4 0,-2-1 0,-10 2 0,-1 0 0,-11-2 0,-1-2 0,-3-4 0,4-1 0,0-7 0,0 0 0,-4-8 0,-8-3 0,0-2 0,0-5 0,8 5 0,7 2 0,9 0 0,3 3 0,1-7 0,2-1 0,1-10 0,4 9 0,0-2 0,0 12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7.50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24575,'25'0'0,"24"0"0,8 3 0,9 2-3107,13-2 0,9 1 3107,2 2 0,8 0 0,2 0 0,-25-4 0,1 0 0,0-1 0,0 1 0,3 0 0,1 0 0,-2 0 0,-3 0 0,7-2 0,-2 0 0,-7 0 0,7-2 0,-11 0 1827,-3-2-1827,-34 0 0,-26 0 0,-10 4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7.97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283 1 24575,'-3'21'0,"-1"11"0,-4 15 0,-6 20 0,1 4 0,-9 13-1139,2 12 1139,5-31 0,1 2-988,3-11 1,0 1 987,-3 14 0,0-1 0,4-19 0,0-2-75,-13 47 75,4-8-46,0-8 46,7-17 0,1-3 501,3-25-501,4-15 1770,0-14-1770,4-17 227,0 3 1,0 0-1,0 5 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8.50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34 24575,'18'0'0,"22"-3"0,34 2 0,17-3-421,-30 2 1,3-1 420,-11 3 0,0-1 0,4-1 0,0-1 138,-5 2 0,-2-1-138,25-2 35,-9-1 0,-38 2 0,-11 3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3:39.40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466 74 8191,'-12'-5'0,"1"2"5063,0 3-5063,2 0 2818,-5 3-2818,-9 5 1719,-5 7-1719,-10 8 6784,-7 12-6784,1 4 0,-2 7 0,4 7 0,7-2 0,1 10 0,7 0 0,4-9 0,7 7 0,8-12 0,8 0 0,8 2 0,11-7 0,4-2 0,11-6 0,-3-11 0,6-8 0,1-7 0,14-5 0,10-3 0,10-10 0,4-3 0,-7-6 0,-8-3 0,-12 3 0,-11-1 0,-11-2 0,-5 3 0,-10-7 0,2 2 0,-9-5 0,5 2 0,-9-7 0,2-1 0,-3-2 0,0-5 0,-6 0 0,0-3 0,-8-1 0,-5 1 0,-1-1 0,-7 4 0,-3 1 0,6 6 0,-13 1 0,9 4 0,-10 6 0,7 2 0,0 11 0,8 0 0,4 6 0,7 2 0,1 6 0,3 2 0,4-1 0,1-1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01.2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2190 228 24575,'-3'-4'0,"-1"-3"0,-4 3 0,-7-7 0,-1 2 0,-7-5 0,0 2 0,3 0 0,-2 1 0,3 4 0,-8-4 0,-4 2 0,0-2 0,-7 0 0,7 3 0,-4-3 0,1 7 0,-1-3 0,0 3 0,-6-4 0,6 4 0,-11-3 0,4 6 0,-1-2 0,1 0 0,4-2 0,3 1 0,0 1 0,1-1 0,3 4 0,-7-7 0,0 6 0,-1-2 0,-7 3 0,0 0 0,3 0 0,-6 0 0,10 0 0,-3-4 0,7 3 0,1-2 0,0 3 0,5 0 0,-4 0 0,9 4 0,-6 0 0,3 0 0,-4 3 0,-3-3 0,-4 4 0,-2-4 0,-8 3 0,1-3 0,-3 4 0,4-4 0,4 3 0,7-3 0,7 4 0,6-4 0,7 0 0,0 2 0,-4-4 0,3 8 0,0-5 0,2 2 0,5-2 0,-2 5 0,0-2 0,-1 8 0,-3-1 0,-1 4 0,8-3 0,-6 0 0,9-2 0,-6 1 0,7 2 0,-3 5 0,2-6 0,1 6 0,1-2 0,3 3 0,0 3 0,3 2 0,1 2 0,7 1 0,1 3 0,3 1 0,0-3 0,4 5 0,-6-16 0,14 11 0,-5-11 0,11 5 0,4 1 0,16 0 0,9 4 0,21 0 0,4-1 0,2-6-989,4 2 989,-12-10 0,-5 3 0,-15-7 0,-9-1 0,-10-7 0,-4 0 0,-1-4 989,-2 0-989,3-4 0,7 0 0,1-7 0,7 3 0,3-7 0,2 4 0,-1-1 0,6-3 0,-8 7 0,2-3 0,-5 3 0,-9-3 0,-2-4 0,-7 3 0,-4-9 0,1 8 0,2-9 0,-5 9 0,2-4 0,-4 5 0,-9 0 0,4-2 0,-9 5 0,-1-2 0,4-3 0,-4 1 0,1-9 0,-1 6 0,0-6 0,-2 3 0,2-10 0,-4 1 0,-3-6 0,0 4 0,-4-7 0,0 1 0,-7-5 0,-8-7 0,-2 7 0,-9-7 0,6 4 0,-3 7 0,7 4 0,1 11 0,11 13 0,1 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02.2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608 23 8191,'-47'-7'0,"-2"3"5063,10-3-5063,-13 6 2818,4-2-2818,1 3 1719,3 0-1719,16 3 6784,1 1-6784,12 1 0,7 1 0,1-5 0,7 9 0,-11-4 0,6 8 0,-6-2 0,0 3 0,2 4 0,-5 1 0,5 6 0,-5 2 0,5-1 0,-5 3 0,2 1 0,0 0 0,1 7 0,0-3 0,2 3 0,-2 1 0,3-1 0,1 0 0,2 1 0,2 3 0,6-3 0,2 6 0,2-2 0,7-1 0,-1 0 0,9-10 0,-6-2 0,-1-14 0,0-2 0,-4-9 0,8 2 0,10-7 0,3 4 0,23-11 0,12 2 0,10-13 0,8 9 0,-33-1 0,-1-3 0,30-6 0,15-6 0,-18-5 0,-11 3 0,7-3 0,-16-4 0,-5 3 0,-15-3 0,-12 0 0,-11 0 0,-4-4 0,-6-7 0,-2 2 0,-3-2 0,-7 0 0,-1 10 0,-8 1 0,1 8 0,-1 6 0,1 2 0,0 6 0,-1 1 0,4 7 0,1 0 0,4 1 0,2 2 0,2-2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25.1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1 281 24575,'7'0'0,"11"-3"0,2-1 0,11-4 0,-4 0 0,2 1 0,-5-1 0,9 1 0,-2-4 0,7 2 0,3-2 0,-5 0 0,4 3 0,-12-3 0,-5 3 0,-9 4 0,-7-3 0,4 7 0,-5-7 0,7 6 0,-8-6 0,6 6 0,-3-2 0,3 3 0,0 7 0,8 8 0,-3 6 0,2 5 0,-2-3 0,-1-3 0,-3-1 0,-1-7 0,-4-5 0,-3-7 0,-4-7 0,-4-5 0,-4-3 0,-3 3 0,6 1 0,-5 7 0,9-3 0,-6 6 0,6-6 0,1 7 0,8-7 0,7-1 0,4 0 0,1-6 0,2 5 0,-10-2 0,3 7 0,-11 4 0,-1 8 0,-6 7 0,-1 5 0,-7-1 0,-5 4 0,0-4 0,-3 1 0,4-5 0,-1 0 0,5-10 0,-4 5 0,10-6 0,-5 1 0,9-5 0,-3-8 0,4 0 0,0-3 0,0 3 0,4-3 0,-3 3 0,2-3 0,-3 0 0,-3-4 0,-2-1 0,-2-6 0,-1 2 0,0 1 0,1 0 0,-1 1 0,0 2 0,0-3 0,1 7 0,3 1 0,-3 4 0,6-1 0,-6 4 0,6-3 0,-6 6 0,6-5 0,-2 2 0,0-1 0,2-1 0,-3 1 0,4-2 0,4 3 0,7 4 0,8 7 0,15 9 0,5 3 0,6 4 0,-6 0 0,-9-6 0,-8-3 0,-10-10 0,-1 0 0,0-4 0,-3 3 0,7-2 0,-7 2 0,3 1 0,-7 0 0,0 4 0,-4 0 0,0-1 0,0 1 0,0 0 0,-4-1 0,0-2 0,-7 5 0,-1-5 0,-3 6 0,-1-3 0,-3 3 0,7-3 0,-6 3 0,6-3 0,0 0 0,4-1 0,1 1 0,3-4 0,0-4 0,0 0 0,4-4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25.98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24575,'8'8'0,"-1"0"0,4-1 0,1 5 0,3-4 0,-3 7 0,2-7 0,-5 3 0,2-3 0,-4 3 0,1-6 0,-1 5 0,-2-5 0,1-1 0,-5 3 0,6-6 0,-6 2 0,2-3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29.3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0 315 24575,'11'-3'0,"-2"2"0,19-5 0,0 1 0,18-2 0,-1-1 0,4 1 0,-9 2 0,-3-1 0,-14 5 0,-8-3 0,-4 4 0,-4 0 0,4 0 0,1 0 0,7 0 0,0 0 0,4 0 0,0 0 0,-4 0 0,3 0 0,-6-3 0,6-1 0,-3-4 0,1 4 0,-5-3 0,-4 3 0,-7-4 0,3 4 0,-3 1 0,0-4 0,3 2 0,-3-9 0,4 9 0,-4-12 0,3 8 0,-3-10 0,0 0 0,3 3 0,-6-2 0,2 3 0,-3 13 0,7 7 0,-2 25 0,6 6 0,-4 7 0,-2-1 0,-2-4 0,0-3 0,-2-4 0,3-12 0,-4-4 0,3-11 0,1 0 0,4-4 0,-4-4 0,3 0 0,-6-7 0,2-4 0,-3-8 0,0-4 0,3-7 0,1 0 0,4-4 0,0 0 0,-1 3 0,1 5 0,-1 7 0,-2 8 0,1 1 0,-5 5 0,6 2 0,-3 3 0,7 4 0,-2-3 0,2 2 0,-4-2 0,1 3 0,-4 3 0,3-2 0,-6 9 0,5 2 0,-2 8 0,1 3 0,-2 3 0,-3 5 0,-7 1 0,-5 2 0,-11-3 0,-1-1 0,-2-2 0,6-5 0,5-4 0,4-7 0,3-5 0,4 0 0,0-6 0,4 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30.1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8 24575,'7'0'0,"8"0"0,11 4 0,9-4 0,17 4 0,-1-4 0,5 0 0,-2 0 0,-5 0 0,-7 0 0,-8 0 0,-11 0 0,-8 0 0,-4 0 0,-3 0 0,-1 0 0,4 0 0,1 0 0,3 0 0,4 3 0,0-2 0,4 2 0,0-3 0,3 0 0,1 0 0,6 0 0,-5 0 0,5 0 0,-13-3 0,2 2 0,-10-5 0,-1 1 0,-3 1 0,-4 1 0,-1 3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30.9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47 149 24575,'0'8'0,"-7"10"0,2 2 0,-6 7 0,3 0 0,0 3 0,4-5 0,1 1 0,3-7 0,0-7 0,3-5 0,1-3 0,0-8 0,3-3 0,-3-5 0,4-10 0,0 2 0,-1-10 0,1 0 0,-1-4 0,1-4 0,0 3 0,-4 1 0,2 11 0,-5-3 0,9 10 0,-8 1 0,8 4 0,-2 7 0,0-3 0,7 6 0,-4-2 0,5 6 0,2 2 0,-2 6 0,6 4 0,-3-2 0,1 5 0,-2-6 0,-6 3 0,-1-3 0,-3 3 0,-1-3 0,1 6 0,-4 2 0,-1 0 0,-6 5 0,-1-4 0,-11 5 0,-1-6 0,-7 6 0,0-6 0,0 3 0,0-1 0,0-9 0,3 5 0,5-9 0,4-2 0,6 0 0,-1-6 0,1 2 0,-2-3 0,2 0 0,2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47.68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1 158 24575,'7'0'0,"11"0"0,16-4 0,13 4 0,32-9 0,13 8 0,-35-1 0,3-1-866,8 3 1,1 0 865,-1-1 0,2-1 0,10-1 0,2 0-767,-1-1 0,2-2 767,16-1 0,1-1 0,-19 1 0,0 0 0,7-1 0,-2 1-369,-21 1 1,-4 1 368,-1-1 0,2 1 0,13 0 0,-1 0 0,-18 0 0,0-1 0,14-1 0,-2 1 0,-15 4 0,-2-1-181,43-7 181,0 9 0,-7-2 0,-5 3 0,-2 3 0,-4 5 0,-4 0 1116,-2 0-1116,0-1 0,-5-3 0,8 1 0,4-2 0,5-3 0,2 0 0,9 0 1534,-7 0-1534,9-3 0,-11-2 0,-4-2 0,-2 3 848,-8-3-848,1 6 0,4-2 0,-1 3 0,1 0 220,-6 0-220,-5 0 0,-7 0 0,-7 0 465,-12 0-465,-9 3 0,-6-2 0,0 6 0,6-6 0,-1 5 0,13-1 0,-6-1 0,6 3 0,-3-6 0,-7 2 0,-4-3 0,-16 0 0,-4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49.9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24575,'24'10'0,"-5"0"0,17 2 0,-12-2 0,2-9 0,-3 2 0,-1-3 0,-2 0 0,-2 0 0,1 0 0,0 0 0,4 0 0,6 0 0,6 0 0,11 0 0,3 0 0,15-7 0,13 6 0,-2-6 0,15 4 0,-13 2 0,13-3 0,-2 4 0,10 0-500,-6 0 500,-1 0 0,6 0 0,-6 0 0,-3 0 0,7 4 0,-20-3 0,9 2 0,-16-3 0,-7 0 0,-8 0 0,-7 0 0,-12 0 0,-8 0 500,-11 0-500,-4 0 0,-3 0 0,0 0 0,-4 4 0,6 0 0,-2 0 0,11 3 0,-10-6 0,1 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51.67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1 361 24575,'7'0'0,"4"0"0,8 0 0,1-3 0,13-1 0,-5 0 0,6-3 0,-4 6 0,4-6 0,0 6 0,4-2 0,7 0 0,-2 2 0,9-3 0,11 1 0,1 2 0,14-5 0,-9 5 0,9-6 0,7 6 0,8-6 0,3 7-1782,2-7 1782,-47 4 0,0 2 0,0-1 0,2-1-407,8-1 0,0 0 407,-6 3 0,0 1 0,8-3 0,1 1 0,-5 2 0,0 0 0,1 0 0,0 0 0,3 0 0,0 0 0,3 0 0,1 0 0,-5 0 0,-1 0 0,4 0 0,-1 0 0,-5 0 0,-2 0 0,-3 0 0,0 0 0,3 0 0,-1 0 0,-1 0 0,0 0 0,-2 0 0,1 0 0,-1 0 0,0 0 0,-2 2 0,0-1 0,0 0 0,0-1 0,0 2 0,1 0 0,5-2 0,0 0 0,1 0 0,1 0 0,0 0 0,1 0 0,0 0 0,-1 0 0,2 0 0,0 0 0,-6-4 0,0-1 0,3 3 0,-2-1-122,37-10 122,-6 2 0,-11 3 0,-1-3 0,-2 3 0,3 1 0,3-1 0,-3 1 0,15-1 0,5 4 0,2 0 129,-38 5 1,3-2-130,3-2 0,3-1 0,6-1 0,2-1 0,0 0 0,1-1 0,-1-2 0,1 1 0,-3 1 0,1 0 0,-1-2 0,-1 1 0,4 0 0,-2 1 0,-9 0 0,-2 1 27,0 0 1,-2-1-28,-8 0 0,-2 1 125,35-6-125,-21 1 0,-28 3 0,-17 4 0,-15 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52.9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1 972 24575,'14'-29'0,"2"-30"0,0-35 0,-8 37 0,-2-4-753,-3-24 0,-2-1 753,2 24 0,-2 1 0,-4-11 0,-1 4 489,-1-15-489,-3 25 249,5 10-249,-1 21 0,3 12 0,-2 8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14:54.1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0 514 24575,'16'-8'0,"12"-3"0,8-4 0,17-4 0,11-7 0,-2 2 0,2-2 0,-11 7 0,-11 0 0,-11 7 0,-16 8 0,-12 8 0,-7 8 0,-10 7 0,1-3 0,-13 3 0,2 0 0,-10-3 0,-1 3 0,-7-7 0,3-1 0,-3-3 0,4-1 0,3-2 0,4-2 0,8-3 0,8 0 0,4 0 0,6-10 0,2-13 0,0-22 0,-2-17 0,-2 0 0,2 2 0,2 14 0,3 8 0,3 8 0,1 7 0,7 1 0,5 3 0,0 0 0,2 3 0,-6 5 0,-1 4 0,-3 3 0,-1 0 0,4 8 0,8 7 0,1 2 0,9 9 0,-2 1 0,4 1 0,-4 2 0,2-3 0,-12-3 0,4-5 0,-9 3 0,3-5 0,-3 6 0,2-4 0,-5 0 0,2-3 0,-7-4 0,-1-4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15.77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24575,'0'0'0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54.61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444 0 24575,'-10'0'0,"0"0"0,0 0 0,-5 5 0,-1-4 0,-5 8 0,5-8 0,-4 8 0,4-3 0,0 4 0,-3 1 0,3 4 0,-5 5 0,-4 7 0,-1 4 0,-5 0 0,4-1 0,-2 1 0,11 0 0,-10 0 0,15-4 0,-6 2 0,8-16 0,6 15 0,0-16 0,5 13 0,0-4 0,0-5 0,0 13 0,5-11 0,-4 16 0,8-16 0,-8 6 0,12-4 0,-6 2 0,8-1 0,-9-6 0,3-10 0,-4 4 0,5-3 0,5 0 0,-8 3 0,11-8 0,11 8 0,1-7 0,14 2 0,-9-4 0,-8 0 0,3 0 0,-10 0 0,0-4 0,1-2 0,4-4 0,-4 0 0,9-5 0,-4-1 0,4 0 0,-4 2 0,4-1 0,-9-1 0,-1 0 0,-5-3 0,-5 3 0,1 0 0,-1-3 0,4 3 0,-2-4 0,2-1 0,-3 1 0,-1 0 0,-5-1 0,0 1 0,-5 0 0,0-1 0,0 1 0,0-1 0,0-3 0,0 7 0,0-7 0,0 8 0,-5-9 0,0 8 0,-1-7 0,-3 13 0,8-8 0,-9 8 0,9-4 0,-8 5 0,8-1 0,-8 6 0,8-4 0,-8 3 0,3-4 0,-5 4 0,6-3 0,-4 8 0,3-3 0,-4 4 0,-1 0 0,1-5 0,-5 4 0,4-4 0,-9 5 0,9 0 0,-4 0 0,0 0 0,3 0 0,-7 0 0,3 0 0,0 0 0,-4 5 0,9-4 0,-4 4 0,5-5 0,-1 0 0,6 0 0,0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33.90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1 569 24575,'10'0'0,"18"0"0,19 0 0,5-4 0,4-1 0,18-1-571,-7-2 0,2 1 571,27-3 0,-11 0 0,1 0 0,-30 7 0,0-1 0,40-8 0,-5 1 0,-16 4 194,23-3-194,-50 1 0,-31 8 0,2-4 0,-4 5 0,5 0 0,1 0 0,13 0 859,3 0-859,18 0 89,-15 0-89,-2 0 0,-23 0 0,-5 0 0,0 0 0,0 0 0,1-4 0,3 3 0,-2-9 0,7 9 0,-8-8 0,4 8 0,-5-3 0,0-1 0,-4-1 0,3 1 0,-8 5 0,8 6 0,-3 8 0,4 7 0,-4 1 0,-2-1 0,1-11 0,-4-10 0,3-6 0,-4-13 0,0-7 0,-4-6 0,-2-7 0,-9 7 0,4-3 0,-13 0 0,11 3 0,-11-3 0,12 14 0,-2-12 0,3 19 0,1-19 0,4 16 0,2-3 0,4 1 0,0 8 0,0-4 0,4 9 0,2-3 0,8 8 0,-2-4 0,3 5 0,-5 0 0,4 5 0,-2 1 0,7-1 0,-3 9 0,4-2 0,1 4 0,-6-1 0,5 0 0,-5 5 0,6 11 0,-1 6 0,1 9 0,-6 1 0,0 0 0,-9 3 0,-6-12 0,-6-3 0,-9-9 0,-6-10 0,0-6 0,-23 4 0,-4-12 0,-29 12 0,-15-9 0,6 1 0,9 3 0,31-8 0,12 9 0,17-9 0,2-1 0,10-6 0,10-4 0,0 0 0,5 4 0,1-7 0,3 10 0,-2-10 0,11 3 0,-15 3 0,6-2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35.8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155 180 24575,'0'15'0,"-4"1"0,2 9 0,-7 1 0,4 5 0,-6 0 0,1 0 0,0-4 0,-1-2 0,1-5 0,0 6 0,4-9 0,-3 21 0,3-19 0,0 11 0,-3-20 0,8-10 0,-4-5 0,5-19 0,-4-12 0,3-16 0,-8-5 0,3-3 0,0 3 0,2-4 0,4 0 0,0 14 0,0-2 0,0 22 0,0 2 0,0 19 0,4 8 0,6 17 0,11 17 0,18 21 0,4 16 0,-13-32 0,0 1 0,-3 2 0,0 0 0,29 31 0,-16-16 0,12 17 0,-18-33 0,11 27 0,-10-24 0,-13-19 0,10 20 0,-14-26 0,-2 4 0,-17-21 0,-11-14 0,2 4 0,6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36.3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0 154 8191,'5'-6'0,"0"-3"5063,10 8-5063,-4-8 2818,13 3-2818,2-4 1719,1 0-1719,21-1 6784,-1-3-6784,47-7 0,-25 4 0,14-6 0,-47 16 0,-11-2 0,-10 9 0,-5 0 0,0 0 0,5 0 0,-9 0 0,3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37.5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430 296 24575,'10'-4'0,"0"-2"0,5-9 0,-4 4 0,4-8 0,-10-2 0,5 4 0,-9-11 0,3 11 0,-4-12 0,-4-2 0,-7 8 0,0 0 0,-9 8 0,4 4 0,-9 0 0,-1 2 0,-5 8 0,-9-3 0,6 4 0,-1 0 0,1 9 0,1 2 0,-26 19 0,22-2 0,-15 7 0,39-8 0,-10 12 0,21-11 0,-3 12 0,6-18 0,13 7 0,-3-17 0,14 8 0,1-14 0,9-2 0,-12-4 0,19-9 0,-23 2 0,15-12 0,-14 8 0,-4-9 0,-1 9 0,-5-4 0,-4 5 0,3 0 0,-8 0 0,8-5 0,-8-1 0,3 1 0,1 4 0,1 11 0,4 20 0,5 7 0,0 24 0,10 2 0,-3 13 0,3-3 0,-9-1 0,-2-20 0,-4 15 0,-4-21 0,-1 23 0,-5-12 0,0-9 0,4 15 0,-3-19 0,-1 3 0,-6-18 0,1-9 0,-4-9 0,3 3 0,0-8 0,-3 3 0,3-4 0,0 1 0,-3-2 0,4 0 0,-6-3 0,1 8 0,-5-12 0,4 10 0,-4-15 0,4 11 0,1-7 0,0 4 0,4-1 0,1 1 0,5 0 0,0-5 0,0-1 0,9-4 0,-2 0 0,13-1 0,-14 10 0,3 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38.37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0 205 24575,'10'0'0,"10"-5"0,1-1 0,23-8 0,-5 2 0,15-11 0,-21 6 0,5-8 0,-21 4 0,2 6 0,-8 0 0,-6 5 0,0-1 0,-10 6 0,0-4 0,-10 8 0,-6-8 0,-1 7 0,-8-2 0,-1 8 0,-1 2 0,-3 9 0,4 1 0,5 5 0,5 4 0,1 6 0,14 6 0,-4 4 0,10 0 0,5 0 0,10 5 0,11-3 0,10-2 0,0-6 0,4-13 0,-4 2 0,-4-17 0,11 2 0,-20-9 0,11-4 0,-18-2 0,-1-4 0,-10 0 0,0 0 0,-5-1 0,0 1 0,5 5 0,-4-5 0,3 5 0,5-10 0,-2-1 0,8 0 0,-10 6 0,0 6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39.6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650 346 24575,'-15'-5'0,"-1"-4"0,-9 7 0,3-7 0,-7 8 0,2-3 0,-8 4 0,12 0 0,-24 0 0,22 4 0,-25 2 0,27 0 0,-14 3 0,23-3 0,-15-1 0,22 5 0,-16 0 0,15-3 0,-20 16 0,11-6 0,-13 14 0,13-9 0,-12 11 0,12-10 0,-8 12 0,13-4 0,-2 0 0,13-9 0,-3 20 0,4-12 0,0 20 0,0-17 0,4 15 0,2-9 0,9 8 0,-9-12 0,17-5 0,-11-8 0,9-2 0,-11-5 0,4-4 0,10 3 0,9-2 0,8-2 0,-11-5 0,18-1 0,-8-2 0,20 2 0,-28-4 0,24-9 0,-26 2 0,25-12 0,-28 8 0,10-8 0,-19 3 0,12-5 0,-14 5 0,3-3 0,-8 3 0,8 1 0,-12 0 0,16-13 0,-15 4 0,15-20 0,-16 21 0,11-19 0,-11 14 0,3-13 0,-5 11 0,-5 0 0,0 9 0,0-4 0,0 4 0,-5-3 0,0 2 0,-10-12 0,3 21 0,-12-33 0,2 21 0,-4-20 0,5 19 0,-3-11 0,7 13 0,-8-11 0,9 19 0,-13-7 0,11 16 0,-21-17 0,16 17 0,-39-20 0,11 9 0,-31-13 0,33 11 0,-31-8 0,36 14 0,-21-10 0,30 19 0,18 0 0,8 5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46.5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0 532 24575,'11'0'0,"-1"0"0,9-4 0,-7 3 0,12-4 0,-8 5 0,0 0 0,3-4 0,-8 3 0,9-4 0,-9 5 0,8 0 0,-8 0 0,9 0 0,-9 0 0,4 0 0,-5 0 0,0 0 0,0 0 0,0 0 0,-4-5 0,3 4 0,-3-3 0,4 4 0,0 0 0,0-5 0,1 4 0,-1-3 0,0 4 0,0 0 0,0 0 0,10 0 0,1 0 0,1 0 0,19 0 0,-11 0 0,15 0 0,-5 0 0,-4 0 0,9 0 0,-8 0 0,8 0 0,-9 0 0,5 0 0,-1 0 0,1 0 0,0 0 0,-1 0 0,-12 0 0,18 0 0,-21 0 0,19 0 0,-18 0 0,3-5 0,-12 4 0,12-4 0,-8 5 0,5-4 0,-1 3 0,0-4 0,-3 5 0,-2 0 0,4 0 0,-3-4 0,10 3 0,-1-4 0,5 5 0,11-4 0,-8 2 0,11-2 0,-22 4 0,25 0 0,-13-5 0,21 4 0,-22-3 0,9 4 0,9 0 0,-1 0 0,19 0 0,-40 0 0,35 0 0,-27 0 0,28 0 0,-24 0 0,30 0 0,-18 0 0,31 0 0,-40 0 0,39 0 0,-29 0 0,40 0 0,-22 0 0,4 0 0,-9 0 0,4 0 0,0 0 0,-9 0 0,-14 0 0,21 0 0,-26-5 0,26 4 0,-14-3 0,-3 4 0,4-5 0,0 4 0,-13-4 0,23 5 0,-25-4 0,28-2 0,-40 0 0,26-3 0,-25 4 0,16-1 0,-12 2 0,-4-1 0,-7-1 0,-4 1 0,5-4 0,-11 8 0,11-8 0,-13 7 0,17-7 0,-14 8 0,24-8 0,-25 8 0,33-8 0,-16 3 0,25 1 0,-22 0 0,23 1 0,-25 2 0,18-7 0,-28 8 0,-2-3 0,-17-1 0,2 0 0,-9-6 0,-5 1 0,4 0 0,-3 0 0,-1 0 0,4-1 0,-4 1 0,5 0 0,-4 4 0,2-3 0,-2 4 0,4-5 0,0-1 0,0 10 0,4 3 0,-2 12 0,2-2 0,5 12 0,-7-2 0,12 9 0,-8-5 0,4-1 0,-5-4 0,4-1 0,-7-3 0,7 2 0,-8-8 0,8 0 0,-8-2 0,4-3 0,-10-1 0,4-5 0,-8-5 0,3-10 0,-4-1 0,-1-4 0,1 0 0,4 4 0,-3-4 0,3 9 0,-4-8 0,4 3 0,-3 0 0,3 2 0,1-1 0,0 3 0,0-2 0,0 4 0,-6-5 0,6-1 0,-4 0 0,7 1 0,-7 5 0,8-4 0,-3 2 0,-1-2 0,-1 3 0,0 1 0,2 0 0,8 0 0,20 0 0,13 4 0,52-3 0,-37 8 0,5 1-555,15-1 1,4 2 554,-4 1 0,0 2 0,-1 0 0,-1 2 0,-9-1 0,-4 0 0,36 6 0,-32-6 0,-27 0 0,-24-1 0,-6 2 0,-4 4 0,0 1 1109,0-1-1109,-9 5 0,2-4 0,-12 9 0,-2 1 0,-10 0 0,-10 9 0,-11-3 0,-5 3 0,-14 1 0,2 0 0,11-4 0,-33 12 0,41-11 0,-24 3 0,38-11 0,25-19 0,7-2 0,19-9 0,10-5 0,15-1 0,-10 5 0,-2 2 0,-23 9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48.9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42 0 24575,'10'0'0,"-4"9"0,-1 3 0,-5 13 0,0 1 0,0 10 0,0-4 0,0 8 0,0-3 0,-5-1 0,4 0 0,-4 0 0,1-4 0,3-1 0,-4 12 0,0-9 0,4 21 0,-3-26 0,-1 27 0,4-25 0,-4 24 0,5-23 0,0 26 0,0-31 0,5 17 0,-4-29 0,-1-10 0,-1-5 0,-8-5 0,7-10 0,-7-5 0,8 3 0,-3 2 0,4 10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49.61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1 133 24575,'4'-6'0,"2"-3"0,4 8 0,0-8 0,5 8 0,6-13 0,9 7 0,20-7 0,12 3 0,10 1 0,4 0 0,-9 4 0,-15-3 0,-12 8 0,-24-8 0,-3 8 0,-7-4 0,8 5 0,7 0 0,9 0 0,2 0 0,3 0 0,-4-4 0,-10 3 0,-2-4 0,-13 5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50.20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62 24575,'15'0'0,"0"0"0,15-5 0,-3-1 0,13 1 0,-4 0 0,5 1 0,-1-2 0,1-4 0,-14 4 0,15 2 0,-23-1 0,11 4 0,-20-4 0,-6 5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50.8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16 24575,'6'9'0,"-2"-2"0,5 22 0,-2-2 0,8 15 0,4-1 0,3 0 0,8-4 0,5-6 0,-3-6 0,3-4 0,-13-10 0,15 3 0,-18-9 0,20 1 0,-18-1 0,18-5 0,-11 0 0,11 0 0,-17 0 0,2-5 0,-13 0 0,-1-15 0,-1-1 0,-8-10 0,4 1 0,-5-1 0,0 5 0,0-3 0,0 7 0,0-3 0,-5 5 0,0 0 0,-1 4 0,-3 1 0,8 5 0,-4 0 0,0 4 0,4-3 0,-3 3 0,4 1 0,0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51.81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64 24575,'5'5'0,"5"15"0,-5 2 0,5 19 0,1 4 0,-1 4 0,0 2 0,-4-5 0,3-14 0,-8-7 0,3-19 0,-4-7 0,5-23 0,0-3 0,15-14 0,1-4 0,10 3 0,8-3 0,-1 9 0,-7 10 0,16-3 0,-27 21 0,14-10 0,-24 22 0,-1-3 0,1 19 0,6 6 0,5 6 0,-10 3 0,3-8 0,-9-7 0,1-5 0,-2-4 0,-4-1 0,0 0 0,0-8 0,5-4 0,1-21 0,8 0 0,7-17 0,5 9 0,4-9 0,-4 13 0,4-2 0,-4 8 0,0 10 0,12-3 0,0 9 0,3-1 0,-6 2 0,-14 4 0,-11 4 0,-1 2 0,-3 13 0,-1-2 0,0 13 0,-5-13 0,4 21 0,-2-18 0,2 10 0,-4-11 0,0-7 0,5-2 0,0-6 0,5 6 0,5-8 0,1 12 0,13-9 0,-6 1 0,-3-1 0,-11-5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52.6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104 13 24575,'-11'5'0,"1"1"0,-5 9 0,4 1 0,-9 4 0,9 1 0,-4 4 0,9 2 0,2 3 0,4 1 0,0 0 0,0 0 0,0-4 0,4-2 0,-3-9 0,8-6 0,-3-5 0,4-5 0,5 0 0,5-5 0,2 0 0,7-15 0,-3-6 0,0-5 0,-1-9 0,-5-1 0,1 4 0,-10 6 0,7-6 0,-15 18 0,10-15 0,-12 14 0,4 13 0,-1 13 0,2 11 0,0 13 0,3 1 0,-8 1 0,8-1 0,-8-2 0,3-11 0,-4 1 0,5-13 0,-4 3 0,8-3 0,-3-1 0,4 0 0,0-5 0,5 0 0,-8 0 0,2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53.1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1 305 24575,'6'5'0,"3"1"0,-8 9 0,8 1 0,-8 0 0,8-6 0,-8-10 0,8-10 0,-8-11 0,13-9 0,-7-6 0,7 9 0,1-11 0,10 6 0,11-18 0,2 11 0,1 1 0,-17 17 0,1 10 0,-16-3 0,7 13 0,-9-3 0,6 4 0,-1 0 0,0 0 0,0 0 0,-4 0 0,-2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58.0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0 305 24575,'25'10'0,"-3"0"0,24 2 0,10 0 0,38 11-2667,-18-9 0,8-1 2667,-15-4 0,3 0 0,0-2 0,-3-3 0,0-2 0,1-1 0,11 3 0,2 0 0,-4-1-2676,7-2 1,2-2 2675,-1 1 0,6 0 0,-3 0 0,-23 0 0,-2 0 0,5 0 49,6 0 1,6 0 0,1 0 0,-8 0-50,23 0 0,-4 0 0,-18 0 0,3 0 0,-6 0 0,0 0 0,-2 0 0,22 0 0,-4 0-218,-37 0 1,-2 0 217,12 2 0,-2 1 0,15-2 740,-22 1 1,-1 0-741,15-2 0,23 0 0,-18 5 0,-22-4 0,1-1 0,1 3 0,0-1 0,43-2 1980,-37 0 1,4 0-1981,18 0 0,-3 0 0,-27 0 0,2 0 0,24 0 0,11 0 0,-7 0 0,-5 0 0,0 0 0,4-2 0,8 1 0,-7-1 0,-1 2 0,-3-1 0,19-3 0,-5-1 0,-34 5 0,-2-1 0,11-4 0,-5 1 2678,0 3-2678,-22-8 804,-21 8-804,2-4 127,-8 5-127,3 0 1870,7 0-1870,5 0 0,13 0 0,-1 0 0,2 0 0,-5 0 0,-9-5 0,4 4 0,-9-3 0,4 4 0,14-5 0,-10 4 0,15-3 0,-22 4 0,2-5 0,-13 4 0,-1-8 0,-1 8 0,-3-4 0,4 5 0,5-4 0,0-2 0,6 0 0,-5 2 0,-6-1 0,-1 4 0,-8-8 0,4 4 0,-5-6 0,0-3 0,0-2 0,-5-5 0,-1 1 0,1 0 0,-5 4 0,5 1 0,-1 5 0,1 0 0,5 9 0,5 7 0,0 19 0,10 16 0,1 12 0,0 9 0,-1-5 0,-5-6 0,-5-14 0,9 7 0,-12-20 0,7 6 0,-4-20 0,-4-10 0,-1-10 0,-10-11 0,-6-14 0,-10-2 0,5-17 0,-18-3 0,10-5 0,-11-8 0,14 21 0,-4-18 0,13 32 0,-3-13 0,14 22 0,2 5 0,4 6 0,4 10 0,2-4 0,13 8 0,7-4 0,24 10 0,8 5 0,17 11 0,11 5 0,7 9 0,0-3 0,-7 4 0,-28-10 0,-19-10 0,-19-6 0,-15-6 0,0 2 0,-10 4 0,-1 5 0,-8-3 0,-3 2 0,-3 1 0,-1-3 0,-9 3 0,3-5 0,-13 0 0,3-4 0,5 3 0,-21-3 0,13 4 0,-11 1 0,15-1 0,2 0 0,15 0 0,0 1 0,14-1 0,10 0 0,1 1 0,13-6 0,-11 0 0,5-5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59.0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0 112 24575,'9'15'0,"3"15"0,8 17 0,-4 20 0,3 2 0,-3 7 0,0-14 0,-1-4 0,-5-12 0,0-25 0,-4-11 0,-6-21 0,-6-13 0,-9-8 0,3-9 0,-7 5 0,12 5 0,-16-25 0,20 18 0,-16-34 0,18 34 0,10-29 0,4 26 0,25-13 0,0 19 0,-1 18 0,24-1 0,-16 17 0,16 1 0,-15 5 0,11 29 0,-11 0 0,18 22 0,-22-9 0,-3-1 0,-17-14 0,2 21 0,-13-13 0,4 21 0,-10-10 0,-5 5 0,-10-3 0,-11 3 0,-5-9 0,-9-1 0,2-9 0,-11-6 0,-3-6 0,-6-9 0,-3-6 0,4-5 0,10-5 0,-3-9 0,13 6 0,6-15 0,6 16 0,15-12 0,9 9 0,16-10 0,-1 4 0,0 1 0,-15 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4:59.67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24575,'5'4'0,"4"6"0,-7 2 0,2 12 0,-4-7 0,5 8 0,0-4 0,1 0 0,-2-5 0,-4-1 0,5-5 0,-4 0 0,8 5 0,-3 6 0,4 0 0,5 5 0,-4-10 0,4-1 0,-10-10 0,0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5:00.3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156 671 8191,'15'30'0,"1"-2"5063,4 2-5063,-8-4 2818,-3-10-2818,-5-10 1719,-3-17-1719,-5-10 6784,-12-14-6784,-11-6 0,-4 4 0,5-12 0,-4 12 0,4-8 0,9 13 0,-11-20 0,20 17 0,-7-24 0,11 22 0,4 1 0,9-25 0,11 14 0,3-19 0,2 31 0,3 7 0,-15 20 0,16-10 0,-18 12 0,4 1 0,-5 0 0,-4 10 0,12 0 0,-6 10 0,13 1 0,0 0 0,-8 4 0,2-9 0,-9 0 0,-4-2 0,-2-8 0,-4 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5:00.7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31 24575,'10'0'0,"10"0"0,15 0 0,8 0 0,8 0 0,-2 0 0,-11-5 0,-8 0 0,-11-1 0,-8 1 0,-1 1 0,0 3 0,0-4 0,0 5 0,-4 0 0,-1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5:01.1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24575,'0'0'0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31.24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1275 24575,'0'-8'0,"4"1"0,0-1 0,3-6 0,1-6 0,3-3 0,-3-10 0,10 2 0,-2-14 0,10-1 0,11-14 0,6-2 0,14-3 0,7-5 0,-2 14 0,9-10 0,-6 16 0,0-3 0,-4 10 0,-5 6 0,-6 10 0,5 1 0,-4 3 0,16-3 0,-8 3 0,5-7 0,-15 7 0,-7-4 0,-15 8 0,-2 0 0,-9 4 0,3 0 0,-4-3 0,0 2 0,0-6 0,-3 6 0,2 0 0,-9 2 0,5 6 0,-9-3 0,6 3 0,-6-3 0,2 3 0,-3-7 0,4 4 0,-4-5 0,4 8 0,-4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31.9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64 331 24575,'3'-4'0,"-2"4"0,5 1 0,2 13 0,1-2 0,12 29 0,-8-1 0,9 7 0,-7-6 0,-3-17 0,-4-5 0,-5-15 0,0-1 0,-2-16 0,-1-7 0,-11-14 0,-9-22 0,-7-6 0,-4-8 0,1 0 0,2 15 0,5 6 0,11 19 0,5 8 0,7 6 0,7 5 0,2-4 0,9 7 0,5-6 0,4 5 0,-7-2 0,-2 7 0,-11 1 0,1 6 0,6 8 0,9 12 0,12 12 0,0 4 0,2 3 0,-7 0 0,-6-3 0,-5 0 0,-12-5 0,-3-3 0,-4-4 0,0-4 0,0-4 0,0-4 0,3-6 0,-2-6 0,2-7 0,-6 0 0,-2-7 0,-6 6 0,3-9 0,-7 2 0,10 4 0,-2 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34.7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0 426 24575,'8'25'0,"3"7"0,-3 29 0,0-1 0,2 1 0,-8-11 0,8-19 0,-6-12 0,0-16 0,6-14 0,2-18 0,4-14 0,6-18 0,-6-7 0,3-1 0,-4-11 0,0 10 0,-3-3 0,5 5 0,-1 10 0,7 2 0,-7 17 0,2 6 0,-13 24 0,8 13 0,-4 23 0,6 19 0,5 27 0,0 0 0,4 8 0,-1-9 0,0-6 0,3 3 0,-2-7 0,2-5 0,-7-11 0,0-11 0,-8-12 0,-6-11 0,-6-9 0,-7-6 0,4 2 0,0-3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35.0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0 129 24575,'8'0'0,"0"0"0,9 0 0,4-3 0,19-2 0,6-2 0,8-1 0,3-3 0,-11 3 0,-1-6 0,-11 5 0,-3-5 0,-5 5 0,-3-5 0,-1 2 0,-9 4 0,-3 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35.8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 0 24575,'0'11'0,"0"8"0,0 12 0,-3 8 0,2 11 0,1-4 0,8-6 0,3-14 0,4-11 0,-3-11 0,3-1 0,0-13 0,8-6 0,4-17 0,6-6 0,2-7 0,-1 4 0,-3 8 0,-9 7 0,-6 12 0,-9 11 0,3 8 0,-1 22 0,6 10 0,0 18 0,4 17 0,2 16 0,-5 3 0,3 6 0,-14-19 0,-1-11 0,-12-10 0,-1-20 0,-2-6 0,0-15 0,3-7 0,-3-5 0,3-3 0,4-3 0,-3-1 0,3 0 0,-4-3 0,0 3 0,1-4 0,-5-3 0,4 3 0,-3-7 0,3-3 0,4-2 0,0-13 0,4 5 0,4 1 0,-3 12 0,2 8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36.5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0 300 24575,'11'-3'0,"5"-1"0,13-7 0,17-4 0,12-5 0,10-6 0,4-1 0,-3-3 0,-8 0 0,-12-1 0,-15 4 0,-18 4 0,-3 2 0,-12 8 0,3-1 0,-8 9 0,-3 9 0,-16 8 0,-1 14 0,-28 23 0,11 4 0,-12 22 0,11-9 0,10 3 0,9-14 0,12-10 0,11-14 0,4-8 0,7-8 0,1-7 0,7-5 0,3-3 0,5-10 0,4 1 0,-1-10 0,0 1 0,-3 2 0,3-6 0,-3 6 0,7-3 0,0 0 0,4 3 0,3-5 0,-15 11 0,-5 0 0,-18 10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37.3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259 126 24575,'-4'-7'0,"0"-1"0,-4 0 0,0 4 0,1 1 0,-1 3 0,-3 0 0,-4 3 0,-8 5 0,-5 7 0,-2 19 0,-1 2 0,3 21 0,2 4 0,10 9 0,5 0 0,11 11 0,7-16 0,8 3 0,5-15 0,6-14 0,-3-5 0,4-14 0,-5-6 0,1-9 0,0-2 0,0-6 0,3-8 0,4-9 0,1-10 0,3-1 0,0-10 0,-3-1 0,-1-1 0,-4-8 0,1 11 0,-4-8 0,3 9 0,-6 1 0,-5 5 0,-4 2 0,-4 1 0,-2-4 0,-2 0 0,-6-1 0,-2-2 0,-2 6 0,-1 0 0,-3 5 0,-1 4 0,-3 2 0,-1 5 0,1 4 0,3 7 0,1 4 0,0 4 0,-8 11 0,-2 1 0,-2 3 0,11-7 0,6-5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38.3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1115 24575,'0'-8'0,"7"1"0,5-4 0,14-1 0,15-7 0,17 0 0,21-4-962,16-3 962,-30 11 0,3-1-1301,9-4 0,3 0 1301,11-3 0,2-1 0,-10 3 0,2-3 0,-13 0 0,3-2 0,-2 0 0,16-3 0,1-4 0,-8-1 0,3-5 0,-5 3 0,11-2 0,-3 1 0,-25 6 0,0-2 0,-4 4-593,7-2 1,-3 3 592,0-1 0,0 1 0,-4 5 0,-1 1-250,-5 0 1,-1 1 249,4 2 0,-2 0 0,-5 2 0,-2 1 0,37-11 636,-12 1-636,-16 3 2441,-17 0-2441,-10 7 344,-13 2 1,-9 10 0,-3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47.9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38 24575,'8'0'0,"3"0"0,4-3 0,1 2 0,3-6 0,-4 6 0,0-2 0,-3 0 0,-1 2 0,0-3 0,-3 4 0,3 0 0,-3-3 0,-1 2 0,1-2 0,-1 3 0,1 0 0,-1 0 0,1 0 0,0 0 0,-1 0 0,1 0 0,-1 0 0,1 0 0,10-3 0,-1 2 0,5-3 0,0 4 0,-2 0 0,2 0 0,1 0 0,-3 0 0,1 0 0,-4 0 0,1 0 0,1 0 0,-3 0 0,6 0 0,-6 0 0,9 0 0,-5 4 0,3-3 0,-5 2 0,-6-3 0,-1 0 0,-3 0 0,-1 0 0,8 0 0,-3 0 0,3 0 0,0 0 0,-7 0 0,10 0 0,-5 0 0,5 0 0,-6 3 0,2-2 0,-5 3 0,2-4 0,-4 0 0,1 0 0,-1 0 0,1 0 0,0 0 0,-1 3 0,1-2 0,3 2 0,-3-3 0,3 0 0,-3 0 0,-1 0 0,1 0 0,-1 0 0,1 0 0,0 0 0,-1 0 0,1 0 0,3 0 0,-3 0 0,7 0 0,-7 0 0,3 0 0,-3 0 0,-1 0 0,1 0 0,-1 0 0,1 0 0,-1 0 0,1 0 0,0 0 0,-1 0 0,1 0 0,-1 0 0,1 0 0,0 0 0,-1 0 0,1 0 0,-1 0 0,1 0 0,-1 0 0,1 0 0,0 0 0,-1 0 0,1 0 0,-1 0 0,1 4 0,3-3 0,-3 2 0,3-3 0,-3 0 0,3 0 0,-3 0 0,3 0 0,0 0 0,-2 0 0,5 0 0,-2 0 0,3 0 0,4 0 0,-3 0 0,5 3 0,-4-2 0,1 3 0,-3-4 0,-3 0 0,2 0 0,-5 0 0,2 0 0,-4 0 0,1 0 0,0 0 0,-1 0 0,1 0 0,-1 0 0,1 0 0,-4-4 0,3 3 0,-3-2 0,4 3 0,-1 0 0,1 0 0,-4-3 0,3 2 0,-3-2 0,4 3 0,-1 0 0,-3 0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50.3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24575,'10'14'0,"2"13"0,3 9 0,-3 13 0,3 5 0,-10 4 0,5 0 0,-9 3 0,2-10 0,-3-2 0,0-10 0,0-12 0,0-8 0,0-8 0,0-10 0,3-2 0,-2-6 0,3 2 0,-4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50.9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20 137 24575,'-12'-5'0,"5"-1"0,7 5 0,17-9 0,11 1 0,11-6 0,12-3 0,-7 2 0,5-3 0,-8 7 0,-13-2 0,-6 9 0,-11-2 0,-7 10 0,3 2 0,-6-1 0,2-1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51.3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0 126 24575,'8'0'0,"3"-4"0,7-3 0,9-2 0,11-5 0,18 2 0,18 0 0,11 1 0,-29 5 0,-1 0 0,33 0 0,3-9 0,-30 10 0,-23-6 0,-16 7 0,-15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51.9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1 129 24575,'0'7'0,"0"1"0,0 10 0,0 6 0,6 18 0,3 8 0,9 8 0,5 3 0,11 1 0,-2-11 0,2-9 0,-12-23 0,-3-8 0,-4-15 0,4-3 0,3-15 0,5-6 0,4-13 0,-1 2 0,4-3 0,-6 5 0,5-1 0,-13 3 0,2-2 0,-10 2 0,2 1 0,-9-3 0,5 5 0,-6-1 0,0 6 0,0 4 0,-1 8 0,-2 4 0,-1 7 0,-1 4 0,-2 4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52.9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87 24575,'0'18'0,"3"-1"0,-2 37 0,6-1 0,0 21 0,2-20 0,5 4 0,-5-30 0,1 1 0,-5-26 0,5-14 0,-2-11 0,7-13 0,4-11 0,4 0 0,0-6 0,14 2 0,-5 0 0,12 5 0,2 7 0,4 7 0,-1 9 0,-7 7 0,-15 7 0,-9 5 0,-10 13 0,3 3 0,0 10 0,1 0 0,3-4 0,-7 0 0,3-7 0,0-4 0,1-5 0,6-6 0,-5-1 0,11-7 0,-7-4 0,9-5 0,-6 1 0,-5 0 0,-7 7 0,-5 8 0,0 9 0,2 13 0,-1-1 0,2 16 0,-5-12 0,3 9 0,-4-7 0,0 0 0,0 0 0,0-7 0,0 2 0,0-9 0,0 2 0,-4-3 0,3-1 0,-2 1 0,3 0 0,7-1 0,-2 1 0,6-4 0,-7 0 0,-1-4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53.7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89 0 24575,'-7'0'0,"-1"4"0,0 0 0,-3 7 0,-1 4 0,0 12 0,1 8 0,3 8 0,1 6 0,2 1 0,5 1 0,5-5 0,2-11 0,4-9 0,-2-10 0,5-9 0,-6 0 0,7-6 0,-4-4 0,5-6 0,-1-12 0,3-6 0,5-8 0,-3-3 0,2 0 0,-7 7 0,-3 5 0,-1 11 0,-7 10 0,3 10 0,-6 10 0,6 1 0,-6 3 0,5-4 0,-1-3 0,6-4 0,0-4 0,11-4 0,-2-4 0,7 0 0,-5-10 0,-6 4 0,-5-1 0,-7 8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0:54.7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39 93 24575,'0'-8'0,"-4"4"0,-3 0 0,-2 4 0,-2 0 0,7 4 0,0 0 0,8 0 0,0 7 0,3 0 0,4 9 0,8 10 0,11 5 0,6 8 0,5-1 0,-6 0 0,-12-10 0,-5 1 0,-11-9 0,-2 3 0,-2-1 0,-3 1 0,0 1 0,-3-5 0,-2-8 0,1-11 0,1-21 0,-1-9 0,0-18 0,-4 2 0,4-7 0,1 6 0,3-2 0,0 10 0,0 2 0,0 6 0,3 1 0,-2 6 0,6 2 0,-7 6 0,7 1 0,-6 3 0,6-3 0,-3 6 0,4-8 0,-1 8 0,-3-6 0,3 3 0,-6 1 0,6-1 0,-3 4 0,4-3 0,-1 3 0,4 0 0,4-6 0,1 8 0,-1-5 0,-4 7 0,-3 7 0,3 12 0,1 9 0,0 3 0,-1 6 0,-4-12 0,-3 5 0,3-11 0,-6 4 0,2-7 0,1-1 0,-4 0 0,7-3 0,-6 0 0,2 2 0,-3-5 0,0 2 0,0-4 0,4 1 0,-3 3 0,2-6 0,-3 2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1:02.4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8 24575,'7'0'0,"4"0"0,1 0 0,3 0 0,4 0 0,10 0 0,0-3 0,15 2 0,-6-2 0,5 3 0,1 0 0,-8 0 0,4 0 0,-9 0 0,0 0 0,-5 0 0,-3 0 0,-1 0 0,1 0 0,3 0 0,-6 0 0,6 0 0,-7 0 0,1 0 0,-2 0 0,-3 0 0,4 0 0,4 0 0,4 0 0,0 0 0,5 0 0,0 0 0,6 0 0,-7 3 0,5-2 0,-8 3 0,2-4 0,3 0 0,-12 0 0,8 0 0,-10 0 0,4 0 0,-4 0 0,-4 0 0,-4 0 0,-3 0 0,0 0 0,-1 0 0,1 0 0,-1 0 0,1 0 0,3 0 0,1 0 0,3 0 0,-3 0 0,-1 0 0,-4 0 0,1 0 0,-1 0 0,1 0 0,0 0 0,-1 0 0,1 0 0,-1 0 0,1 0 0,0 0 0,-1 0 0,1 0 0,-1 0 0,1 0 0,-4-4 0,3 3 0,-6-2 0,2 3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1:08.0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0 149 24575,'4'-3'0,"3"2"0,-3-2 0,4 3 0,10-4 0,9 0 0,28-4 0,2 4 0,37-3 0,5 7 0,-40-2 0,7 0-607,-3 2 1,6 1-1,-1-2 607,-2-2 0,1-1 0,3 0-1211,21 3 0,4 2 1,1-3 1210,3-5 0,0-1 0,-4 1 0,-14 4 0,-2 2 0,-2-1 0,-2-4 0,0-1 0,-7 1-160,1 0 0,-7 0 160,34-6 0,-20 1 0,-23 4 0,-26 2 0,-13 2 0,-11 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1:12.0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0 114 24575,'4'-3'0,"3"2"0,-3-2 0,14 3 0,2-4 0,14 4 0,-3-4 0,10 4 0,-9-3 0,5 2 0,-7-6 0,0 6 0,-3-5 0,0 5 0,-5-3 0,1 4 0,3 0 0,1 0 0,4 0 0,2 0 0,-2 0 0,3 0 0,-3-3 0,-1 2 0,-3-2 0,-1-1 0,-3 4 0,3-4 0,1 4 0,3 0 0,4-3 0,0 2 0,4-2 0,4 3 0,0 0 0,0 0 0,-4 0 0,-4-4 0,-7 3 0,-5-2 0,0 3 0,-9 0 0,1 0 0,-6 0 0,3 0 0,-3 0 0,3 0 0,0-3 0,1 2 0,7-3 0,-3 4 0,2-3 0,1 2 0,0-5 0,7 5 0,-2-3 0,-1 1 0,-2 2 0,-1-2 0,-4-1 0,2 3 0,-10-2 0,3 3 0,-3 0 0,-4-3 0,-1 2 0,-3-2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41.58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92 24575,'11'0'0,"-1"0"0,0 0 0,0-4 0,9-2 0,3-9 0,13 4 0,-8-4 0,21 5 0,-19 0 0,15 4 0,-13-3 0,-5 8 0,-1-3 0,-5 4 0,5 0 0,-4 4 0,4-3 0,-4 8 0,-1-3 0,-4 0 0,3 3 0,-8-3 0,9 9 0,-14-4 0,17 18 0,-15-11 0,11 26 0,-9-16 0,-4 12 0,-1-13 0,-5 12 0,-5-6 0,-1 13 0,-4-19 0,-14 20 0,1-21 0,-13 18 0,5-13 0,1 0 0,3-9 0,-3 7 0,4-12 0,4 3 0,3-5 0,8-9 0,1-1 0,0-5 0,0 0 0,-1 0 0,10 0 0,2-9 0,18 2 0,3-3 0,8 1 0,10 3 0,6 0 0,11 2 0,9 4 0,-4 0 0,8 9 0,1-7 0,-7 12 0,-4-8 0,-24-1 0,-11 0 0,-11-5 0,-3 0 0,-6 0 0,0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42.0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24575,'4'10'0,"2"14"0,4 4 0,-4 22 0,3 7 0,-8 11 0,4 9 0,-5 1 0,0-1 0,0 0 0,-5-5 0,4-9 0,-4-16 0,1 1 0,3-24 0,-4-3 0,5-18 0,0-22 0,0 6 0,0-1 0,0 9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42.6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161 0 24575,'-14'20'0,"7"-8"0,-16 35 0,10-11 0,-17 25 0,9-15 0,0-4 0,6-7 0,5-4 0,4-9 0,6-7 0,15-6 0,20-8 0,21 4 0,12-10 0,8 0 0,-9-6 0,-6 1 0,-19 0 0,-13 4 0,-14-3 0,-5 8 0,5-3 0,1 4 0,4-5 0,5-1 0,-4-4 0,-5 5 0,-7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43.4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310 1 24575,'-25'0'0,"3"0"0,-8 0 0,4 4 0,0 2 0,-4 9 0,3 10 0,1 12 0,1-4 0,0 33 0,7-19 0,-1 34 0,13-18 0,2 8 0,8-8 0,6 8 0,6-13 0,9 3 0,10-5 0,7-8 0,13-2 0,-2-15 0,11-15 0,-6-7 0,3-18 0,-10-7 0,-6-10 0,-4-9 0,-14 8 0,15-25 0,-19 12 0,13-15 0,-16 19 0,4-17 0,-12 18 0,7-14 0,-13 18 0,-1-7 0,-5 9 0,0-10 0,0 17 0,-10-15 0,-6 9 0,-5-13 0,0 15 0,-8-7 0,6 15 0,-12-7 0,13 10 0,-11 5 0,15 0 0,-12 4 0,14 2 0,-8-1 0,11 4 0,-6-3 0,8 4 0,1 0 0,4 0 0,2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44.39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258 1 24575,'-14'4'0,"2"2"0,-21 14 0,9 1 0,-16 15 0,9 1 0,0 4 0,4 9 0,2 3 0,14-10 0,2 29 0,9-30 0,4 28 0,6-9 0,11-8 0,5 4 0,4-12 0,-4-17 0,13 5 0,-11-16 0,12 4 0,-19-11 0,26-1 0,-17-7 0,29 2 0,-13-4 0,-8 0 0,14-4 0,-18-7 0,11-4 0,-19-1 0,2-13 0,-15 11 0,6-11 0,-13 9 0,-2-1 0,1-4 0,-4 4 0,3-4 0,-4 9 0,-14-3 0,2 8 0,-18-9 0,8 14 0,-26-8 0,17 13 0,-27-4 0,34 5 0,-19 0 0,30 0 0,-7 5 0,20 1 0,1-1 0,4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45.0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24575,'0'11'0,"0"-1"0,9 37 0,-2 0 0,7 39 0,-8-9 0,3 6 0,1-6 0,2 0 0,2-9 0,-4-2 0,-4-18 0,8 20 0,-7-27 0,7 14 0,-4-33 0,-4 5 0,-1-28 0,-5 9 0,4-18 0,-3 0 0,4 4 0,-5 2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45.6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1 112 24575,'19'-10'0,"25"0"0,24 0 0,-15 5 0,5-1-1278,-2-1 1,3 0 1277,16 1 0,1 0 0,-9-1 0,-2 0 0,1 1 0,-2 1 814,27-5-814,-31 5 0,-34 0 0,-12 5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55.00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62 24575,'9'-11'0,"-3"1"0,36 0 0,-11 0 0,28 0 0,-13 4 0,0 2 0,0 4 0,-1 4 0,-3 2 0,3 9 0,-4 1 0,-10 0 0,-6-1 0,4 0 0,-16 1 0,15 4 0,-16 5 0,3-7 0,-5 19 0,4-12 0,-7 24 0,7-7 0,-9 19 0,1-3 0,-1 13 0,-5-21 0,0 26 0,0-19 0,-5 15 0,-1-25 0,1 10 0,0-26 0,5 18 0,0-27 0,0 2 0,0-12 0,0-2 0,0-6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55.42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0 133 24575,'6'-5'0,"30"-5"0,4-1 0,40-8 0,12 3 0,-3 0 0,1-3 0,-23 7 0,-20 2 0,-22 1 0,-12 8 0,-12-4 0,4 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56.3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186 10 24575,'-10'-4'0,"-1"3"0,-8-4 0,-3 14 0,-9 3 0,0 13 0,9 1 0,3 10 0,8 5 0,6 1 0,0 4 0,10-4 0,0-6 0,10 0 0,-4-10 0,4-10 0,4 7 0,7-20 0,11 16 0,-6-13 0,26-1 0,-16-5 0,23-5 0,-27-6 0,6-8 0,-11-7 0,0-5 0,-3-5 0,-13 10 0,-1-3 0,-10 12 0,4-16 0,-7 20 0,7-11 0,-8 23 0,3 16 0,-8 12 0,-7 24 0,4-3 0,-6 17 0,7-2 0,0 14 0,2 10-366,6-31 1,2 2 365,-1-4 0,0 0 0,3 4 0,1-3 0,3 19 0,5 13 0,-9-44 0,8 7 0,-13-41 0,4-15 0,-5-9 731,4-5-731,2-6 0,4 0 0,-4 10 0,-2 7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56.7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24575,'6'0'0,"-2"0"0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57.4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24575,'4'11'0,"2"3"0,4 7 0,0 10 0,0 15 0,1 7 0,-1 8 0,0 6 0,-4-9 0,-2 8 0,-4-27 0,5 18 0,-4-23 0,8 12 0,-8-15 0,8 13 0,-3-15 0,4 16 0,-5-18 0,5 7 0,-9-11 0,8 7 0,-8-14 0,3-6 0,-4-5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58.5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471 23 24575,'0'-11'0,"-5"6"0,0 0 0,-6 5 0,-4 0 0,-5 0 0,-7 5 0,-8 0 0,-6 6 0,3-1 0,-7 5 0,13 1 0,-4 5 0,6 8 0,-1 4 0,4 8 0,2 5 0,4 1 0,10 0 0,-3-2 0,13 1 0,1 1 0,10 0 0,15-1 0,2-14 0,17-2 0,3-9 0,14-10 0,10 3 0,2-18 0,-2-1 0,-10-20 0,-10-11 0,-15 3 0,-2-28 0,-13 20 0,0-28 0,-11 13 0,-5-1 0,-5-3 0,0 12 0,-5-1 0,4 17 0,-13-2 0,7 17 0,-12-2 0,3 9 0,-10 4 0,0 1 0,-5 5 0,-4 5 0,3 1 0,-13 9 0,12 5 0,6-7 0,14 1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59.18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202 1 24575,'-15'10'0,"4"10"0,-13 6 0,7 6 0,-13 17 0,8 4 0,-8 10 0,13 8 0,-2-3 0,8 4 0,5 0 0,6-9 0,11-7 0,0-15 0,8-10 0,-3-10 0,0-11 0,8-5 0,-3-10 0,10-5 0,-5-1 0,17-31 0,-9 7 0,15-34 0,-8 7 0,-5-5 0,-1-8 0,-4 12 0,-10 11 0,17-18 0,-14 32 0,11-21 0,-15 29 0,-10 10 0,-10 9 0,-6 7 0,-13 4 0,2 0 0,-13 0 0,8 0 0,-3 4 0,4 2 0,10 0 0,2-2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6:59.5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24575,'6'0'0,"-1"0"0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7:00.3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24575,'5'20'0,"0"15"0,5 18 0,1 19 0,-1 11 0,0 5 0,0 0 0,-4-1 0,3-13 0,-8-3 0,8-14 0,-8-10 0,13 2 0,-7-11 0,7 3 0,-8-15 0,3 8 0,-3-16 0,-1 7 0,4-14 0,1-11 0,-3-2 0,2-2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7:01.0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10 17820,'51'-4'0,"-9"3"3040,-7-4-3040,-14 5 1157,-7 0-1157,-3 9 608,3 7-608,-2 11 1950,7 4-1950,-8 4 0,8 7 0,-7 9 0,2 2 0,-8-6 0,3 25 0,-8-15 0,4 24 0,-5-5 0,0-7 0,0-11 0,-5 19 0,-1-30 0,1 18 0,-4-33 0,7-3 0,-2-27 0,4 2 0,-5-24 0,4 12 0,-3-5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7:01.4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1 174 24575,'4'-6'0,"20"-8"0,-5 8 0,20-9 0,-18 5 0,13-5 0,-11 4 0,11-4 0,-8 5 0,0 0 0,-2-1 0,1 1 0,1 0 0,5 4 0,-5-3 0,-1 4 0,-14-1 0,-2 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7:01.90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82 8191,'6'-5'0,"3"4"5063,1-3-5063,11-5 2818,18 2-2818,22-12 0,37 7 470,-46 5 1,2 0-471,10 3 0,-1 2 0,-7-1 0,-3 1 6399,35 2-6399,-32 0 0,-33 0 0,-18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7:02.27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62 24575,'10'5'0,"4"0"0,2 0 0,18-4 0,13 3 0,10-4 0,-5 0 0,33 0 0,-30-4 0,28-2 0,-45 0 0,-6-3 0,-20 8 0,-2-8 0,4 4 0,-3-10 0,9 4 0,-8 0 0,-3 7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7:03.1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116 1 24575,'10'0'0,"18"0"0,18 9 0,27 3 0,9 13 0,0 1 0,-24 1 0,-14 2 0,-28-7 0,-7 8 0,-14-8 0,-24 21 0,-14-4 0,-25 22-287,25-33 0,-1-1 287,1 1 0,1 0 0,-30 17 0,0-1 0,42-16 0,0-3 0,26-10 0,18 0 0,17 6 574,11 5-574,9 9 0,0 2 0,-1 4 0,6 5 0,0 6 0,6 5 0,-1 5 0,-5 0 0,-9-5 0,-21-10 0,-8-7 0,-17-14 0,3 0 0,-4-6 0,-4-4 0,-2-5 0,-13-7 0,-3-4 0,-5 0 0,-34-22 0,13-2 0,-42-17 0,40 11 0,-2 8 0,0 1 0,-6-9 0,10 8 0,3 0 0,7 1 0,9 6 0,24 6 0,0 3 0,0-4 0,4 0 0,1 0 0,6-1 0,9 1 0,-9 5 0,3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7:04.0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31 24575,'35'-10'0,"-3"0"0,12 4 0,-2 1 0,13 10 0,7 5 0,4 11 0,-8-4 0,24 30 0,-35-21 0,12 28 0,-34-26 0,-6 24 0,-12-2 0,-3 22 0,-9-14 0,-15 38-474,-6-12 474,10-32 0,0 0 0,-11 24 0,-11-3 0,19-31 0,-15 7 0,22-28 0,-2-6 0,13-14 474,10-2-474,13-14 0,27 4 0,9-4 0,23 9 0,6 2-775,10 4 775,-46-1 0,0 2 0,42 3 0,-17 2 0,-25 0 0,-21 3 0,-25-8 0,-6-5 0,-5-8 0,2-4 0,4 6 0,0 6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7:04.60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196 206 24575,'-10'4'0,"-9"11"0,-3 12 0,-18 19 0,6 11 0,-1 10 0,14 10 0,11-8 0,5 2 0,14-5 0,7-7 0,10-8 0,5-11 0,-10-22 0,-1-5 0,-10-17 0,4-11 0,11-25 0,3-13 0,2-4 0,-6 9 0,0 1 0,11-18 0,-12 15 0,-1 2 0,3-6 0,-6-17 0,-8 26 0,0-15 0,-7 15 0,-9 8 0,-5 2 0,-6 9 0,-9 1 0,-6 5 0,-6 4 0,-4 2 0,-9 8 0,11 1 0,-1 5 0,14 5 0,15 1 0,2-1 0,9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7:05.13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11 8191,'42'-6'0,"-2"2"5063,-1 8-5063,-1 7 2818,11 9-2818,-2 20 1719,-1 13-1719,-10-4 0,-11 0 0,-2 2 0,2 15 0,-5-11 0,-2 0 6784,-2 23-6784,-6-1 0,-1-28 0,-8 13 0,4-37 0,-5 14 0,0-23 0,-5-6 0,4-10 0,-8-10 0,3-1 0,1 1 0,0 5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7:05.78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197 1 24575,'-11'10'0,"6"0"0,-9 5 0,2 6 0,-8 10 0,-6 10 0,5-3 0,-5-3 0,15-10 0,-7 1 0,15-5 0,-6 0 0,5-1 0,2-9 0,-2 4 0,4-5 0,-5 1 0,4 3 0,-3-2 0,4 3 0,4-9 0,11 3 0,20-8 0,17 3 0,10-4 0,4-4 0,-10-2 0,-9-4 0,-17 4 0,-10 2 0,-15 8 0,-5 2 0,-6 5 0,-18 13 0,11-15 0,-7 9 0,16-18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15.7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72 24575,'5'-10'0,"5"0"0,19-5 0,4 3 0,17 2 0,-4 1 0,5 8 0,-9-3 0,-2 4 0,-10 4 0,1 2 0,-5 9 0,-1 1 0,0 14 0,1 6 0,0 11 0,-1 14 0,-10-3 0,0 9 0,-5-1 0,-4-3 0,-1 4 0,-15-10 0,3-5 0,-12-16 0,8-6 0,-4-14 0,4-1 0,1-9 0,4 3 0,11-8 0,11 8 0,32-3 0,7 4 0,16 1 0,-1-1 0,-12-4 0,-7-2 0,-25 1 0,-13-4 0,-13 4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16.3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0 102 13965,'77'-26'0,"3"-3"4244,6 12-4244,-11-2 1865,-5 13-1865,-29 2 1022,-16 4-1022,-10 0 3404,-10 4-3404,4 2 75,2 13-75,4 8 0,1 9 0,-1 6 0,-5 13 0,-4-1 0,-2 12 0,-4 1 0,-4 0 0,-7 10 0,-5-9 0,0 3 0,1-13 0,5-2 0,0-14 0,4-6 0,1-20 0,5-7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16.7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0 102 24575,'15'-5'0,"10"-9"0,11 7 0,20-12 0,6 8 0,9-8 0,-4 12 0,-15-7 0,-17 13 0,-20-3 0,-11 4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17.1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24575,'0'0'0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19.0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24575,'15'4'0,"1"-3"0,27 4 0,10 0 0,33 0 0,7 1-325,-42-3 0,0-1 325,41-2 0,-15 0 160,-26 4-160,-21-3 0,-16 4 0,-8 4 0,3 2 0,-3 15 0,4 5 0,-4 5 490,3 10-490,-8 6 0,3 5 0,-4 5 0,0 9 0,0-7 0,-4 7 0,-2-14 0,-4 13 0,4-15 0,1 10 0,5-22 0,0 6 0,0-16 0,0-2 0,0-16 0,0-11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19.5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0 163 14444,'72'-20'0,"17"-5"3322,-4 4-3322,-37 6 0,0 0 1972,34-6-1972,-25 0 272,-22 7 1,-21 8-1,-14 2 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0.3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5 8191,'47'-4'0,"7"7"5063,-4-6-5063,-13 12 2818,-27-8-2818,-9 8 1719,3-3-1719,1 4 6784,-4 5-6784,-1 6 0,-6 5 0,-4 0 0,-5 0 0,-1-6 0,0 1 0,1-5 0,9-1 0,2-5 0,-1 0 0,4 1 0,-4-1 0,5 5 0,0 6 0,5 0 0,0 14 0,10-8 0,-4 13 0,9-8 0,-4 4 0,-1-5 0,0 0 0,-5-5 0,0-1 0,-4-4 0,3 0 0,-8 4 0,-1-3 0,-6 3 0,-8-9 0,-2-1 0,0-5 0,1-4 0,0-2 0,-1-4 0,0-4 0,-4-2 0,0 1 0,2 0 0,-6 1 0,13 2 0,-4-7 0,5 8 0,-1-3 0,1 4 0,4 0 0,2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2.7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1 153 24575,'23'-5'0,"14"-4"0,15-1 0,9 3 0,4-11 0,-7 15 0,-2-10 0,-16 7 0,-5-4 0,-13 4 0,-3 2 0,-9 4 0,5-5 0,5 0 0,6-6 0,18 1 0,4 5 0,27-5 0,-6 9 0,2-8 0,-20 8 0,-25-3 0,-13 4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3.2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24575,'10'5'0,"5"9"0,-4 13 0,9 9 0,-5 10 0,1 6 0,-1 10 0,-9 1 0,-2 8 0,-4-13 0,0 3 0,-4-9 0,2-10 0,-7-2 0,4-14 0,-1-5 0,-3-6 0,8-5 0,-4-4 0,5-2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3.7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108 0 24575,'0'11'0,"-4"4"0,-7 5 0,0 2 0,-4 3 0,0-4 0,4 4 0,-9-3 0,13 3 0,-7-13 0,18-3 0,1 0 0,16 2 0,14 5 0,7-1 0,4-9 0,-1-1 0,-4-5 0,-14-5 0,-3 4 0,-18-4 0,-2 5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4.5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279 0 24575,'-10'5'0,"0"5"0,-10 11 0,3 5 0,-13 14 0,4 7 0,-5 10 0,0 10 0,5 0 0,0 1 0,6 8 0,4-8 0,5 5 0,7-7 0,8-9 0,7-10 0,0-11 0,4-16 0,-5-9 0,0-2 0,5-8 0,-4 4 0,13-5 0,-7 0 0,12 0 0,-7 0 0,7-5 0,-3-1 0,0-8 0,4-2 0,-13-4 0,2-1 0,-9 1 0,-4-5 0,-2-1 0,-4 0 0,0 1 0,-4 5 0,-2 4 0,-4 1 0,-1 5 0,1 4 0,0 2 0,4 4 0,1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5.3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24575,'0'0'0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6.0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 0 24575,'-6'5'0,"2"1"0,4 4 0,4 5 0,2 6 0,4 5 0,5 5 0,5 4 0,11 2 0,0-5 0,9 7 0,-8-11 0,-2 3 0,-5-6 0,-9-9 0,-2 3 0,-3-12 0,-1 12 0,-4-13 0,3 9 0,-8 0 0,3 10 0,-8-2 0,-2 16 0,-9-16 0,8 2 0,-7-10 0,9-4 0,-6-6 0,-4 0 0,4-5 0,-4 0 0,0 0 0,-1-5 0,-4 0 0,-6-10 0,0-10 0,9 12 0,3-5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6.4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0 163 24575,'0'-10'0,"5"4"0,9-3 0,17-1 0,33-6 0,20-4-616,-27 12 0,3 0 616,-5-2 0,-1 1 0,3 4 0,-3-1 220,24-14-220,-13 9 0,-34 1 0,-11 5 0,-16 5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7.0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24575,'10'0'0,"4"0"0,7 0 0,5 0 0,0 9 0,-1-2 0,-5 13 0,-4-4 0,3 4 0,-7 10 0,2 2 0,-8 10 0,3 8 0,-8-2 0,4 8 0,-5 0 0,0-3 0,-10-1 0,8-2 0,-12-17 0,9 6 0,-1-22 0,1-2 0,5-10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7.3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31 8191,'60'-9'0,"-24"7"1265,32-12 1,-47 13 0,-12-3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8.6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52 72 24575,'-16'0'0,"1"0"0,0 0 0,13 0 0,-1 0 0,22 0 0,11-5 0,12 4 0,0-8 0,2 3 0,-17 0 0,7-3 0,-3 8 0,1-8 0,7 4 0,-7-1 0,-2-3 0,-9 8 0,-11-4 0,-6 5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9.3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1 454 24575,'0'-10'0,"9"-5"0,11 0 0,39-10 0,20-1 0,-17 10 0,6 1-2684,11-1 1,4 0 2683,-15 3 0,3 0 0,5 0 0,2 1 0,6 1 0,2 0 0,-5-1 0,9-3 0,-4-1 0,5 1 0,-4 2 0,5 0 0,-2 1 0,-8 0 0,15-5 0,-7 0 0,8-1 0,-6 0 0,-33 9 0,-7-1 298,25-9 0,-38 13 1,-25 2-1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29.8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24575,'0'15'0,"0"1"0,0 9 0,0 2 0,0-1 0,0 4 0,0-9 0,0 0 0,0-6 0,0-5 0,0-4 0,0-1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0.4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0 169 24575,'10'-4'0,"-4"-2"0,3-4 0,1-14 0,6 1 0,4-12 0,1 9 0,-5 6 0,-2 5 0,-3 10 0,-6 5 0,9 5 0,-3 10 0,10 1 0,-1 10 0,0-5 0,1 14 0,-1-3 0,-4 4 0,-1 0 0,-5-5 0,-5-5 0,4-1 0,-7-9 0,7-5 0,-4-7 0,10-13 0,5-2 0,-7 0 0,0 2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0.7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24575,'10'0'0,"-4"5"0,7 5 0,-1 11 0,8 10 0,0 10 0,1 6 0,-1 0 0,0-1 0,-4-5 0,-1-4 0,-9-6 0,-2-6 0,-4-5 0,0-3 0,0-3 0,0 1 0,0-3 0,-4 7 0,2-7 0,-2-2 0,4-5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1.6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1 230 8191,'52'-14'0,"12"11"2418,-14-6 0,2 0-2418,42 3 0,-33 3 0,0 0 991,-10 1 0,0 0-991,12 2 0,0 0 1860,26-9-1860,-23 2 6327,-32-3-6327,-24 1 241,-6 3-241,-8-4 0,-2 4 0,0-3 1138,-3 4-1138,3-1 0,-4 1 0,0 5 0,-5 0 0,-1 0 0,-5 5 0,-9 14 0,3 18 0,-9 11 0,10 13 0,1-8 0,13-2 0,12-5 0,7-19 0,8-7 0,-5-16 0,5-4 0,5 0 0,6-9 0,5-2 0,4-14 0,1-1 0,0 0 0,-10 6 0,-7 10 0,-13 1 0,3 3 0,-3-9 0,4-5 0,-4-6 0,7-14 0,-11 3 0,12-4 0,-13 6 0,4 9 0,-1 1 0,-3 9 0,4 2 0,-5 3 0,4 1 0,2 5 0,9 0 0,5 5 0,6 0 0,-9 0 0,-3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2.2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176 1 24575,'-10'9'0,"-14"16"0,6 4 0,-17 29 0,9-9 0,-1 18 0,7-14 0,10-8 0,5-18 0,5-8 0,0-8 0,4-6 0,11-9 0,7-12 0,13-10 0,5-5 0,-2 1 0,-3 4 0,-10 5 0,-9 7 0,-2 8 0,-3 6 0,3 10 0,2 11 0,0 5 0,3 5 0,-8-4 0,0-7 0,-2-9 0,-8-7 0,3-4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2.6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114 0 24575,'-15'9'0,"-1"7"0,-5 15 0,5 1 0,1 13 0,1 6 0,7 8 0,-3-2 0,15-6 0,1-15 0,8-5 0,2-10 0,5-6 0,17 0 0,10 1 0,18-5 0,10 3 0,-3-13 0,2 4 0,-8-5 0,-6-5 0,-19 4 0,-17-8 0,-16 3 0,-4 1 0,-4-4 0,3 3 0,-4 0 0,0 2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3.2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155 1 24575,'-16'0'0,"-4"0"0,9 0 0,-8 4 0,7 2 0,-7 14 0,3 11 0,-5 16 0,9 1 0,3 7 0,9-13 0,9 8 0,3-16 0,4 0 0,3-13 0,-8-10 0,4-2 0,-1-9 0,2 0 0,9 0 0,1-9 0,5-2 0,-1-5 0,-4-3 0,-1 3 0,-9 0 0,-1 2 0,-5 3 0,0 6 0,-4-4 0,3 3 0,-3-4 0,8 0 0,2-5 0,-5 8 0,-2-2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3.4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24575,'5'9'0,"4"7"0,-7 15 0,7 1 0,-4 4 0,5-10 0,-4-1 0,3-9 0,-8-1 0,8-9 0,-8-2 0,4-4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4.1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0 182 8191,'0'48'0,"5"-3"5063,9-9-5063,8-9 2818,13-2-2818,15-10 0,8-9 0,17-1 0,-2-14 0,3-7 1719,-14-15-1719,-11-1 0,-16 2 6784,-15 10-6784,-10 0 0,-1 9 0,-3-4 0,0 5 0,7-5 0,-6 0 0,8-10 0,-1-6 0,-2-1 0,7-3 0,-8 14 0,-1 2 0,-5 18 0,-5 2 0,0 14 0,0-4 0,0 9 0,0-9 0,0 13 0,0-7 0,0 9 0,0-6 0,0-4 0,0-1 0,0-9 0,0-2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4.5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24575,'6'5'0,"-2"-4"0,-4 3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5.0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21 8191,'15'0'0,"5"0"5063,15 0-5063,7 0 0,9 0 0,4 0 2818,2-4-2818,4 2 1719,-18-7-1719,-9 8 0,-24-3 0,-5 4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5.4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81 8191,'51'-7'0,"1"-1"0,39-12 4522,-6 9-4522,-17-4 2882,-11 10-2882,-22-4 0,-20 8 0,-11-4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6.1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24575,'11'5'0,"3"14"0,2 13 0,0 24 0,8 7 0,-12 19 0,12-3 0,-8 8 0,0-10 0,-2-9 0,-3-3 0,-6-21 0,4 0 0,-8-17 0,8-7 0,-7-5 0,2-4 0,-4-1 0,5-4 0,0-2 0,5-4 0,-4 0 0,-1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6.8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92 24575,'10'0'0,"0"-4"0,0 3 0,1-4 0,-1 1 0,0 3 0,0-4 0,5 0 0,-4 4 0,17-8 0,-5 4 0,26-10 0,-15 4 0,5-4-1696,-18 9 0,-11 2 0,-6 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7.6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38 24575,'0'15'0,"0"6"0,0 10 0,0-4 0,0 12 0,9-16 0,-6 7 0,10-14 0,-7-1 0,4-9 0,0-2 0,0-4 0,5 0 0,5-9 0,2-2 0,7-14 0,-3-1 0,0-5 0,4-4 0,-9 4 0,4-4 0,-14 9 0,3 10 0,-13 2 0,-1 13 0,-6-4 0,-13 10 0,11-4 0,-6 4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9:38.1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73 45 8191,'-5'25'0,"-1"10"5063,-9 12-5063,-1 15 2818,0 6-2818,6 4 1719,5-9-1719,14-7 6784,-2-19-6784,8-12 0,0-15 0,-4-5 0,13-14 0,6-7 0,12-24 0,14-7 0,-4-10 0,-1 2 0,-6-1 0,-14 9 0,-1 2 0,-14 10 0,-2 4 0,-8 5 0,-1-3 0,-5 7 0,-5 6 0,4 3 0,-8 12 0,3-4 0,-4 5 0,4 0 0,1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35.1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24575,'0'0'0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17.3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384 0 8191,'0'3'0,"-7"19"5063,-11 21-5063,-17 26 0,-9 5 0,-5 6 2818,6-10-2818,5-8 1719,7-13-1719,8-7 6784,1-7-6784,2-4 0,0-8 0,2-5 0,9-9 0,2-2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19.9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24575,'0'0'0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26.4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1593 2040 24575,'8'0'0,"6"-3"0,2 2 0,10-9 0,4 5 0,12-9 0,7 2 0,19-7 0,9 7 0,14-6-281,-41 14 0,2 0 281,5-4 0,1 1 0,-6 3 0,1 0 0,4-3 0,-1 0 0,37-2 0,-12-2 0,-2 4 0,-24 2 0,-3 2 0,-10 0 0,-8 2 0,0-3 0,0 4 0,0 0 0,7 0 562,8 0-562,2 0 0,15 0 0,8 0 0,11 0 0,4 0 0,5 0 0,-6 0 0,7 0 0,-11-3 0,-5-1 0,-4-4 0,-9 4 0,5 1 0,-13-1 0,5 3 0,-12-2 0,-2 3 0,-5-3 0,2-2 0,0-2 0,10-1 0,-6 1 0,10-1 0,4-3 0,5 3 0,7-3 0,0 3 0,-7 1 0,-1-1 0,-11 0 0,-11 1 0,-8 3 0,-16 0 0,-3 1 0,-4-1 0,7-1 0,5-5 0,11 5 0,7-6 0,2 4 0,-2-4 0,0-1 0,1-3 0,3-4 0,1 3 0,2-9 0,-2 5 0,3-10 0,-3 10 0,-5-5 0,0 2 0,-13-1 0,11-5 0,-14 2 0,8-4 0,-7-2 0,1-5 0,2-1 0,-2-6 0,8-8 0,-11 8 0,10-15 0,-17 17 0,4-2 0,-13 3 0,-1 4 0,-3 4 0,-4 0 0,-1 0 0,-3 3 0,-3 1 0,-1 0 0,-4 7 0,0-3 0,-3-1 0,-1 0 0,-3 0 0,0-2 0,-4 5 0,3-2 0,-7 3 0,7 1 0,-9 2 0,4-2 0,-9 3 0,6 0 0,-9-3 0,5 6 0,-13-3 0,2 4 0,-4 0 0,-6-4 0,2 3 0,-6-6 0,-1 6 0,-3 1 0,2 1 0,-2 5 0,0-5 0,2 9 0,-5-9 0,2 9 0,-7-6 0,-4 0 0,-1 3 0,-2-3 0,-2 3 0,-3 1 0,5-1 0,-15-1 0,19 5 0,-13-5 0,16 8 0,-4-5 0,4 5 0,-1-3 0,-2 4 0,2 0 0,-3 0 0,-7 0 0,-1 0 0,-15 0 0,2 0 0,-3 0-558,5 0 558,0 0 0,7 0 0,4 0 0,6 0 0,9 4 0,0-3 0,-5 2 0,7-3 0,-14 0 0,-3 0 0,-1 4 0,-9-4 0,3 4 0,5-4 0,0 0 0,17 0 0,-2 3 0,9-2 558,-5 3-558,5-4 0,-5 0 0,-2 0 0,0 3 0,1-2 0,-3 2 0,8-3 0,-8 0 0,6 0 0,0 0 0,-6 4 0,9-4 0,-6 4 0,7-4 0,4 0 0,4 0 0,7 0 0,5 3 0,7-2 0,0 6 0,1-6 0,-1 2 0,-8 1 0,0 0 0,-10 0 0,-5 6 0,-11-4 0,2 8 0,-5-5 0,6 2 0,3 0 0,6-3 0,10 3 0,12-3 0,5-4 0,7 3 0,-1 1 0,1 0 0,-4 7 0,-1-3 0,-6 3 0,-5 8 0,-4-3 0,-3 6 0,3 1 0,1-3 0,3 6 0,4-3 0,0 4 0,4-1 0,0 1 0,0 3 0,3 1 0,-2 7 0,6-6 0,1 5 0,0-6 0,7 0 0,-4 6 0,5-2 0,-1 4 0,4 2 0,0-6 0,4 3 0,0-7 0,0-1 0,4-3 0,-3-4 0,5 0 0,-1-4 0,2 0 0,1 3 0,-1 2 0,4 6 0,1 1 0,0 0 0,-1 3 0,0-7 0,-3 3 0,3-6 0,0-2 0,-2-3 0,2 0 0,-4 0 0,1 0 0,-1 0 0,1 0 0,3 4 0,-3-3 0,10 6 0,-5-3 0,5 4 0,-3-1 0,1-2 0,-1-2 0,0-3 0,-3-3 0,2-1 0,-2-4 0,3 0 0,0 1 0,0-1 0,1 1 0,2-1 0,5 4 0,4 0 0,3 1 0,7 2 0,2-2 0,7-1 0,6 4 0,-5-11 0,5 3 0,-6-7 0,-4-1 0,-4 1 0,-8-4 0,-7 3 0,-1-6 0,-3 6 0,4-6 0,7 2 0,1 0 0,0-2 0,-5 3 0,-7-4 0,-8 0 0,0 0 0,-3 0 0,0 0 0,3-4 0,0 0 0,8-7 0,4-1 0,4-6 0,6-5 0,-5 6 0,-8 3 0,-10 11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42.4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1 115 24575,'11'0'0,"14"0"0,32 0 0,8-7 0,23 2 0,-9-10 0,1 0 0,-10 3 0,-10-6 0,-19 9 0,-7-2 0,-7 4 0,2 3 0,-5-3 0,6 6 0,-7-2 0,0 3 0,-4 0 0,-1 0 0,1 0 0,14 0 0,6 0 0,14 0 0,5 0 0,2 0 0,-6 0 0,-22 0 0,-12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08.9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9 24575,'0'-5'0,"0"2"0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30.3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347 46 8191,'0'-8'0,"0"1"5063,-7-1-5063,-1 0 2818,-11 1-2818,-4 3 1719,-1 0-1719,-6 4 6784,-1 10-6784,0 0 0,0 12 0,8-2 0,4 6 0,7-2 0,1 9 0,7-1 0,0 6 0,8 1 0,0-1 0,7 4 0,4 1 0,8 6 0,4-2 0,10 9 0,-8-15 0,10 11 0,-18-20 0,5 2 0,-8-7 0,-5-4 0,4-4 0,-12 0 0,2 0 0,-14 0 0,-1 5 0,-18-1 0,1 0 0,-9-7 0,0 2 0,3-10 0,3 0 0,3-5 0,12-3 0,-5-6 0,6-3 0,-3-6 0,-1 3 0,1-2 0,3 5 0,1-5 0,0 2 0,2-3 0,-2 0 0,7-4 0,4 7 0,1 1 0,2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31.0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24575,'12'14'0,"6"20"0,-6 6 0,7 24 0,-7-5 0,-1 6 0,-7 0 0,-1-6 0,1 5 0,-3-10 0,5 0 0,-5-8 0,6-4 0,-3-10 0,4-6 0,-4-10 0,-1-9 0,-3-3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31.4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24575,'6'0'0,"-4"0"0,12 0 0,-3 0 0,5 0 0,3 0 0,10 0 0,-4 0 0,4 0 0,-13 0 0,-1 0 0,-8 0 0,1 3 0,3-2 0,-6 2 0,2-3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31.8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24575,'12'4'0,"6"3"0,-6-3 0,13 4 0,6-1 0,8 1 0,16 0 0,-3-4 0,11-1 0,1 1 0,2-3 0,-5 2 0,-8-3 0,-26 0 0,-6 0 0,-16-3 0,-2 2 0,-3-2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33.6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24575,'35'3'0,"-4"2"0,66 2 0,-27-2 0,-2-3 0,5-1 0,-14-1 0,0 0-738,14 0 0,1 0 738,-12 0 0,-2 0 0,-5 0 0,-1 0 0,34 0 480,-18-3-480,-18-1 0,-29-1 0,-13 2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37.3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1 224 24575,'7'0'0,"1"0"0,0 0 0,-1 0 0,1 0 0,9 0 0,14-4 0,15 0 0,22-3 0,5-1 0,7-3 0,6-1 0,-4-4 0,-5 0 0,-8 3 0,-22 2 0,-14 3 0,-17 1 0,-6 2 0,1 2 0,8 0 0,8-2 0,7-2 0,-3 3 0,3-3 0,-7 3 0,-8-1 0,-5 2 0,-6 3 0,-1 0 0,1 0 0,3 0 0,4 0 0,1 0 0,6 0 0,-2-3 0,-4-2 0,-2 1 0,-7 1 0,1 3 0,-4-4 0,3 4 0,-3-7 0,7 3 0,-2-1 0,5-1 0,-9 1 0,5-2 0,-6 3 0,1 0 0,-2 4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40.3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24575,'8'0'0,"3"0"0,4 0 0,21 0 0,15 0 0,18 4 0,17 0 0,-1 7 0,4 4 0,-23 2 0,-20 1 0,-24 1 0,-14 4 0,-5 11 0,-10 2 0,-8 3 0,-6 2 0,-2-9 0,5 2 0,2-8 0,8-6 0,1-5 0,7 0 0,0-6 0,3 8 0,8 7 0,9 7 0,10 11 0,21 7 0,-2-1 0,18 5 0,-17-3 0,-4-10 0,-12 1 0,-12-11 0,-6 8 0,-9-5 0,-3 4 0,-11-3 0,-5-6 0,-8 6 0,-6-17 0,2 1 0,-6-14 0,-1-4 0,-7-8 0,-8-3 0,2-5 0,-1 1 0,13 0 0,2 3 0,11 5 0,3 0 0,5 3 0,4-4 0,2 1 0,2-4 0,3 2 0,0 2 0,0 3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41.0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58 24193,'23'-19'0,"10"4"190,9 4-190,22 3 0,17 4 0,-2 4 0,-9 8 64,-25 4-64,-19 3 32,-8 7-32,-6 5 96,-4 8-96,-8 14 0,-8-4 0,-8 14 0,-3-4 0,-14 13 0,0 2 0,-19 10 0,-3-3-901,-3 3 901,1-7 0,21-7 0,10-5 0,22-15 0,8 0 0,15-11 0,8-5 0,7-3 901,11-7-901,11-5 0,3-7 0,-1-5 0,-7-3 0,-15 0 0,-9 0 0,-13-3 0,-4-2 0,2-6 0,7-7 0,-6 8 0,-3-4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41.5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159 3 8191,'-26'34'0,"-14"33"4582,6 4-4582,15-24 0,2 1 0,-2 39 0,15 6 0,15-6 0,13-2 2876,14-24-2876,0-15 1777,10-15-1777,-8-15 6604,5-10-6604,-4-16 545,-2-6-545,2-21 0,-6-9 0,-8-8 0,-9-3 0,-14 1 0,-8-1 0,-11-4 0,-15-7 0,-6 6 0,-7 1 0,-9 6 0,8 12 0,-9 5 0,10 8 0,8 14 0,12 5 0,12 8 0,8 3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42.0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24575,'8'0'0,"0"3"0,2 8 0,2 19 0,7 14 0,-3 14 0,2 13 0,-2-4 0,-5 21 0,-3-6 0,-5 4 0,-3-2 0,0-11 0,0-8 0,-3-7 0,2-9 0,-6-13 0,6-10 0,-5-14 0,1-16 0,-2 3 0,-11-30 0,7 22 0,-3-16 0,10 22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42.4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24575,'0'7'0,"0"4"0,0-2 0,0 5 0,3-5 0,1 2 0,7 0 0,4-2 0,5 2 0,2-7 0,1 3 0,-3-6 0,2 2 0,-6-3 0,-5-3 0,-4 2 0,-7-2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42.7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9 24575,'0'-5'0,"0"2"0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43.50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24575,'8'4'0,"-1"3"0,4 16 0,-6 12 0,5 11 0,-6 8 0,1-3 0,-2-5 0,-3-1 0,3-9 0,-2-2 0,6-4 0,-6-3 0,2 0 0,-3 0 0,4-8 0,0 0 0,3-7 0,1 3 0,-4-7 0,3 3 0,-3-6 0,7 1 0,-6-5 0,2 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46.3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 1 24575,'18'0'0,"2"0"0,12 0 0,1 7 0,1-2 0,-11 2 0,-12 0 0,-4-2 0,-7 9 0,4 6 0,-11 14 0,-5 5 0,-11 14 0,-4-5 0,-4 11 0,0-11 0,4 8 0,0 5 0,11-12 0,5 10 0,14-16 0,9 0 0,8-8 0,16 5 0,3-15 0,11 9 0,13-11 0,-11-4 0,4-3 0,-18-9 0,-15-3 0,-2-8 0,5-7 0,16-5 0,-8 0 0,-5 5 0,-23 8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5:46.9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253 1 8191,'67'16'0,"-19"-2"5063,-30-6-5063,-11 0 2818,-20 10-2818,-7 2 1719,-27 11-1719,-17 3 0,-4-6 0,-1 6 6784,19-14-6784,23-1 0,13-8 0,21-3 0,8 6 0,15-1 0,9 9 0,7 1 0,-1 1 0,8 6 0,-10-3 0,5 7 0,-16-5 0,-3 7 0,-9-11 0,-5 8 0,-8-9 0,-7 6 0,-11-6 0,-5 6 0,-17-6 0,0 2 0,-9-6 0,0-1 0,0-7 0,-4-1 0,10-3 0,-4-4 0,18-1 0,-3-6 0,13-1 0,-3-4 0,3-3 0,0 3 0,5 0 0,3 5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6:31.6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85 1 24575,'-7'18'0,"-5"16"0,-3 24 0,-1 13 0,6-21 0,1 1-815,1 38 815,3-32 0,3-1 0,5 35 0,5-7 0,14 1 201,5-24-201,8 6 0,-1-27 0,-4-10 0,-3-15 0,-4-4 614,-5-7-614,-2-4 0,-5-4 0,0-3 0,-3-8 0,-1-1 0,1-3 0,0-3 0,-4 6 0,-1 1 0,-3 4 0,0 3 0,-3 1 0,2-1 0,-2 4 0,3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6:31.8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24575,'0'0'0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6:32.7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150 0 24575,'0'11'0,"-10"15"0,-3 13 0,-13 23 0,2 12 0,-3 4 0,4 17 0,7-18 0,5 9 0,11-14 0,8-5 0,10 4 0,9-8 0,14 1 0,-1-16 0,-2-10 0,-12-19 0,-11-12 0,-4-3 0,0-14 0,4 0 0,5-12 0,3 0 0,-1-5 0,-6-4 0,-5 1 0,-7-4 0,-8 0 0,0-1 0,-11 1 0,3 7 0,-11 1 0,7 10 0,-6 2 0,6 10 0,0 0 0,5 4 0,7 0 0,1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6:30.3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24575,'24'35'0,"8"27"0,-10-16 0,-1 6-949,-1 12 1,-2 2 948,-4-5 0,-2 0 0,-1 3 0,-2-1 0,-2-2 0,-2-4 132,8 29-132,-9-1 426,3-42-426,-6-5 0,2-19 0,-3-4 953,-7-14-953,2-2 96,-9-7 1,9 4-1,-2 1 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6:30.8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93 0 8191,'-4'11'0,"-3"15"5063,-1 18-5063,-4 21 2818,-3-2-2818,0-2 1719,3-5-1719,0-16 6784,8 1-6784,1-10 0,3-4 0,0 0 0,0-8 0,3-3 0,1-5 0,1-3 0,1-4 0,-1-1 0,16-6 0,3-1 0,14-7 0,3-1 0,-5-3 0,4-4 0,-5 3 0,6-6 0,-6 6 0,-1 1 0,-4-3 0,-10 12 0,-5-4 0,-8 10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6:49.5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30 24575,'11'-3'0,"4"2"0,1-2 0,16 3 0,0 0 0,20 0 0,-5-4 0,9 4 0,-10-7 0,0 6 0,-1-6 0,-13 6 0,-6-2 0,-12 3 0,-10 0 0,0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36.4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55 1 24575,'8'0'0,"3"10"0,4 13 0,1 20 0,2 18 0,-9 16 0,-2 4 0,-14 12 0,-2-8 0,-10-6 0,3-7 0,-3-15 0,4-10 0,3-9 0,1-15 0,3-4 0,4-7 0,1-1 0,-1-7 0,0-4 0,0-1 0,0-2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36.9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24575,'4'10'0,"-1"3"0,-3 17 0,0 1 0,0 4 0,-3-1 0,2-10 0,-2-2 0,3-10 0,0-1 0,3-6 0,-2 2 0,6-3 0,0 0 0,5 3 0,7-6 0,0 2 0,11-3 0,-3-3 0,4-1 0,-9-1 0,-6-1 0,-2 5 0,-6-6 0,3 6 0,-6-6 0,1 7 0,-1-4 0,2 4 0,-3 0 0,0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37.6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197 0 24575,'-8'0'0,"-3"0"0,-4 7 0,-5 8 0,-7 19 0,0 17 0,0 18 0,4 5 0,4-1 0,10 5 0,-1-10 0,9 11 0,5 1 0,6 6 0,14 4 0,-2-4 0,12-15 0,-9-17 0,7-16 0,-11-19 0,-3-8 0,-7-7 0,0-8 0,4-10 0,1-10 0,3-13 0,-7-6 0,-1-2 0,-7-1 0,-1 8 0,-6 4 0,-1 11 0,-4 1 0,0 13 0,1-5 0,-1 10 0,0 0 0,0 1 0,1 3 0,3 3 0,-3 1 0,2 4 0,1-4 0,1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38.9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1 266 24575,'7'0'0,"-3"-4"0,3 4 0,-3-10 0,11-6 0,1-7 0,13-18 0,2 8 0,7-7 0,7 6 0,-5 6 0,-2 6 0,-16 11 0,-7 7 0,-4 4 0,-3 7 0,13 5 0,-4 8 0,16 13 0,1-1 0,5 14 0,2-10 0,-9-2 0,-3-11 0,-13-8 0,-1-7 0,-8-5 0,1-6 0,3-5 0,4-4 0,4 1 0,1 0 0,-2 7 0,-6 0 0,-1 1 0,-3 2 0,-1-6 0,1 6 0,-1-2 0,1 3 0,-4 0 0,-1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41.5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62 0 24575,'0'12'0,"3"23"0,-2 39 0,2 5 0,-5-23 0,-3 0 0,-3 19 0,-1 11 0,-4-23 0,8 1 0,-3-17 0,1-5 0,6-11 0,-6-8 0,6-4 0,-2-4 0,6-3 0,-2-1 0,6-3 0,-6-4 0,2-1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42.1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69 24575,'22'-16'0,"-6"1"0,2 11 0,-3-3 0,8 3 0,11-3 0,11 2 0,13-1 0,17 5 0,-1-3 0,5 4 0,-7 0 0,-14 0 0,-13 0 0,-18 0 0,-13 0 0,-10 0 0,0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42.6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24575,'11'4'0,"1"3"0,6-3 0,5 7 0,14-2 0,6 2 0,10-7 0,-7 0 0,-8-4 0,-18 0 0,-10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43.0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1 319 8191,'18'-65'0,"-2"14"5063,3-11-5063,-4 17 0,-7 16 0,2-3 2818,-9 20-2818,3-3 0,-4 11 0,0 1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43.9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1 148 24575,'3'-4'0,"-2"4"0,9 14 0,-1 14 0,6 11 0,3 7 0,5 0 0,1-3 0,2-8 0,0-5 0,-2-14 0,-2-1 0,0-11 0,-6-4 0,-1-4 0,0-11 0,0-4 0,4-8 0,1-3 0,-2-1 0,-3-6 0,4-2 0,-3-6 0,2-4 0,-2 3 0,-1 3 0,-7 10 0,2 10 0,-9 11 0,3 5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44.9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 59 24575,'4'14'0,"-4"13"0,4 12 0,-4 15 0,-4 7 0,0-6 0,-4 8 0,1-18 0,-1-7 0,4-16 0,0-17 0,4-6 0,0-20 0,0-7 0,0-14 0,4-7 0,3-1 0,9 4 0,0 8 0,9 12 0,-2 11 0,8 4 0,-1 3 0,-3 7 0,-4-1 0,-5 15 0,4 0 0,-5 10 0,9 0 0,-14-7 0,3-4 0,-8-12 0,7-15 0,9-8 0,15-15 0,9-4 0,2 3 0,4-2 0,-17 17 0,-7 5 0,-18 16 0,-4 4 0,-3 13 0,7 2 0,1 8 0,3 9 0,-3-1 0,-1 3 0,-4-5 0,1-3 0,-4-11 0,0 2 0,-4-10 0,0 3 0,3-3 0,-2 3 0,2 5 0,4 3 0,-2 4 0,13 4 0,-2-3 0,10-1 0,-3-8 0,-6-7 0,-7-5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46.3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0 156 24575,'8'0'0,"3"7"0,1 8 0,3 16 0,0 12 0,0 7 0,-3 1 0,-1-5 0,-3-15 0,-1-9 0,-3-17 0,0-9 0,-4-18 0,0 1 0,0-16 0,0 3 0,0-8 0,0-7 0,6-1 0,0 7 0,11-1 0,-4 13 0,5 1 0,-6 10 0,-1 6 0,-7 6 0,0 1 0,-4 9 0,-7 10 0,2 12 0,-13 10 0,2 12 0,-7 1 0,3 10 0,1 4 0,4-2 0,3 2 0,1-4 0,7-13 0,-3-3 0,9-24 0,2-14 0,12-22 0,6-12 0,5-7 0,4 0 0,-4 0 0,-5 4 0,0-4 0,-9 7 0,5-3 0,-10 4 0,6 3 0,-5 1 0,-2 0 0,0 6 0,-6-2 0,2 3 0,-3 3 0,0 1 0,4 4 0,-3 0 0,2 3 0,0 3 0,8 13 0,5 15 0,4 16 0,2 4 0,2 31 0,-4-21 0,0 14 0,-6-28 0,-6-5 0,0-7 0,-1-4 0,-3-1 0,4-9 0,-4 5 0,-1-9 0,1 2 0,0-7 0,0 3 0,-4-6 0,-4-8 0,-1 4 0,2-7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46.9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27 24575,'11'7'0,"1"12"0,7 12 0,0 19 0,0 8 0,0 4 0,-7-11 0,-1-10 0,-4-21 0,-3-12 0,0-16 0,-4-11 0,0-12 0,3-7 0,1-4 0,7-10 0,5 8 0,3-4 0,10 14 0,-4 7 0,-2 8 0,-9 8 0,-10 10 0,6 2 0,2 17 0,7 9 0,1 6 0,2 11 0,-6-5 0,6 8 0,-6 2 0,2-5 0,-6 1 0,-1-14 0,-3-1 0,-4-13 0,-1 0 0,-3-8 0,4 6 0,-4-7 0,4 3 0,-4-3 0,3-4 0,1 3 0,7-6 0,-2 2 0,-2-3 0,-3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47.6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26 8191,'15'36'0,"12"43"5063,1-18-5063,-6-8 0,2 0 0,19 25 1409,-14-35 0,1-3-1409,15 16 0,7-7 1719,-25-26-1719,-5-12 6784,-11-11-6784,-3-4 0,3-14 0,4-9 0,4-15 0,4-8 0,-4-6 0,3-5 0,-6 0 0,0-4 0,-5 5 0,-4 9 0,-3 0 0,0 22 0,-4 4 0,3 17 0,8 8 0,-2 1 0,2 3 0,-7-4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48.1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92 12 24575,'-3'-4'0,"-8"-3"0,-5 6 0,-4 5 0,1 4 0,7 11 0,5 1 0,3 6 0,4 1 0,7 8 0,1 0 0,11 0 0,4 2 0,7 2 0,1-4 0,3 3 0,-10-11 0,-6 0 0,-7-11 0,-3 2 0,-1-6 0,1 0 0,-4 2 0,-1-5 0,-3 5 0,0-2 0,0 0 0,-3-4 0,-1-5 0,-4 1 0,0 0 0,1 0 0,-4 0 0,-1-4 0,-7-4 0,-1-3 0,-3-5 0,0-7 0,10 10 0,3-1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49.4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1 262 24575,'14'25'0,"-1"14"0,2 20 0,4 18 0,-6 9 0,4-5 0,-3-4 0,-9-13 0,5-20 0,-9-6 0,3-19 0,-4-15 0,0-5 0,0-13 0,-4-9 0,-3-5 0,-5-19 0,-4 3 0,1-12 0,-1-4 0,4 5 0,-2-1 0,9 7 0,-5 7 0,9 0 0,-3 4 0,4 11 0,0-2 0,0 13 0,0 1 0,0 4 0,0 3 0,0 1 0,4-1 0,0 0 0,7 1 0,-3-1 0,3 4 0,-3 1 0,3 3 0,7 13 0,9 1 0,15 30 0,7 0 0,2 17 0,5 1 0,-10-1 0,3-3 0,-7-8 0,-7-4 0,-3-15 0,-15-4 0,4-12 0,-16-11 0,2-8 0,-3-14 0,-4-3 0,7-8 0,-6-5 0,2-8 0,-3-4 0,-3-3 0,2 7 0,-6-6 0,3 8 0,0-1 0,-3-3 0,-1 4 0,3-5 0,-5 7 0,9 1 0,-6 9 0,6 2 0,-2 7 0,3 14 0,0 3 0,10 16 0,3 6 0,13 7 0,-6-6 0,-5-7 0,-8-10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50.0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220 1 24575,'-33'25'0,"-3"14"0,-10 15 0,10 5 0,-1 18 0,20-15 0,3 2 0,14-12 0,7-16 0,2-8 0,5-11 0,-5-12 0,5-2 0,1-10 0,5-4 0,6-9 0,4-9 0,5-3 0,3-5 0,-4-1 0,-4 0 0,-7 3 0,-11-5 0,-5 11 0,-7-4 0,-4 10 0,0 4 0,0 4 0,-3 7 0,3 5 0,-1 3 0,2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50.6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0 497 8191,'18'40'0,"2"5"5063,4 14-5063,4 0 2818,-11-18-2818,5-4 1719,-13-17-1719,-3-13 6784,-6-7-6784,0-15 0,-3-7 0,-5-13 0,-7-11 0,2-3 0,-8-8 0,11 0 0,-4-11 0,6 6 0,4-2 0,7 4 0,6 10 0,6 7 0,3 7 0,2 16 0,6-5 0,4 5 0,5 1 0,3 0 0,0 4 0,-7 3 0,-5 5 0,-11 3 0,-4 4 0,0 4 0,1 0 0,0 7 0,-5-6 0,-3 2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51.1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24575,'8'11'0,"9"1"0,7 7 0,14-3 0,14 3 0,6-7 0,14-1 0,-6-7 0,-12-3 0,-17-6 0,-19-6 0,-7 3 0,-7-6 0,3 5 0,-6 2 0,2 3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51.6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 27 24575,'0'27'0,"-4"7"0,3-2 0,-2 6 0,6-7 0,2-4 0,2-7 0,4-2 0,-2-13 0,2 2 0,-4-7 0,4-7 0,4-5 0,5-14 0,-1-2 0,3-9 0,-6 6 0,2-3 0,-2 4 0,-8 6 0,2 6 0,-9 7 0,2 6 0,-3 2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52.4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1 179 24575,'11'11'0,"-3"4"0,7 8 0,-7 5 0,3-1 0,-3-4 0,-4-8 0,-1-4 0,-3-10 0,0-5 0,4-11 0,3-8 0,5 3 0,3-2 0,4 10 0,-7 5 0,6 3 0,-6 4 0,3 7 0,0 5 0,7 11 0,2 4 0,3 4 0,-5-7 0,-6-9 0,-5-11 0,6-22 0,7-10 0,14-17 0,7-5 0,5-3 0,0 3 0,-5 5 0,-7 10 0,-14 12 0,0 9 0,-8 10 0,4 0 0,-5 4 0,-1 4 0,-5 4 0,8 7 0,-4 1 0,6 6 0,-8-2 0,4 3 0,-10-3 0,5 2 0,-9-6 0,2 10 0,-3-6 0,0 14 0,3-3 0,-2 4 0,6-1 0,-3-3 0,7-4 0,-2 0 0,5-8 0,-2 0 0,3-10 0,0-2 0,-3-7 0,-4 0 0,-5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53.2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254 1 24575,'-11'3'0,"-8"8"0,-5 9 0,-13 14 0,1 6 0,-6 6 0,7 3 0,8-5 0,11-2 0,10-12 0,6-10 0,3-9 0,4-11 0,12-7 0,5-5 0,6-7 0,0 0 0,-3-7 0,-1-1 0,-3 0 0,0-3 0,-4 3 0,0 0 0,-7 4 0,-1 8 0,-4 15 0,4 12 0,1 15 0,3 11 0,0-2 0,-3 2 0,-1-8 0,-3-6 0,-4-1 0,3-8 0,-6 0 0,5-3 0,-2 3 0,1-7 0,1 3 0,-5-3 0,6-4 0,-3 3 0,4-6 0,-1 2 0,4-6 0,-6 2 0,2-2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2:53.8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1 172 24575,'7'11'0,"1"1"0,3 18 0,1 5 0,6 11 0,2 1 0,2 6 0,-2-16 0,-5-4 0,-8-24 0,-3-10 0,-4-18 0,0-4 0,7-18 0,-2 2 0,12-14 0,-1 4 0,10-8 0,5 10 0,10-1 0,6 13 0,2 2 0,-7 9 0,-15 9 0,-6 15 0,-5 19 0,0 5 0,2 14 0,-3 0 0,1 5 0,-5-4 0,-3 2 0,-1-12 0,-6-3 0,2-4 0,0-2 0,-2-1 0,2 4 0,-3-7 0,0 3 0,0-4 0,0-3 0,0-1 0,0-3 0,0-4 0,0-1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0.6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296 98 24575,'0'7'0,"0"15"0,-4 2 0,-3 25 0,-9 9 0,-7 12 0,-1 7 0,7-26 0,-1 1 0,-10 38-780,10-36 0,0 0 780,-9 37 0,0-10 117,8-7-117,0-10 0,7-21 0,4-9 0,2-15 0,5-15 0,-3-4 0,4-15 1165,7-11-1165,-2-9 0,9-14 278,-5-11-278,5 1 0,-5-8 0,5-1 0,-2 6 0,3-2 0,-3 7 0,-1 7 0,0 2 0,-3 5 0,3 5 0,-3 5 0,-4 6 0,3 1 0,-3 6 0,0 2 0,6 2 0,-8 1 0,11 0 0,-8 0 0,10 3 0,-4-2 0,1 5 0,-1-2 0,-3 4 0,-1-4 0,1 2 0,3-5 0,-3 2 0,0 1 0,-1 3 0,-3 15 0,10 16 0,2 23 0,14 19 0,7 17 0,-16-36 0,1 1-332,9 5 1,0 1 331,-2-2 0,1 1-605,7 6 1,1 0 604,-4-7 0,0-1 0,-1-1 0,-1-2 0,17 21 0,-15-19 0,-15-26 0,-8-12 623,-7-11-623,3-4 1249,-3-4-1249,7-10 0,-3 1 0,7-12 0,-4 2 0,5-7 0,-1 0 0,0-11 0,0-5 0,4-7 0,-7-7 0,6-8 0,-13 9 0,9-10 0,-13 14 0,9-1 0,-5 0 0,-1 13 0,-1 2 0,-3 11 0,0 7 0,0 5 0,0 3 0,0 7 0,0 1 0,0 0 0,0-1 0,0 1 0,0-4 0,0 7 0,4 0 0,3 5 0,-2 3 0,2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1.6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392 8 8191,'-3'-4'0,"-1"0"5063,-4 4-5063,-3 4 2818,-1 0-2818,-4 7 1719,-2 1-1719,1 7 0,-8 4 6784,1 8-6784,-7 7 0,0 5 0,1 3 0,-1 3 0,0-2 0,1 10 0,6-6 0,-2 6 0,17-7 0,-2 3 0,15-9 0,3 1 0,8-10 0,5-1 0,3-10 0,3-5 0,-3-5 0,4-5 0,-5-1 0,4-2 0,-2-5 0,2 3 0,-3-4 0,0-7 0,-1-5 0,1-4 0,-3-6 0,2 3 0,0-7 0,2-1 0,-1 3 0,-8-1 0,-1 9 0,-5 1 0,2 0 0,-7 3 0,2-3 0,-1-3 0,2-5 0,-2-4 0,5-3 0,-9-7 0,9 1 0,-5-5 0,-1 10 0,3-2 0,-7 13 0,4-2 0,-4 6 0,0 5 0,0 0 0,0 0 0,-4-1 0,4 0 0,-7 1 0,6 4 0,-6-1 0,6 0 0,-6 1 0,3-1 0,-7-3 0,-1 3 0,-7-6 0,0 2 0,-4-3 0,-4 3 0,7 1 0,1 7 0,8 0 0,3 4 0,4 4 0,4-4 0,4 7 0,7-6 0,-6 3 0,2-4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2.0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8 24575,'4'-5'0,"3"2"0,18 3 0,7 7 0,17-2 0,4 10 0,-5-7 0,-4 7 0,-13-7 0,-9 3 0,-3-3 0,-11 0 0,-1-4 0,-7-1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2.3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24575,'18'8'0,"5"3"0,25-2 0,7 5 0,17-5 0,4 5 0,-3-5 0,-8-2 0,-20-3 0,-18-4 0,-16 0 0,-8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3.5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24575,'21'0'0,"26"0"0,19 0 0,20 7 0,1 2 0,-14 3 0,-5 2 0,-29-9 0,-13 6 0,-20-7 0,-6 10 0,-3 3 0,-5 6 0,-4 3 0,-3 5 0,-4 4 0,0 3 0,-8 4 0,3-3 0,-6 10 0,3-5 0,0 2 0,4-8 0,11-11 0,5-8 0,10-11 0,12-1 0,15-3 0,13 4 0,3-1 0,-1-2 0,-17-2 0,-6-3 0,-11 0 0,-4 0 0,1 0 0,3-7 0,4 6 0,4-10 0,8 4 0,-14 2 0,1-2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4.0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24575,'0'8'0,"0"6"0,4 13 0,-4 9 0,7 23 0,-3 1 0,4 16 0,0 15 0,-4-5-652,-1-32 1,1 0 651,0 41 0,0 0-643,4 2 643,-3-22 0,4-5 0,-5-24 0,0-19 0,-1-9 1260,-2-17-1260,-1-19 0,-5-4 0,-2-18 171,-4 5 1,6 14-1,-2 4 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4.6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140 1 24575,'-11'3'0,"-1"5"0,-7 4 0,3 10 0,-3-5 0,4 12 0,-1-5 0,1 0 0,3-2 0,8-10 0,18-4 0,14-1 0,31-6 0,-6-1 0,17-5 0,-20-2 0,-8-1 0,-15 4 0,-16 1 0,-8 3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6.2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162 108 24575,'-7'0'0,"2"4"0,-8 0 0,3 7 0,-9 1 0,4 7 0,-4 7 0,3 6 0,-3 6 0,4 1 0,3-1 0,4-3 0,5 3 0,3-7 0,7 7 0,1-3 0,11 0 0,-3-4 0,6-8 0,-10-8 0,3-7 0,-8-5 0,1-3 0,6 0 0,-1-3 0,5-2 0,-6-2 0,2-1 0,-9 1 0,6-1 0,-4 1 0,2-4 0,1-1 0,1-3 0,-2-1 0,5 1 0,-2-3 0,0 2 0,-1-6 0,-4 9 0,1-5 0,0 7 0,-4-1 0,3-2 0,-7 5 0,4-2 0,-4 0 0,3 3 0,1-7 0,1 7 0,-2-3 0,-3 3 0,0 1 0,0-1 0,0 1 0,0-1 0,0-3 0,0 3 0,0-7 0,0 4 0,0-1 0,-4-3 0,4 7 0,-4-3 0,4 3 0,-3 1 0,2-1 0,-2 1 0,-1-1 0,3 0 0,-6 4 0,7-6 0,-7 5 0,2-6 0,1 4 0,-3 2 0,3-1 0,-4 1 0,1-2 0,-8 3 0,-1-3 0,-10-1 0,-5 0 0,-4-7 0,0 4 0,11 2 0,6-1 0,17 9 0,-2-2 0,7 3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6.9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208 0 24575,'-11'8'0,"-4"3"0,-5 4 0,-6 15 0,2 6 0,-3 10 0,4 11 0,4 1 0,0 5 0,7 4 0,4-8 0,5 6 0,6-4 0,8-10 0,5-2 0,14-14 0,-3-8 0,10-5 0,-5-13 0,-9-2 0,-5-7 0,-14-4 0,3 0 0,-3-7 0,7-4 0,-6-1 0,5-6 0,-6 3 0,1-1 0,1 2 0,-5 6 0,3-2 0,-4 12 0,0-4 0,0 9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7.1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24575,'0'0'0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7.8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24575,'5'14'0,"-2"13"0,0 12 0,-2 18 0,6 9 0,-3 4 0,4 5 0,-1-5 0,-2-1 0,1-4 0,-5-10 0,3-2 0,-1-7 0,-2 0 0,2-3 0,0 2 0,-2-13 0,6-2 0,1-18 0,3-9 0,8-7 0,0-3 0,4-8 0,-10 9 0,-3-4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8.5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24575,'0'15'0,"3"8"0,2 8 0,2 11 0,1 4 0,-4 8 0,3 4 0,-6 7 0,5-3 0,-1 7 0,2 3 0,1-1 0,3 4 0,-3-2 0,6-14 0,-9-2 0,9-15 0,-12-14 0,4-13 0,-6-16 0,4-17 0,-3 8 0,2-4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09.0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31 24575,'21'0'0,"17"0"0,27-4 0,28 4 0,5-4-553,-47 3 0,-1-1 553,28-2 90,-22-4 1,-29 4-1,-13 0 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10.1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54 8191,'25'-10'0,"36"0"4759,-4-5-4759,31 4 2856,-34 7-2856,-5 1 1756,-18 3-1756,-13 0 6670,-10 7-6670,-2 5 343,-1 11-343,2 4 0,1 17 0,-1 1 0,-2 8 0,-2 0 0,-3-2 0,0-5 0,-7 10 0,-1-5 0,-15 7 0,0 6 0,-12-12 0,4 8 0,-3-17 0,10-1 0,2-18 0,13-16 0,2-13 0,7-14 0,4 0 0,3-4 0,12 0 0,4 1 0,14 2 0,2 2 0,7 6 0,3 1 0,4 7 0,7 0 0,9 8 0,-4 0 0,-7 7 0,-17-6 0,-18 2 0,-9-7 0,-3 0 0,4-10 0,-2 7 0,-2-7 0,-8 10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10.7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23 24575,'10'-4'0,"6"-3"0,18 3 0,12 0 0,14 0 0,9 8 0,-3 3 0,-3 5 0,-23 4 0,-7-1 0,-15 0 0,-6 8 0,3 1 0,-4 10 0,1 1 0,2 7 0,-2 0 0,-3 4 0,1-3 0,-9-1 0,5-4 0,-5-3 0,3-1 0,-4-6 0,0-5 0,0-4 0,0-7 0,0 2 0,0-5 0,0-2 0,0-3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11.0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39 8191,'48'-10'0,"-10"4"5063,39-5-5063,-27 4 2818,-8 6-2818,-16-2 0,-15 3 0,-7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11.2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24575,'0'0'0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11.9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12 8191,'49'-7'0,"0"2"5063,1 5-5063,-1 5 2818,-3 9-2818,-1 2 1719,7 7-1719,-8 4 6784,-2-3-6784,-16-1 0,-8-4 0,-6-1 0,-1 2 0,0 3 0,-6 4 0,5 3 0,-6 2 0,1 6 0,1 0 0,-5-2 0,2 8 0,1-11 0,-3 4 0,5-9 0,-5-2 0,6-6 0,-6-2 0,6 1 0,-3-6 0,0 2 0,6-11 0,-5-4 0,3-1 0,-5-2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12.3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0 137 24575,'0'-8'0,"4"1"0,0 2 0,3-1 0,1 1 0,10-5 0,9 1 0,22-5 0,9 5 0,13-5 0,-5 6 0,-5-3 0,-19 3 0,-16 4 0,-11 0 0,-5 4 0,9-6 0,-2 4 0,-2-5 0,-8 7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0.1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54 24575,'0'-8'0,"3"4"0,2 1 0,2 3 0,1-4 0,-1 3 0,1-2 0,0 0 0,-1 2 0,1-6 0,-1 6 0,1-2 0,0 0 0,-4-2 0,6 1 0,-5 1 0,6 3 0,-4 0 0,1 0 0,0 0 0,-1 0 0,1 0 0,-1 3 0,1 5 0,0 14 0,-4 13 0,3 26 0,-7 13 0,4 14 0,-8 1 0,0-5 0,0-4 0,0-14 0,4-9 0,0-19 0,0-11 0,0-12 0,0-4 0,4-3 0,0-4 0,4 7 0,-1-6 0,-3 9 0,3 2 0,-6-4 0,2 3 0,-3-14 0,0-2 0,0-3 0,0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0.5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1 167 24575,'11'0'0,"0"0"0,8-3 0,4 2 0,7-9 0,8 5 0,4-10 0,10 0 0,-8-1 0,4-2 0,-20 6 0,-6 1 0,-11 7 0,-3-3 0,-1 6 0,1-2 0,6 3 0,5-7 0,15 2 0,5-9 0,-7 5 0,-10 2 0,-15 3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4.4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24575,'8'0'0,"2"0"0,12 0 0,10 0 0,16 0 0,17 0 0,1 0 0,13 0 0,-17 0 0,-9 0 0,-19 0 0,-16 0 0,-10 3 0,2 2 0,-2 9 0,4 3 0,-1 6 0,-3 6 0,-1 0 0,4 5 0,-6-3 0,6 3 0,-11 1 0,4 13 0,-4 0 0,-4 16 0,0-6 0,0 7 0,-3 3 0,3-5 0,-1-1 0,2-6 0,3-16 0,0-2 0,0-19 0,0-4 0,0-11 0,0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4.8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0 153 24575,'8'-5'0,"-1"2"0,1 3 0,0 0 0,-1-3 0,1 2 0,3-6 0,0 0 0,5-2 0,-1-5 0,3 2 0,-2 0 0,10 1 0,7 0 0,17 3 0,12 0 0,9-2 0,-8 2 0,-17-4 0,-21 4 0,-18 5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5.6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335 35 24575,'-11'-16'0,"2"8"0,-2 1 0,0 4 0,-4 2 0,-12 1 0,-4 11 0,-11 12 0,-1 12 0,0 8 0,5 13 0,11-4 0,8 12 0,11-6 0,12-3 0,11-6 0,8-17 0,11-7 0,1-16 0,6-9 0,-2-12 0,5-21 0,-5-3 0,-1-13 0,-4 3 0,-7-2 0,-1-2 0,-10 7 0,2 2 0,-10 14 0,0 8 0,-5 11 0,-3 13 0,0 20 0,0 11 0,-3 21 0,-2 12 0,1 6 0,-3 16 0,3-5-531,0 11 531,4-12 0,4-12 0,0-22 0,3-18 0,-6-25 0,2-5 0,-3-14 531,7-1-531,5-6 0,-3 8 0,1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6.2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205 116 8191,'-3'-4'0,"2"-3"5063,-9 7-5063,1-4 2818,-13 8-2818,-2 10 1719,-7 7-1719,-3 23 0,6-3 0,1 12 6784,15-10-6784,9-1 0,11-7 0,7-5 0,7-3 0,9-8 0,13-3 0,4-12 0,1-8 0,3-18 0,-16-2 0,11-24 0,-15 4 0,5-12 0,-13 10 0,-2-2 0,-10 12 0,-5-1 0,-3 10 0,-8 4 0,0 1 0,-7 6 0,-4 1 0,-2 4 0,-8 4 0,4 2 0,-9 2 0,3 7 0,0 3 0,0 5 0,14-3 0,3-2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6.6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120 1 8191,'-19'26'0,"0"5"1996,0 11-1996,3 11 3034,-6 16-3034,9-1 0,2 3 2043,11-20-2043,4-12 5533,3-17-5533,4-14 3778,5-5-3778,6-10 0,15-11 0,6-7 0,7-12 0,-1-1 0,-10 3 0,-12-5 0,-6 8 0,-16-1 0,2 9 0,-7-1 0,-4 12 0,3-1 0,-5 10 0,1 0 0,-9 8 0,1 0 0,-2 7 0,0-3 0,10 0 0,-2-4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7.2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8 8191,'20'0'0,"1"0"5063,-9-3-5063,3 2 0,-6-2 0,-2 3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7.9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58 8 24575,'12'-4'0,"12"0"0,7 4 0,12 0 0,6 4 0,-3 3 0,-8 5 0,-7 0 0,-16-1 0,-8 1 0,-7 6 0,-7 13 0,-12 12 0,-9 10 0,-17 12 0,5 2 0,-9 8 0,10-5 0,-3-1 0,10-11 0,6-5 0,10-17 0,9-2 0,3-15 0,8-3 0,3-5 0,12 0 0,11-3 0,16 0 0,11-1 0,1-10 0,-1 2 0,-19-10 0,-15 3 0,-9 0 0,-10 5 0,3 0 0,11-1 0,6-11 0,17-1 0,-8-3 0,-7 7 0,-16 5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8.3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527 0 24575,'0'15'0,"-11"14"0,-5 11 0,-15 21 0,-7 9 0,13-23 0,-1 1-525,1-3 1,-1 1 524,-4 8 0,1 0 0,0-4 0,1-1 0,3-4 0,2-1 0,-26 40 257,11-15-257,6-15 0,9-12 0,9-19 0,9-15 0,2-16 792,3-14-792,0-13 0,0-17 0,3-10 0,-2 23 0,3 6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8.7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24575,'8'0'0,"-1"0"0,1 4 0,6 0 0,6 10 0,13 3 0,16 13 0,13 1 0,14 11 0,0-3 0,-3 0 0,-23-12 0,-17-12 0,-22-8 0,-7-7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9.0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0 115 24575,'7'-4'0,"8"-3"0,9 3 0,9-4 0,5-6 0,4 1 0,-3-2 0,-5 0 0,-11 7 0,-8-3 0,-1 4 0,-5 2 0,-2 2 0,-3 3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39.6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247 1 24575,'-15'6'0,"-4"6"0,-12 15 0,-4 11 0,-7 19 0,6 6 0,2 16 0,11 10 0,11-5 0,12 8 0,12-19 0,17-11 0,7-12 0,16-20 0,-1-11 0,9-14 0,-6-13 0,-1-18 0,-11-10 0,-12-19 0,-8-3 0,-13-11 0,-6-10 0,-14 7 0,-5-4 0,-4 15 0,-2 8 0,5 8 0,-5 10 0,6 9 0,-3 7 0,0 4 0,0 3 0,-4 1 0,-4 7 0,3 1 0,-2 10 0,3 5 0,10-3 0,3 1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40.5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520 54 8191,'-4'-8'0,"-3"-3"5063,-5 3-5063,-7-3 2818,-1 3-2818,-6 4 1719,-5 1-1719,-4 10 6784,-7 11-6784,-4 11 0,-4 16 0,-4 9 0,0 11 0,11 5 0,2 9 0,21-8 0,5-2 0,15-2 0,11-15 0,8 4 0,15-13 0,12-4 0,1-12 0,8-12 0,-12-8 0,2-14 0,-4-11 0,5-17 0,-3-8 0,8-35 0,-15 6 0,-6-21 0,-15 6 0,-12 13 0,-13-5 0,-6 14 0,-8 8 0,-3 18 0,8 10 0,3 18 0,5 3 0,3 5 0,1 3 0,-1 3 0,0-2 0,1 6 0,2-6 0,2 2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51.7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24575,'0'0'0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53.8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813 1 24575,'-11'0'0,"-1"0"0,-10 3 0,-2 2 0,-13 2 0,-3 4 0,-13 1 0,2 7 0,-16 1 0,-6 10 0,-9-2 0,35-11 0,0 0 0,-36 14 0,10-4 0,24-1 0,22-9 0,16-3 0,8-6 0,9 3 0,3 4 0,16 8 0,-4 1 0,15 6 0,-1 1 0,0 1 0,9 5 0,-2-2 0,11 7 0,1-3 0,3 3 0,-17-14 0,-4 5 0,-13-13 0,-1 7 0,1-1 0,-4-2 0,0 6 0,-7-3 0,-1 4 0,-7 0 0,-1-4 0,-6-1 0,-8-3 0,-5-3 0,-7 6 0,-1-9 0,1 5 0,0-10 0,4-1 0,3-7 0,5 0 0,0-4 0,3 0 0,-7-4 0,7 0 0,-4-3 0,5-1 0,-1 0 0,0 1 0,1-1 0,2 1 0,9-1 0,1 0 0,2 4 0,-3 1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54.6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24575,'3'18'0,"-2"13"0,2 19 0,-3 9 0,0 19 0,0-9 0,0 10 0,0 5 0,0-19 0,0 24 0,0-28 0,4 4 0,0-9 0,7-9 0,-3-1 0,3-11 0,-3-9 0,0-14 0,-4-5 0,-1-7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55.3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24575,'11'0'0,"1"0"0,6 0 0,5 0 0,14 0 0,6 0 0,7 0 0,-1 0 0,-10 3 0,-9-2 0,-11 6 0,-12-6 0,-3 2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55.6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8191,'8'4'0,"-1"0"5063,8-1-5063,1-2 2818,13 6-2818,-1-6 1719,9 6-1719,4-3 0,9 4 0,7-1 0,11 4 6784,-9-6-6784,-13 6 0,-20-10 0,-20 2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01.4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361 1 24575,'-10'14'0,"-3"6"0,-17 14 0,6 2 0,-6 13 0,10 4 0,0 21 0,11 1 0,0 13 0,9-10 0,4 2 0,10 0 0,3-9 0,9-10 0,0-16 0,1-17 0,-3-10 0,4-6 0,-4-8 0,10-7 0,-3-9 0,3-11 0,-11-7 0,-1-5 0,-10-3 0,-4 0 0,-5-3 0,-3 5 0,-7 3 0,-5 7 0,-4 10 0,-13 1 0,-9 11 0,-14 1 0,-19 13 0,-10 6 0,2 8 0,3 3 0,26-1 0,22-6 0,15 3 0,19-1 0,6-5 0,11 5 0,-3-10 0,-5-4 0,-8-5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01.8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16 24575,'8'0'0,"3"0"0,-3-4 0,3 0 0,-7 0 0,0 1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02.53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 1 24575,'0'11'0,"0"14"0,0 11 0,0 21 0,0 6 0,-4 20 0,3-6 0,-2 14 0,3-10 0,0-4 0,0-8 0,3-12 0,2-17 0,-1-7 0,3-20 0,-3-6 0,3-15 0,1 0 0,-4 0 0,-1 5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04.1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46 24575,'4'-4'0,"0"-3"0,3 6 0,8-6 0,7 3 0,16-3 0,19 2 0,5-1 0,13 5 0,-2-2 0,3 3 0,-14 0 0,-6 0 0,-29 0 0,-5 0 0,-15 3 0,-3 1 0,3 11 0,-3 4 0,4 12 0,-4 11 0,-1 8 0,-3 12 0,-6 10 0,-6 6 0,-8 6 0,-10 3 0,-1-1 0,-8-6 0,1-11 0,3-5 0,11-23 0,3-1 0,15-20 0,3-8 0,11-5 0,14-7 0,9 0 0,21 0 0,6 0 0,14-4 0,-6 0 0,1-7 0,-16-1 0,-7 1 0,-13 0 0,-12 6 0,-1-1 0,-6-2 0,3 0 0,-7 0 0,-1 5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04.7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1 122 24575,'14'-15'0,"6"3"0,13-6 0,16 6 0,13-3 0,7 0 0,9 4 0,-11-1 0,-6 4 0,-24 5 0,-15 3 0,-11 3 0,-6 1 0,1 14 0,2 3 0,0 16 0,3 3 0,-3 9 0,-1 15 0,-2-3 0,-2 14 0,-3-10 0,0 4 0,0-3 0,0-1 0,0-7 0,0-4 0,0-8 0,0-11 0,0-9 0,0-4 0,0-5 0,0-2 0,0 0 0,0-7 0,0 3 0,-3-7 0,-2 0 0,-2-4 0,2-3 0,2 2 0,3-3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05.1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69 24575,'27'-4'0,"16"0"0,9 1 0,19 2 0,9-2 0,-6-4 0,4-1 0,-30-4 0,-8 1 0,-28 3 0,-5 4 0,-7 1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05.6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24 24575,'4'-5'0,"0"-1"0,3 5 0,1-6 0,-4 6 0,-1-2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06.2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12 8191,'50'-7'0,"-5"3"5063,-8 4-5063,1 7 0,1 5 0,9 14 0,-5-1 0,9 12 2818,-2 5-2818,3 5 1719,-10 3-1719,-2 6 6784,-14-11-6784,-5 10 0,-3-8 0,-4 7 0,-3 0 0,-1-1 0,-4-6 0,1 5 0,0-5 0,-4 0 0,2 1 0,-1-12 0,-1-2 0,3-7 0,-6-11 0,2-5 0,-3-7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06.6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0 137 24575,'4'-4'0,"3"-3"0,19 3 0,19-4 0,21 0 0,31-3-718,-3 0 718,-42 3 0,-2 0 0,37-7 177,-24 0-177,-19 0 0,-22 7 0,-14-3 0,-5 11 0,-3-4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07.4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24575,'8'3'0,"-4"1"0,6 21 0,2 14 0,4 27 0,6 20 0,-10-29 0,0 3-382,0 1 1,0 0 381,2 3 0,-1 0 0,-1-1 0,-1 0 0,-1-7 0,-1 0 0,2 5 0,0 0 0,-3-6 0,0-2 0,11 44-135,-4-17 135,0-18 0,0-6 0,-3-20 0,-1-6 0,-7-25 0,0-10 189,-4-21 1,0 12-1,0-3 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08.0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55 92 8191,'-17'0'0,"3"0"5063,-5 0-5063,15 0 2818,5 0-2818,13 0 1719,15 3-1719,21-2 0,16 2 0,20-3 0,-3 0 0,4-6 6784,-16 1-6784,-15-10 0,-21 10 0,-10-5 0,-13 9 0,-1-5 0,-4 5 0,8-6 0,1 6 0,10-6 0,1 3 0,3-3 0,-3-1 0,-4 0 0,-11 4 0,-5 1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20.2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24575,'17'0'0,"-6"0"0,23 4 0,8 3 0,0-2 0,-1 6 0,-23-10 0,-7 9 0,-3 5 0,0-1 0,-5 14 0,-3-4 0,-3 11 0,-2 0 0,-6 3 0,-4 3 0,-5-1 0,-3 9 0,0 1 0,7-10 0,1 5 0,8-21 0,2-2 0,2-10 0,3-1 0,7-7 0,1 0 0,4-1 0,2-2 0,1 2 0,5-3 0,9 0 0,13 0 0,12 0 0,11 0 0,-1 0 0,-3-3 0,-11-1 0,-9-4 0,-14-3 0,-12 6 0,-8-2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20.8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319 1 24575,'7'0'0,"1"0"0,-4 7 0,0 1 0,-4 21 0,-11 4 0,-5 23 0,-21 6 0,-10 23-533,20-42 0,-1 0 533,1 1 0,1-2 0,-20 31 261,7-20-261,16-14 0,8-16 0,15-12 0,8-14 0,0-2 0,0-3 0,-5 5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21.3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24575,'11'4'0,"-6"0"0,19 17 0,-7-3 0,17 12 0,-7-14 0,-7-1 0,-6-11 0,-10 3 0,6-3 0,5 4 0,19 7 0,16 1 0,8 3 0,9 0 0,-8-3 0,-16-8 0,-18-1 0,-18-7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21.8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24575,'11'10'0,"1"7"0,6 10 0,5 14 0,-3-1 0,9 13 0,-9-3 0,3-3 0,-1 2 0,-6-13 0,-1 1 0,-1-13 0,-8-2 0,4-13 0,-10 1 0,7-9 0,-3 3 0,7-4 0,-6 0 0,2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56.5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8 24575,'36'-4'0,"14"0"0,34 8 0,5 7 0,5 2 0,-10 5 0,-22-6 0,-14 3 0,-22-7 0,-10 3 0,-9-3 0,0 7 0,-3 4 0,0 12 0,0 7 0,-11 8 0,2 1 0,-13 10 0,2-6 0,-11 6 0,0 0 0,0-6 0,0 2 0,7-10 0,5-8 0,7-12 0,5-5 0,6-10 0,2 3 0,9 1 0,2 0 0,13 3 0,6-3 0,21-1 0,3-3 0,9-4 0,-14-1 0,-9-3 0,-15-3 0,-7-1 0,-8-7 0,-1 2 0,-5-2 0,2 4 0,-4 3 0,1-7 0,-1 10 0,4-9 0,4 5 0,-2-2 0,-2 3 0,-8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57.0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47 1 24575,'0'11'0,"0"1"0,3 20 0,-2 18 0,2 21 0,-3 13 0,0 4 0,-3 7 0,-1-1-505,-4 4 505,0-9 0,0-15 0,4-10 0,-3-21 0,7-13 0,-4-11 0,4-15 0,-3-8 0,2-4 0,-3 0 0,4 5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57.6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180 1 24575,'-24'11'0,"-5"4"0,9 5 0,-7 7 0,4-4 0,4 4 0,0-4 0,10-7 0,-1-1 0,13-11 0,-3-1 0,25 4 0,10-2 0,29 10 0,16-10 0,6 2 0,0-7 0,-16 0 0,-24-4 0,-17 0 0,-22 0 0,-3 1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3:58.4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269 0 8191,'-11'0'0,"-1"0"5063,-3 4-5063,-4 3 2818,-4 12-2818,-8 5 1719,0 14-1719,-4 4 6784,5 9-6784,9-1 0,0 10 0,12-8 0,2 5 0,3 2 0,11-7 0,8 9 0,9-7 0,9-7 0,2-9 0,3-11 0,0-15 0,-4-6 0,4-12 0,-4-3 0,7-16 0,-2 0 0,-1-8 0,-8 6 0,-7-3 0,-4 7 0,-11-3 0,-1-4 0,-4 6 0,-2-13 0,3 6 0,-8-3 0,0 0 0,-7 0 0,-1 0 0,-4-1 0,1-5 0,-4 4 0,0-2 0,-1 8 0,5 4 0,0 6 0,7 8 0,0 2 0,1 10 0,3-4 0,-4 4 0,-6 4 0,4-4 0,-4 7 0,9-6 0,2 3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11.9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23 24575,'11'-7'0,"14"3"0,14-3 0,11 6 0,10-2 0,-3 3 0,-3 3 0,-5 1 0,-11 7 0,-7-2 0,-5 9 0,-4 2 0,1 7 0,0 10 0,0 9 0,-1 2 0,1 8 0,0-2 0,-4 4 0,0 4 0,-4-4 0,0-5 0,0 4 0,-3-6 0,3 2 0,-7-6 0,6-2 0,-5-13 0,2 2 0,-4-18 0,1-2 0,0-9 0,-1-2 0,1-3 0,-4 3 0,-1-2 0,-3 3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12.4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1 110 24575,'7'0'0,"1"0"0,6 0 0,5-3 0,22 2 0,13-6 0,15 3 0,4-7 0,-5-4 0,-14-1 0,-13-3 0,-15 4 0,-14 3 0,-5 8 0,-7 2 0,0 5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13.9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389 39 8191,'-8'-4'0,"-3"-3"5063,-1 3-5063,-4-4 2818,-6 4-2818,2-3 1719,-10 6-1719,3-2 0,-1 3 0,-2 3 6784,3 8-6784,-4 2 0,4 9 0,-3 5 0,6 4 0,1 8 0,8 3 0,7-3 0,8 6 0,14-2 0,7-4 0,9-5 0,7-7 0,-5-11 0,5-5 0,-10-8 0,-1-6 0,0-4 0,-2-9 0,2 0 0,-3-9 0,-4-2 0,3-4 0,-6-6 0,3 2 0,-7 1 0,-1 0 0,-4 4 0,-3-1 0,3 8 0,-6 1 0,2 7 0,-3 3 0,0 8 0,0 11 0,0 16 0,0 19 0,0 13 0,4 10 0,-3 13 0,5-1 0,-2 7 0,1-4 0,5-5 0,-2-6 0,4-4 0,2-14 0,-5-6 0,2-17 0,-7-17 0,3-8 0,-3-10 0,7-1 0,1-3 0,10-4 0,-12 6 0,3-2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15.1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178 31 24575,'0'-7'0,"0"-1"0,-4 4 0,3-3 0,-5 6 0,1-2 0,-2 3 0,-1 0 0,-3 0 0,-1 0 0,-3 7 0,-4 1 0,-1 11 0,0 1 0,-2 9 0,9 3 0,2 6 0,8 1 0,10-1 0,1 1 0,17-1 0,7-6 0,10-6 0,7-10 0,0-9 0,1-3 0,-4-15 0,-12 2 0,-4-16 0,-11-2 0,0-8 0,-11 1 0,-1-3 0,-7 9 0,0-5 0,0 9 0,0 2 0,-4 6 0,0 2 0,-7 9 0,-1-5 0,-7 6 0,0 0 0,-1 0 0,1 4 0,4 4 0,-1 0 0,1 7 0,-4 8 0,7 5 0,-3-4 0,11-5 0,0-12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15.6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131 65 24575,'-7'-4'0,"-1"0"0,-11 11 0,-4 9 0,-1 8 0,1 13 0,7 2 0,9 4 0,3-4 0,11-5 0,1-10 0,14-6 0,9-10 0,11-5 0,18-13 0,-1-6 0,1-14 0,-11-8 0,-14-1 0,-12-5 0,-9 5 0,-10 1 0,-4 4 0,-4 11 0,-4 4 0,1 11 0,2 2 0,-2 5 0,3-3 0,-7 4 0,-1 4 0,-3-3 0,3 2 0,4-3 0,5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4:15.9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9 24575,'4'-5'0,"0"2"0,0 3 0,-1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6:56.7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11880 325 24575,'-7'-3'0,"-1"2"0,-10-9 0,-6 5 0,-11-10 0,-10 7 0,-16-10 0,-6 6 0,-10-7 0,-13 4-266,41 5 1,-1 0 265,0 1 0,0 1 0,-6-2 0,1 0 0,-35-2 0,4-2 0,7 6 0,10-3 0,3 3 0,1 4 0,0-3 0,0 3 0,-4-4 0,-7 4 0,2-3 0,-6 3 0,-11 0 0,-7-4-569,45 7 1,-2 0 568,-4-1 0,-1 0 0,-7 1 0,0 2 0,2-3 0,-2 0 0,-15 2 0,-2-1 0,-2 0 0,-3-1 0,21-1 0,-1-1 0,-1 1-501,-2 2 0,-1 1 0,1-1 501,-27-6 0,2 1 0,2 5 0,1 1 0,11-3 0,2-1 0,-2 4 0,1 0-545,5-2 1,3 0 544,9 2 0,1 0 0,-12-1 0,0-1 0,17 1 0,-1 1 0,-17-2 0,1 1 0,18 0 0,3 2 0,-4-2 0,1 2 0,-1 0 0,0 1-166,4-2 1,1 1 165,-1 2 0,-1 1 0,-1-4 0,1 1 0,-43 5 0,44-5 0,-1-1 0,3 3 0,0 1 0,-10-2 0,0 0 0,6 1 0,0-1 93,-7-1 1,-1 1-94,-3 0 0,1-1 0,10 0 0,-1-1 0,-14 3 0,0 1 0,12-2 0,0 0 0,-12 4 0,-4-1 307,-4 0 0,-1 1-307,-2 2 0,-1 0-535,2-3 1,-2 1 534,-11 5 0,-1 0 0,16-5 0,-1-1 0,-11 4 0,-4 0 0,26-3 0,-1 1 0,2-1 0,-16 1 0,0 1 0,16-2 0,-2 0 0,2 0 0,-17 3 0,4-2 0,17-2 0,1-1-143,-2 1 1,2 1 142,-35 2 517,18-1-517,12-2 1184,2 1-1184,15-5 2389,-5 3-2389,-9-1 0,2-2 0,-16 6 0,-4-3 0,-4 4-52,38-5 1,-1 1 51,-1 2 0,0 0 0,1-4 0,0 1 0,-44 7 0,43-6 0,1 0 152,-36 1-152,37 2 0,0-1 0,-41 0 0,9 5 0,2-7 0,-7 8 0,21-7 0,-17 11 0,18-4 0,-1 0 0,1-1 0,7 0 0,-2-2 883,5 2-883,-9-3 122,9 3-122,-13-3 0,3 7 0,-8 0 0,-11 1-442,-11 10 442,1-5 0,42-8 0,2 0 0,-32 10 0,16-3 0,21-5 0,22-4 0,12 4 0,4 8 0,3 12 442,-4 11-442,4 4 0,1 1 0,3-5 0,0-5 0,0-12 0,0-7 0,0-11 0,0-3 0,0-1 0,0 1 0,3 0 0,1-1 0,0 4 0,0-5 0,-4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6:59.00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8 24575,'15'-3'0,"18"2"0,4-2 0,29 6 0,-21 1 0,3 7 0,-18 1 0,-11 10 0,3 9 0,-9 8 0,-2 11 0,-12 0 0,-10 8 0,-5 3 0,-7 5 0,0-1 0,7-3 0,-2 2 0,9-9 0,-2 2 0,7-4 0,11-6 0,5-1 0,21-1 0,9-2 0,26 0 0,-23-22 0,2-2-250,2-4 1,0-3 249,7 0 0,-1-3 0,33-2 0,-19-3 0,-28-4 0,-23-4 0,-14 0 0,-4-17 0,0 7 0,0-5 0,0 13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6:59.5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77 24575,'34'-11'0,"7"-1"0,19-7 0,13 7 0,21-3-271,-43 13 1,-1 0 270,43-1 0,-9 3 134,-33 3-134,-18-2 0,-19 6 0,-3 8 0,1 12 0,-4 19 407,3 19-407,-11 17 0,4 4-219,-2-33 1,-1 0 218,0 38 0,1-38 0,-1-1 0,-1 44 0,0-6 0,0-10 0,0-15 0,0-18 0,0-13 0,-3-19 0,2-8 0,-2-7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6:59.7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15 24575,'8'0'0,"6"0"0,9-3 0,18 2 0,6-2 0,6-1 0,-17 3 0,-11-2 0,-17 3 0,-5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00.3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24575,'0'0'0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00.9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72 24525,'57'-14'0,"-13"5"0,14 1 0,7 1-1575,-10 3 0,4 1 1575,29-2 0,5 1 0,-10-1 0,-2 2 0,-4-1 0,-5 2 903,27-2-903,-36 4 0,-41 4 0,-8 4 549,-13 14-549,6 9 11,-7 15-11,7 8 1650,-6 8-1650,2 15 0,-3 8 0,-6 9 0,-3 5 0,-3-10-905,-2 6 905,5-10 0,-2-4 0,3-9 0,4-11 0,1-10 0,3-9 0,0-15 0,0-5 248,-4-17 0,3 1 0,-2-9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01.3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23 24575,'7'0'0,"11"0"0,16 0 0,23 0 0,16 0 0,11 0 0,4-3 0,-23-2 0,-13 1 0,-30-3 0,-11 7 0,-7-4 0,0 4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04.3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16 24575,'8'0'0,"19"0"0,23 0 0,38 0-1044,10 0 1044,-47 0 0,0 0 0,32 0 342,-21-4-342,-21 3 173,-22-5-173,-9 5 0,-9-3 0,2 4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06.9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116 1 24575,'4'11'0,"3"21"0,-6 6 0,2 19 0,-6 7 0,-1-5 0,-7 9 0,-1 0 0,-4 2 0,-3 7 0,3 3 0,1-3 0,4-7 0,3-13 0,4-22 0,0-20 0,1-19 0,2-18 0,-2 7 0,3-2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07.3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100 0 24575,'-7'15'0,"-5"8"0,-7 12 0,-1 8 0,1-1 0,7 0 0,5-7 0,3-1 0,4-6 0,4-2 0,0-6 0,3-5 0,4 0 0,5-7 0,20 10 0,21-5 0,21 6 0,16-7 0,-2-5 0,-11-3 0,-24-4 0,-27-4 0,-20 0 0,-10 0 0,0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07.9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373 0 24575,'-31'4'0,"-3"7"0,-4 15 0,-5 13 0,-6 29 0,2 6 0,21-26 0,2 3 0,3 1 0,3 0 0,-9 42 0,12-4 0,18-21 0,9-14 0,11-7 0,4-16 0,3-2 0,-3-14 0,-1-1 0,-10-11 0,-5-4 0,-4-8 0,-6-7 0,2-1 0,-3-2 0,0 2 0,4 8 0,-3-2 0,2 6 0,-3-1 0,0 2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08.2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24575,'0'0'0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08.80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69 0 24575,'-7'11'0,"-4"11"0,-5 17 0,0 15 0,4 27 0,5-2 0,10-23 0,3 0 0,9 40 0,-1-40 0,4-3 0,21 29 0,10-21 0,-10-27 0,-8-19 0,-10-18 0,-10-23 0,8-17 0,-3-18 0,-1-4 0,-7 4 0,-5 5 0,-6 13 0,2 6 0,-9 14 0,5 8 0,-7 7 0,5 5 0,-1 3 0,-3 0 0,-4 3 0,-8 8 0,9-5 0,0 4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11.5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31 24575,'8'0'0,"3"0"0,4 0 0,18-3 0,20 2 0,20-2 0,21 3-571,-32-2 1,2 0 570,-3 2 0,-1-1 0,7-2 0,-1 0 0,-8 2 0,-2 1 0,41-7 0,-41 6 0,2 1 0,9-2 0,3 1-1250,11 3 0,6 1 1250,-13-1 0,3 0 0,4 0 0,13 0 0,4 0 0,0 0 0,-3 2 0,0-1 0,-1 0 0,-8-2 0,-1-1 0,-3 0 0,-10 2 0,-2 0 0,-5-1 0,9-2 0,-6-1-116,-8 0 0,-5 0 116,21-2 0,-55 0 0,-14 4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12.8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15 24575,'6'0'0,"13"0"0,30 4 0,10-3 0,3 2 0,-7-3 0,-19 0 0,-3 0 0,-17 0 0,-2 0 0,-10-3 0,3 2 0,-3-2 0,7 3 0,4 0 0,5-4 0,13 3 0,-1-2 0,9 0 0,-6 2 0,-12-3 0,-9 4 0,-10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13.5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24575,'8'7'0,"9"39"0,-3-5 0,8 37 0,-7-12 0,0-1 0,4 0 0,-7-7 0,3-8 0,-4-5 0,-3-13 0,3-2 0,-3-11 0,-4 0 0,6-7 0,-8-1 0,8-6 0,1-2 0,11-3 0,13-10 0,0 1 0,-11-3 0,-10 5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14.2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331 39 24575,'0'-8'0,"-3"1"0,-2 2 0,1-1 0,-3 1 0,3 1 0,-4 1 0,1 3 0,-1 0 0,-6 3 0,-13 8 0,-12 9 0,-15 14 0,3 5 0,5 4 0,15-5 0,16-3 0,8-8 0,17 3 0,6-6 0,18 9 0,18-8 0,14 5 0,14-14 0,3-5 0,-6-21 0,-5-7 0,-18-23 0,-13 0 0,-18-9 0,-12 0 0,-8 10 0,-10-2 0,-1 7 0,-8 10 0,1-1 0,0 13 0,-1 1 0,8 7 0,1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14.7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123 123 8191,'-26'18'0,"5"-4"5063,-5 12-5063,3 0 2818,11 2-2818,1 13 1719,7-5-1719,7 9 6784,5-5-6784,11 5 0,4-9 0,11-2 0,7-8 0,6-9 0,6-10 0,7-21 0,-6-20 0,3-20 0,-12-21 0,-13-3 0,-11 1 0,-13 10 0,-5 14 0,-9 14 0,0 6 0,-5 17 0,7 2 0,-3 9 0,6 2 0,-2 3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42.6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24575,'14'0'0,"16"3"0,9 1 0,25 7 0,-10-2 0,6 1 0,-3-1 0,5 0-708,5-1 1,5-1-1,-2 0 708,5 0 0,4 0-656,-7-4 1,8 0 0,3 0 0,-8 0 655,-6 1 0,-4-1 0,4 0 0,26-1 0,6 0 0,-8 0-705,3 3 0,-6-2 705,-5-2 0,-4-1 0,-11 2 0,-2 0-320,-8-2 1,-4 0 319,31 0 1170,-16 0-1170,-24 0 2956,-3 0-2956,-17-4 1753,-1 3-1753,0-2 914,4 3-914,2 0 0,8 0 0,2 0 0,8 0 0,13 0 0,6 0 0,11 0 0,-3 0 0,-5 0 0,-18 0 0,-13-3 0,-18 2 0,-12-2 0,-8 3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44.8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24575,'8'0'0,"3"0"0,7 0 0,6 0 0,0 4 0,11-3 0,0 2 0,12-3 0,12 4 0,-4-4 0,19 7 0,-8-6 0,6 3 0,-1-4 0,-9 0 0,2 0 0,3 0 0,-15 0 0,17 0 0,-17 0 0,11 0 0,-6 0 0,7 3 0,5-2 0,0 2 0,16 1 0,-13-4 0,9 7 0,-6-6 0,-5 6 0,2-6 0,-1 6 0,-5-3 0,2 4 0,-1-4 0,-5 3 0,2-6 0,7 2 0,-1 0 0,6-2 0,2 3 0,-8-4 0,2 0 0,-8 0 0,-7 0 0,4 0 0,-6 0 0,2 0 0,-10 0 0,4 0 0,6 0 0,2 3 0,36-2 0,-10 6-362,-29-5 1,2 0 361,-2 2 0,1 0 0,0 0 0,1-1 0,5 0 0,0-1 0,4 0 0,-1-1 0,-6-1 0,-1 0 0,7 0 0,-2 0 0,-12 0 0,0 0 0,0 0 0,-1 0 0,43-3 0,-42 2 0,1 1 0,6-2 0,1 1 0,5 0 0,2 2 0,9-1 0,-1 0-563,-8 0 1,0 0 562,6 0 0,0 0 0,-8 0 0,-2 0 0,0 0 0,-2 0 0,-5 0 0,-1 0-45,39 0 45,-17 0 0,-16-4 0,-17 3 680,-13-5-680,-12 5 290,-4-3 1,-11 4 0,-1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48.1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34 24575,'7'0'0,"7"0"0,9 0 0,29 0 0,29 3 0,-22-2 0,8-1-1185,2 1 1,6 1-1,0-1 1185,-5-1 0,0 0 0,3 0 0,20-2 0,3 1 0,-5-1 0,8 0 0,-6-1 0,-2-1 0,-6-1 168,-24 1 0,-4 0-168,35-3 0,-24 3 0,-30 0 0,-17 4 0,-10 0 0,18 0 0,21 4 0,30 0 0,-17 1 0,4 1 645,2 1 0,0 0-645,12 1 0,0-1 0,-9-1 0,-3-2 0,-14 2 0,-4-1 131,25-4 1,-42 2 0,-20-3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52.3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8193 427 24575,'-25'-11'0,"-7"-1"0,-5 4 0,-37-12-1196,26 9 1,-5 0 1195,-30-5 0,-6-2-919,-6-1 1,-1 1 918,28 7 0,-1 0 0,1 1 0,-29-6 0,2 1 0,27 7 0,0 1 0,1-1-1307,-25-8 1,-1 0 1306,15 8 0,-2 2 0,5 0 0,-2-5 0,2 0-419,-23 0 1,3 3 418,35 3 0,4 0 0,-9-4 0,2 1 234,11 3 0,2 1-234,-3-1 0,1-1 0,-28-1 0,18 3 0,-3 0 0,14 0 0,-1 0 0,-10 1 0,-1-1 0,-1 0 0,3 0 0,10 0 0,0-1 0,-13 3 0,0 0 0,13-1 0,1 1 0,-5 1 0,1 2 0,-35-1 0,-8 0 0,1 3 208,36 0 0,-2 0-208,-3 1 0,-3 0 0,-13 3 0,-4 0 0,-8-3 0,0 1 734,6 3 0,-1 1-734,-4-4 0,-3 0 0,28 1 0,-1 1 0,0-1 0,-26 0 0,-1-1 0,-4 1 0,1-1 0,12-1 0,5-1 33,15-3 1,2 0-34,0 2 0,2 0 0,5 0 0,0-1 0,-1 0 0,0-1 0,4 2 0,-1-1 34,-2-1 0,0 0-34,-40 4 0,2-3 0,4 2 0,12-3 0,0 4 0,10-4 1281,0 4-1281,0-4 2322,7 3-2322,1-2 1148,11 3-1148,-3-4 440,6 0-440,1 0 0,8 0 0,3 0 0,8 0 0,-6-4 0,1 3 0,-10-5 0,-4 1 0,-4-2 0,3-4 0,-5 2 0,12-5 0,-5 6 0,10-3 0,-3 3 0,10 0 0,1 4 0,9-2 0,-1 1 0,6 1 0,-2-3 0,8 7 0,-1-4 0,0 14 0,-3 13 0,-1 13 0,-3 10 0,0 4 0,-1-3 0,1-1 0,3-8 0,1-10 0,7-10 0,-3-10 0,6-8 0,-3-4 0,1-4 0,-5-6 0,0 1 0,0-2 0,1 8 0,3 7 0,-11 11 0,-11 8 0,-3 5 0,-12 3 0,9-8 0,2 0 0,13-7 0,7-1 0,17-6 0,5 1 0,7-1 0,4-1 0,-7-1 0,-2-3 0,-6 0 0,-1 0 0,8 0 0,8 0 0,1 0 0,2 0 0,-7 0 0,-4 0 0,-3 0 0,-1 0 0,-4 0 0,1 0 0,-4-3 0,3 2 0,-6-2 0,2 3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56.4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46 24575,'3'-7'0,"15"-8"0,-4 9 0,11-7 0,-13 12 0,-1-2 0,7 13 0,2 10 0,17 28 0,2 9 0,0 15 0,1 4 0,-12-12 0,-2 6 0,-11-22 0,-4 1 0,-7-11 0,0 1 0,-8-8 0,0-1 0,-7-7 0,-1-3 0,0-2 0,1-2 0,3-4 0,1-5 0,2 0 0,5-6 0,11 3 0,12-4 0,18 0 0,-4 0 0,0 0 0,-21-4 0,-6 3 0,-6-2 0,17 0 0,-3-2 0,11-2 0,-16 3 0,-3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56.9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76 24575,'4'-4'0,"3"-6"0,5 5 0,7-9 0,4 5 0,7-2 0,1 4 0,3-1 0,-4 4 0,-3 0 0,-7 4 0,-6 0 0,0 7 0,6 12 0,15 21 0,4 18 0,5 13-295,-19-27 0,-1 0 295,13 39 0,-14-35 0,-1 0 0,10 40 0,-2-3 0,-4-1-126,-10-14 126,-5-6 0,-8-13 0,-3-16 0,4-13 0,-17-24 146,3-11 1,-7-1-1,7 1 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57.2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30 24575,'6'-7'0,"6"-1"0,4 1 0,-1 2 0,-7 2 0,-5 3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57.5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24575,'8'0'0,"-4"0"0,-1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58.20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16 8191,'42'-7'0,"13"5"5063,8-4-5063,12 6 2818,-9 6-2818,-13 3 1719,-19 3-1719,-12 6 6784,-3 2-6784,-3 14 0,2 5 0,-6 7 0,2 7 0,-5-5 0,2 15 0,-4-4 0,-3 10 0,3 0 0,-3 0 0,1 8 0,-2-9 0,-3 5 0,0-15 0,3-5 0,-2-13 0,3-7 0,-1-17 0,-2-5 0,2-7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58.5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1 122 24575,'4'-3'0,"10"-2"0,2-2 0,17 3 0,6-3 0,10 3 0,1-4 0,-1 1 0,-10-1 0,-9 4 0,-12-3 0,-6 6 0,-4-6 0,-2 7 0,-1-4 0,9 1 0,5-5 0,12 0 0,3-3 0,-6 3 0,-9 4 0,-13 1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7:59.6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23 24575,'6'0'0,"0"0"0,26 0 0,0 0 0,24 0 0,-2 0 0,7-3 0,-11 2 0,-9-6 0,-7 6 0,0-2 0,0-1 0,7 4 0,-2-4 0,-1 4 0,-7 0 0,-9 0 0,-7 4 0,-4-3 0,-3 2 0,0-3 0,3 0 0,-6 0 0,1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02.7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 0 24575,'4'18'0,"3"16"0,2 17 0,2 22 0,-7 4 0,-1 12-377,-2-38 1,-2 2 376,-1 3 0,-1 1 0,1 1 0,-2-1 93,-2-4 0,-1-3-93,0 28 0,-3-25 0,9-18 0,-2-23 0,-4-13 141,-2-24 1,1 13 0,1-8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03.1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24575,'0'8'0,"4"10"0,-4 9 0,4 12 0,-1 11 0,-2-7 0,2 3 0,-3-4 0,0-10 0,0 1 0,4-13 0,3-1 0,2-4 0,15 0 0,7 1 0,26-8 0,9-1 0,13-7 0,1-10 0,0-3 0,-18-9 0,-17 2 0,-26 5 0,-9 8 0,-9 0 0,2 3 0,-3-1 0,0 2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03.7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188 0 24575,'-7'22'0,"-5"9"0,-7 8 0,-8 24 0,-4 15 0,3 12-611,12-33 0,1 0 611,-2 35 0,10-41 0,2 0 68,1 30-68,11-1 0,8-14 0,9-8 0,13-13 0,-2-14 912,3-11-912,-11-10 242,-5-16-242,-3-13 0,-3-16 0,-1-11 0,-1-7 0,-5 0 0,1 6 0,-5 6 0,1 11 0,-5 7 0,3 11 0,-4 5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03.9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24575,'0'0'0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04.7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 1 23959,'-7'34'0,"-1"-3"305,4 7-305,-3 4 103,6 5-103,4 21 0,16 7 0,12 11 0,-7-41 0,3-1 0,30 37 0,6-13 0,12-12 52,-16-24-52,-9-13 156,-21-13-156,-22-9 0,0-8 0,1-12 0,0-8 0,3-7 0,0 0 0,-3 4 0,0 0 0,-1 10 0,-10 2 0,2 11 0,-3 0 0,-10 3 0,-5 1 0,-20-1 0,-14 7 0,-9 5 0,-4 8 0,1 7 0,10 1 0,13-1 0,12 0 0,18-7 0,5-4 0,7-5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06.1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24575,'8'0'0,"-1"0"0,4 0 0,-2 0 0,5 0 0,1 0 0,8 0 0,4 0 0,13 0 0,3 0 0,4 0 0,-9 0 0,-16 0 0,-11 0 0,-7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06.6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24575,'0'18'0,"3"6"0,1 24 0,1 11 0,1 14 0,-1-3 0,-1-2 0,3-17 0,-7-9 0,4-15 0,-1-12 0,-2-7 0,2-5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07.2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189 8 24575,'-8'-4'0,"-6"1"0,-6 6 0,-7 8 0,-7 12 0,5 9 0,-1 10 0,14 11 0,5-8 0,11 10 0,11-15 0,5-5 0,7-9 0,6-7 0,-4-7 0,8-4 0,-10-12 0,3-8 0,-3-10 0,0-12 0,-4-5 0,0-6 0,-7-1 0,-5 7 0,-3 12 0,-4 13 0,0 11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07.70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116 84 24575,'8'0'0,"-1"0"0,-2-3 0,-2-5 0,0-4 0,-2-3 0,3-3 0,-4 5 0,-4 2 0,0 8 0,-4 3 0,1 3 0,-1-2 0,-3 9 0,-5 2 0,-10 11 0,5 5 0,-5-5 0,17-4 0,3-8 0,6-6 0,0-2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14.9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23 193 24575,'-3'12'0,"2"3"0,-6 1 0,3 6 0,0-5 0,0 5 0,4-6 0,0 6 0,0-2 0,0 3 0,0 7 0,0-5 0,4 1 0,0-4 0,3-6 0,-2 0 0,1-8 0,-1-5 0,2 0 0,7-2 0,-1 3 0,9-4 0,-3 0 0,4 0 0,0-4 0,0 0 0,-1 0 0,-2-3 0,-2 3 0,-6-4 0,-1 4 0,-7-3 0,0 3 0,-1-3 0,1-4 0,4 2 0,0-5 0,-1 2 0,1-7 0,-1 3 0,1-5 0,-4-2 0,-1-4 0,-3 3 0,0-1 0,-3 2 0,-1-1 0,0-2 0,-7 4 0,10-1 0,-13 0 0,9 4 0,-6 0 0,3 4 0,0 0 0,1 3 0,-1 4 0,4 2 0,-3 5 0,3-3 0,-4 1 0,-3-1 0,2-4 0,-5 1 0,5-1 0,-2 4 0,7 1 0,0 3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26.1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77 24575,'0'-8'0,"4"4"0,0-3 0,7 3 0,-3 0 0,3-3 0,0 3 0,1 0 0,10-3 0,1 3 0,14-4 0,2 1 0,14 2 0,15 2 0,15 3 0,11 0 0,5 0-326,-47 0 1,1 0 325,-3 0 0,1 0 0,8 1 0,1 1 0,6 0 0,1 1-1009,-1 0 0,3 1 1009,12 3 0,0-1 0,-17-2 0,-1 1-738,20 4 0,-2 0 738,-25-5 0,-1 1-26,7 1 1,-3 0 25,20-2 0,-15 0 534,-17-4-534,-7 0 1906,-17 0-1906,-8 0 1692,-4 0-1692,-3 0 64,-1 0-64,1 0 0,0 0 0,6-4 0,5 4 0,12-4 0,7 4 0,4 0 0,0 0 0,-1 0 0,-6 0 0,-8 0 0,-5 0 0,-11 0 0,7 0 0,-2-3 0,14 2 0,-2-6 0,12 6 0,-5-5 0,3 5 0,-7-2 0,-15 3 0,-6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38:34.1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23 24575,'11'0'0,"0"0"0,11 0 0,12 0 0,6 0 0,19 0 0,-5 0 0,11 0 0,-5 0 0,1 0 0,0 0 0,3 0 0,1 0 0,0 0 0,-5 0 0,3 0 0,-11 0 0,7 0 0,1 0 0,-1 0 0,12 0 0,4 0 0,-11 0 0,9 0 0,-22-3 0,-9 2 0,-16-2 0,-12 3 0,-6 0 0,6 0 0,9 0 0,8 0 0,10 0 0,-2 0 0,-1 0 0,-11 0 0,-8 0 0,-8 0 0,0-7 0,-6 5 0,1-5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18.39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24575,'15'47'0,"1"9"0,-4-1 0,1 7-1557,-2 7 0,1 3 1557,1-1 0,-1 4 0,-3 19 0,-1 0 0,0-25 0,-1-1 0,-1 13 0,-2 1 0,-1-13 0,0-5-235,1 25 235,-3-14 0,-2 0 0,1 9 0,1-20 0,-2-1 782,-3 18-782,3-29 0,-4-21 0,9-21 1540,2-11-1540,9-18 1027,5-3-1027,6-8 0,9-1 0,11 5 0,6 1 0,13 10 0,2 4 0,0 7 0,-11 9 0,-6 0 0,-9 15 0,0 15 0,4 18 0,1 19 0,-20-29 0,-1 1-332,-1 2 1,-1 2 331,-2 2 0,-2 3 0,0 0 0,-3 1 0,-4-4 0,-2 0 0,9 42-70,-13-6 70,-16-13 0,-7-10 0,-18-12 0,3-25 0,-4-6 660,10-19-660,1-7 73,-1-10-73,9 5 0,-30-25 0,7 6 0,-26-30 0,8 8 0,2-3 0,5 4 0,4 5 0,5-4 0,7 13 0,8-3 0,7 18 0,-4-10 0,11 14 0,-6-3 0,8 8 0,1 7 0,4-4 0,-3 0 0,17 4 0,3-8 0,6 12 0,-2-7 0,-10 9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19.20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24575,'0'15'0,"9"20"0,7 13 0,14 28 0,11 8-750,-17-36 0,3 1 750,2 1 0,3-1 0,0-4 0,3-1-64,2-2 0,2-3 64,38 18-2,-1-20 2,-4-13 0,-11-23 0,-15-11 1106,-2-11-1106,-7-19 521,8-2-521,1-13 0,-13 16 0,5 0 0,2-1 0,5-4 0,1 3 0,1 0 0,6-7 3,-3 7-3,-28 25 0,-9 27 0,-8 35 0,-4 18 0,12 14 0,3-1 0,10-19 0,5-8 0,-1-19 0,5-10 0,2-11 0,-6-5 0,26-19 0,-12-7 0,21-6 0,-11-12 0,1 7 0,-4-8 0,3-1 0,-4 5 0,0 1 0,-9 9 0,-3-4 0,-17 18 0,15-15 0,-22 14 0,18-7 0,-22 5 0,4 5 0,-1-9 0,7 2 0,0-8 0,9 0 0,-4 3 0,-9 7 0,-4 6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19.6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104 1 24575,'0'15'0,"-5"14"0,0 32 0,-10 14 0,9-20 0,0 3-637,-1-3 1,-1 0 636,3 7 0,0 1 0,0 3 0,0 1 0,-1-7 0,1 0 0,3 6 0,-1 0 0,-2-6 0,1-2 0,3-2 0,0-2-5,-1-2 1,0-2 4,2 37 0,0-14 0,0-11 0,0-21 0,0-11 0,0-19 0,0-2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0.01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51 24575,'30'0'0,"33"0"0,26 0 0,-12-2 0,5 0-2276,0 1 0,2 1 2276,15-2 0,0-1 0,-9 1 0,-3 0 165,-12-1 0,-4 0-165,-14-2 0,-7 0 966,5-1-966,-31-3 0,-19 8 0,-5-4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0.6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11 24575,'10'-4'0,"14"2"0,3-2 0,23 4 0,7 0 0,9 0 0,10 0 0,-8 0 0,-7 0 0,-25 0 0,-12 0 0,-18 0 0,-2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1.1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20 24575,'64'5'0,"9"-4"0,-20 1 0,3 1-755,0-3 0,1 0 755,11 0 0,-1 0 0,-9-1 0,0 2 0,6 1 0,-2 0 0,23-1 490,-10 4-490,-39-5 250,-12 0-250,-14 0 0,5-5 0,10 0 770,6-6-770,6 1 0,-16 5 0,-7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1.6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24575,'0'10'0,"0"32"0,4 13 0,-3 42-1446,3-40 0,1 4 1446,1 17 0,0 4-885,0 7 0,2 0 885,3 3 0,-1-3 0,-6-26 0,1-2-226,5 13 0,0 1 226,-4-1 0,0 0 0,2 11 0,2 0 0,0 0 0,-1-4-155,-6-20 1,1-5 154,14 33 0,-16-2 0,12-15 1191,-8-19-1191,-1-27 2028,0-18-2028,-5-36 1792,0-9-1792,0-38 0,0 19 0,0 6 0,0 32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2.7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21 245 24575,'-10'-6'0,"4"-3"0,1 3 0,14-8 0,-2 2 0,21-12 0,9 3 0,28-14 0,9 8 0,-27 9 0,1 2 0,40-6 0,4 2 0,-11 10 0,-19 5 0,2 5 0,-26 9 0,6-2 0,-27 8 0,10 9 0,-19-10 0,7 19 0,-10-6 0,-5 5 0,0 3 0,-10 1 0,-1-4 0,-14 8 0,-6-8 0,-6 3 0,-4-8 0,4-2 0,11-9 0,6-6 0,15 0 0,0-5 0,10 15 0,5-3 0,6 13 0,4 1 0,5 1 0,1 8 0,4 1 0,-4 2 0,-5 2 0,-2 1 0,-8 1 0,4 5 0,-9-1 0,-2-4 0,-13-6 0,-2-10 0,-5-10 0,-27 3 0,3-11 0,-26 2 0,27-11 0,-36-4 0,36 0 0,-31 0 0,29-4 0,6 3 0,13-9 0,2 9 0,10-3 0,4-1 0,2 0 0,8-6 0,2 6 0,18-9 0,-15 12 0,9-7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3.66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358 55 8191,'-16'-5'0,"1"0"5063,0 1-5063,4-2 2818,-4 0-2818,0 2 1719,-1 4-1719,-5 0 6784,1 0-6784,-1 4 0,1 7 0,-6 9 0,5 7 0,-5 8 0,6 2 0,4 4 0,1 5 0,9-4 0,2 0 0,4-7 0,4-4 0,2-5 0,8-5 0,2-1 0,5-9 0,4 4 0,5-5 0,11 1 0,5-6 0,14 0 0,-7-5 0,7-5 0,-9 0 0,-13-10 0,-5-1 0,-17-4 0,-1-1 0,-5-3 0,-4 2 0,-2-12 0,-4 11 0,0-15 0,0 11 0,-9-13-6784,-2 9 6784,-19-9-1226,-2 8 1226,4 11 0,-37-15 0,17 21 0,-38-15 0,14 16 0,27 8 0,-25 2 6177,47 4-6177,-25 0 0,37 0 0,2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4.9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24575,'5'15'0,"9"24"0,3 14 0,13 34 0,-9-2-859,-6-35 0,0 1 859,-4-2 0,-1 0 0,5 4 0,0-2 0,2 20 0,0 1 0,1 2 0,-4 5 0,1-5 0,0 2 0,-7-21 0,0-4 0,12 35 212,-4 5-212,3-24 366,-7-9-366,2-8 0,-4-23 0,-4-12 216,-6-25 1,-1 2-1,-4-5 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5.4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1 194 24575,'28'-5'0,"28"0"0,-9-4 0,5-1 0,9 1 0,3 1-1154,3-5 1,1 1 1153,-4 1 0,-1 1 0,-6 0 0,-2 0 739,33-6-739,-27-3 380,-27 12-380,-19-2 0,-1 5 0,2-2 1188,9-4-1188,-3 4 0,-6 2 0,-7 4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6.27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24575,'0'15'0,"0"15"0,9 12 0,-7 29 0,16 12 0,-11 16-760,2-46 0,1 1 760,-2 3 0,0-1 0,2 1 0,0 1 0,2 7 0,1 1 0,0-8 0,0 0 0,2 5 0,1 1 0,2-2 0,1 0 0,2 1 0,1 0 0,-2-2 0,0 1 0,4 5 0,0-1 0,-5-10 0,-1-1 0,4 1 0,-1-1 0,-5-4 0,0-2 494,18 30-494,-13-2 0,0-29 251,2 14-251,-15-40 0,6 7 0,-14-31 775,-5-17-775,-1-16 0,1 6 0,0-1 0,5 21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7.4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41 24575,'28'0'0,"18"-9"0,40 7 0,-31-4 0,4-1-1678,17 3 0,6 2 1678,5-1 0,5 0-649,-12 1 0,3 1 1,-3 0 648,18 1 0,-3 0 0,8 0 0,-8 0 590,-41 0 0,-8 0-590,14 0 0,-36 4 0,-20 2 1531,-4 9-1531,-9 10 2591,-11 12-2591,-12 10 0,-14 4 0,-6-4 0,-5-1 0,-10-5 0,-9 1 0,-8-6 0,0 5 0,8-14 0,23 3 0,22-14 0,22-1 0,15-5 0,17 14 0,4-1 0,19 13 0,-4-1 0,7 2 0,-11-1 0,1 5 0,-13-14 0,-5 7 0,-7-7 0,-8 4 0,-1 4 0,-5 6 0,-5 2 0,-5-2 0,-20 4 0,10-26 0,-49 27 0,11-31 0,-30 10 0,7-16 0,18-9 0,6-4 0,21 3 0,6-8 0,19 3 0,-3 0 0,8-3 0,-4 8 0,-1-12 0,1 10 0,0-10 0,4 3 0,1-2 0,19-7 0,12 3 0,-7 5 0,4 2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7.9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24575,'0'15'0,"0"10"0,0 7 0,0 5 0,0 3 0,4 1 0,-2 2 0,2-2 0,-4-1 0,0-13 0,5 3 0,-4-9 0,3-5 0,-4-6 0,0-5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8.81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197 32 23535,'-26'-11'0,"0"6"513,6 0-513,-1 1 174,0 3-174,5-4 88,2 5-88,3 0 265,1 5-265,0 0 0,-1 10 0,6 1 0,0 0 0,5 18 0,9-6 0,11 18 0,17 0 0,13-4 0,-2-1 0,6-5 0,-12-10 0,-6 0 0,-2-6 0,-17 1 0,7-5 0,-13 3 0,9-3 0,-14 10 0,13 0 0,-17 5 0,7 0 0,-9 0 0,0 0 0,0-5 0,-5-1 0,-10-9 0,-2 4 0,-17-13 0,6 2 0,-12-9 0,3 0 0,-8 0 0,2 0 0,2-5 0,10 4 0,10-3 0,7 4 0,3 0 0,5-5 0,-3-5 0,8 3 0,-3-2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29.78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55 24575,'0'24'0,"4"4"0,-2 27 0,2 3 0,-4 19 0,0-4 0,0-10 0,5-8 0,-4-27 0,8-9 0,-8-23 0,3-12 0,-8-24 0,-2-7 0,0 8 0,2-21 0,4-2 0,4-5 0,2-11 0,9 36 0,1 7 0,4 15 0,0 5 0,1 10 0,-6 0 0,14 23 0,-2 5 0,23 32 0,-3-5 0,4 1 0,-6-6 0,-13-18 0,-12-1 0,-6-16 0,-13-10 0,4-6 0,-1-13 0,-3-7 0,13-15 0,-3-1 0,5 2 0,3 5 0,-3 9 0,4 1 0,1 9 0,4 1 0,5 9 0,2 2 0,-6 4 0,-7 0 0,-13 5 0,7 5 0,-1 10 0,8 11 0,5 6 0,1 9 0,0 1 0,-1-5 0,-5 3 0,-4-13 0,3 13 0,-3-7 0,0 3 0,-1-6 0,0-8 0,-4-2 0,4-4 0,-5-10 0,0-2 0,5-4 0,0-4 0,10 4 0,-8-10 0,16-10 0,-24 7 0,9-5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0.23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243 0 24575,'-10'0'0,"-5"0"0,-1 0 0,-14 9 0,3 3 0,-18 27 0,12 4 0,-3 19 0,20 5 0,2-9 0,13 3 0,6-14 0,1-11 0,14-6 0,-4-14 0,8 4 0,2-13 0,5 2 0,0-18 0,-1-3 0,1-17 0,-10 6 0,3-11 0,-8 4 0,0-2 0,-2-3 0,-4 9 0,-4-3 0,-1 3 0,-5-5 0,0 5 0,-5 1 0,-1 14 0,1 2 0,0 9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0.8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24575,'9'15'0,"-2"11"0,8 24 0,0 5 0,-4 16 0,8 0 0,-3-12 0,4 7 0,-4-24 0,-6-20 0,4-23 0,-3-21 0,19-8 0,1 4 0,15-4 0,0 14 0,-4 1 0,-2 10 0,-19 5 0,-2 0 0,-13 5 0,3 10 0,1 7 0,6 18 0,4 2 0,1 10 0,-5-1 0,3 1 0,-3-5 0,0 3 0,-2-3 0,-8-9 0,3 1 0,-8-22 0,4-7 0,-10-6 0,-5-18 0,3 12 0,-2-7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1.30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0 500 24575,'0'-11'0,"0"1"0,5-4 0,0-7 0,10-5 0,5-9 0,11-1 0,5-5 0,5 5 0,-5 5 0,-1 2 0,-9 7 0,-1 2 0,-9 5 0,3 5 0,-8 0 0,9-9 0,-5 2 0,6-8 0,-1 0 0,1 4 0,-10 5 0,-2 7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2.2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55 316 24575,'10'-5'0,"9"0"0,3-10 0,13-1 0,1-9 0,-4 4 0,2-9 0,-17 9 0,-3-4 0,-5 5 0,-8-1 0,4 1 0,-5 0 0,0 4 0,0 1 0,0 5 0,-5 0 0,4-1 0,-8 6 0,3 0 0,-4 5 0,-5 0 0,-5 5 0,-11 10 0,-1 2 0,-9 17 0,9 3 0,1 1 0,11 7 0,5-4 0,9-3 0,-3 6 0,8-12 0,-4 4 0,5-5 0,5-5 0,0-1 0,1-9 0,8 4 0,-8-9 0,14 4 0,-9-4 0,4-6 0,-1 9 0,7-12 0,0 12 0,4-13 0,-9 4 0,3-5 0,2 0 0,0 0 0,9 0 0,-9-5 0,4 0 0,-9-1 0,-2 1 0,-8 1 0,3 3 0,-8-8 0,8 8 0,-8-8 0,9 7 0,-5-2 0,5 4 0,-4-5 0,3 4 0,-8-8 0,8 8 0,-3-8 0,0 8 0,-2-4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3.0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24575,'0'10'0,"0"14"0,0 17 0,0 22 0,0 19 0,5 2 0,0 7 0,5-2-610,-4-1 610,3-1 0,-3-5 0,4 1 0,0-6 0,0-5 0,5-1 150,-4-12-150,4-8 0,-5-24 0,-4-9 0,-6-17 0,-1-1 0,-4-1 0,5-3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3.51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0 316 24575,'5'-14'0,"23"-7"0,15-5 0,33-9 0,2 3-744,13-3 744,-9 5 0,-5 4 0,-2 1 183,-18 4-183,-1 6 0,-20 0 0,-16 5 0,-11 4 0,-9 2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4.6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24575,'10'0'0,"5"10"0,1 6 0,4 24 0,5 26 0,1 19 0,-11-32 0,0 1 0,1-2 0,-1 0 0,-2 1 0,0 2-600,2 9 0,-1 3 600,1 2 0,-2 2 0,1 3 0,-1 0 0,4 0 0,-2-5 0,-3 9 0,2-20 0,-1-4 0,-5-13 0,11 19 0,-13-47 0,-2-18 0,-4-1 0,0 2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5.8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1 156 24575,'28'-20'0,"14"0"0,34-1-1383,-13 6 1,4-1 1382,-10 4 0,3 1 0,36-3 0,0 2 0,-33 6 0,-3 2 0,8 1 0,-5 1 877,3 2-877,-32 0 455,-24 5-455,-6 0 0,-4 6 0,5 8 0,-4 3 0,4 9 1433,-15 9-1433,4-2 0,-9 8 0,0 0 0,3-18 0,-21 28 0,9-25 0,-16 20 0,4-16 0,4-4 0,-3-4 0,8-2 0,2-5 0,0-4 0,3 4 0,-3-9 0,4 4 0,10-4 0,-3-6 0,18 4 0,-3-3 0,27 5 0,0 3 0,22 2 0,-8 1 0,-1 2 0,-15-8 0,-12 4 0,-5 0 0,-3 1 0,0 5 0,-2 9 0,-4 2 0,-9 9 0,-2 0 0,-10-4 0,-4-6 0,-6-6 0,-1-4 0,-8-5 0,3-6 0,-4-5 0,-1-10 0,1 0 0,4-6 0,2 1 0,4 0 0,5 4 0,0-3 0,10 4 0,-3-1 0,7 1 0,-2 5 0,3 0 0,1 0 0,9 0 0,6-4 0,25-2 0,12-8 0,-8 7 0,-6-2 0,-24 9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6.5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31 24575,'4'-6'0,"-3"-3"0,8 8 0,-3-3 0,13-1 0,7 4 0,6-4 0,-6 5 0,-7 0 0,-9 5 0,1 5 0,-6 11 0,0 5 0,-5 10 0,-5 0 0,0 6 0,-1-15 0,-13 20 0,11-26 0,-11 22 0,13-21 0,2-1 0,4-6 0,9-5 0,2-4 0,14 3 0,1-3 0,4-1 0,1 0 0,-5-5 0,-6 0 0,-5 0 0,0-5 0,1-5 0,0-1 0,-6 1 0,-6 5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7.3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73 368 24575,'0'16'0,"0"4"0,-5 0 0,4 11 0,-8 11 0,8 0 0,-9 13 0,5-12 0,-1 3 0,1-10 0,5-14 0,0-12 0,-4-25 0,-2-16 0,-4-20 0,4-15 0,1 3 0,5-16 0,0 11 0,9-13 0,-6 32 0,19-22 0,4 14 0,7 1 0,-2 8 0,-12 33 0,-4 24 0,5 13 0,11 19 0,5 6 0,4 9 0,6 11 0,-4 10 0,3-2-299,-21-25 1,-1 0 298,24 32 0,-25-35 0,0 0 0,22 34 0,-12-13 0,-6-16 0,-7-7 0,-9-19 0,-9-10 0,3-11 597,-13-6-597,3-8 0,0 8 0,2-4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7.8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0 173 24575,'0'-10'0,"5"0"0,1 0 0,13-5 0,11-1 0,17-4 0,9-5 0,5 3 0,-13-3 0,-13 14 0,-20 2 0,-11 9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8.5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155 0 24575,'-10'0'0,"-5"5"0,-6 10 0,-5 6 0,0 20 0,0 1 0,10 10 0,6-5 0,6-11 0,8-11 0,2-14 0,4-7 0,0-8 0,9-11 0,3-11 0,8-6 0,5-3 0,-7 5 0,1 4 0,-13 10 0,-1 7 0,-5 9 0,0 4 0,9 16 0,3 12 0,13 24 0,-4 16 0,0 7 0,-6 12-541,-5 7 541,-9-49 0,-1 1 0,-1 7 0,0 0 0,-1-7 0,-1 0 0,1 49 0,-9-22 0,-4-10 0,-10-25 0,3-12 0,-3-15 0,5-9 0,4-6 0,-7-2 0,-3-16 0,-11 1 541,-4-9-541,0-3 0,0 3 0,14 4 0,-10-15 0,19 13 0,-12-20 0,15 8 0,0-5 0,5 19 0,0 3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39.2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0 342 8191,'61'-18'0,"-16"0"5063,28-17-5063,-32 0 2818,-15 3-2818,-2 2 1719,-18 0-1719,8 9 6784,-13-9-6784,4 9 0,-5-4 0,0 9 0,0 1 0,0 5 0,-5 5 0,-5 9 0,-11 12 0,-5 15 0,-10 11 0,-5 9 0,3 11 0,-2 1 0,14 8 0,10-31 0,-3 35 0,17-42 0,-3 26 0,11-28 0,0-10 0,3-6 0,1-5 0,1 1 0,13-1 0,-2 0 0,13 1 0,10-1 0,7-4 0,-9-2 0,32-4 0,-41 0 0,19-4 0,-34 2 0,-13-7 0,-2 8 0,-4-3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43.7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 0 24575,'0'20'0,"0"20"0,0 14 0,-4 22 0,3 7 0,-2-34 0,1 3-613,2 6 1,0 3 612,0 9 0,0 1-528,0-1 0,0 1 528,2-1 0,0-1 0,1 0 0,0-1 0,4-5 0,1 0 0,-1 6 0,2 1-396,0-9 0,2-2 396,1-3 0,1-2 0,8 29 0,4-27 824,-9-21-824,-6-14 1357,-1-15-1357,-7-7 0,2-5 0,-4 1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44.2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1 134 24575,'4'-5'0,"16"-4"0,34 3 0,43-4-2880,-14-1 1,8-1 2879,-21 5 0,1 1 0,3 0 0,5-3 0,3 1 0,-3 0 0,-7 2 0,-1 0 0,-3 2 282,15 1 1,-5 0-283,-18-2 0,-5 1 1159,18 3-1159,-28-3 0,-26 4 0,-14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44.7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24575,'15'13'0,"5"9"0,-4 38 0,4 14 0,-7-22 0,-1 3-932,-2 3 0,1 3 932,7 10 0,0 2 0,-4-2 0,0 0 0,5 7 0,-1-1 0,-4-13 0,-2-3 224,1-5 1,-1-5-225,4 21 0,-1-30 0,-10-18 0,0-23 0,-5-2 1415,0-14-1415,0 4 0,0 1 0,0 5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45.7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0 118 24575,'15'-16'0,"5"-3"0,15 3 0,21-4 0,12 4 0,27 1 0,-10 5 0,10 5 0,-18 9 0,-20 3 0,-12 13 0,-25-4 0,-5 4 0,-5 10 0,0 7 0,-4 10 0,-2 9 0,-4-8 0,0 12 0,-4-8 0,-11 1 0,-7-3 0,-18-8 0,7-6 0,-17-9 0,17-3 0,-2-17 0,14 2 0,15-9 0,7 0 0,14 0 0,5-5 0,11 0 0,19-1 0,16 1 0,17 15 0,9 1 0,-40 4 0,-2 2 0,22 11 0,-7 5 0,-40-8 0,-15-9 0,-14 22 0,-17-8 0,-16 20 0,-10-8 0,-9-1 0,3-5 0,-7-5 0,2-5 0,1-10 0,-8-6 0,2-5 0,-5-5 0,6 0 0,6 0 0,14 0 0,11 0 0,11 0 0,15-5 0,-5 4 0,9-8 0,-3 3 0,8 1 0,6-5 0,11 0 0,-9 3 0,2-2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46.58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36 24575,'19'-10'0,"25"0"0,19 0 0,33 4-741,-37 8 1,1 3 740,-6 0 0,-1 2 0,4 3 0,-3 3 481,19 7-481,-27-4 245,-22-1-245,-20 0 0,-8 1 0,-11 9 0,-7-3 0,-9 8 755,-4-4-755,-2 1 0,5 2 0,2-11 0,14 1 0,6-9 0,5 1 0,5 4 0,0 5 0,0 7 0,5 13 0,0-7 0,1 12 0,3-13 0,-3 3 0,-1-4 0,0-5 0,-5-5 0,0-1 0,-5-4 0,-5 0 0,-11 3 0,-14-7 0,-3 2 0,-8-3 0,19-5 0,-20-2 0,31-4 0,-22 0 0,13-4 0,6-2 0,-5 0 0,14 2 0,0 4 0,4-5 0,-3 4 0,3-8 0,0 8 0,2-4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52.43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350 1 24575,'0'19'0,"0"12"0,0 16 0,4 10 0,2 14 0,0 7 0,-2 1 0,-4 7 0,0-31 0,-2-3 0,0 0 0,-4 10 0,-1-6 0,-1 2 0,-4 11 0,-2 2 0,3-10 0,1-13 0,0 2 0,4-18 0,-3-6 0,8-21 0,-4-6 0,5-13 0,5-11 0,0-2 0,1 1 0,7-3 0,12-6 0,8 1 0,21-10 0,-2 23 0,5 1 0,3 10 0,-26 5 0,35 5 0,-32 10 0,32 6 0,-27 5 0,-2 4 0,-10 1 0,-4 5 0,-1 5 0,-4 0 0,-6 6 0,5-1 0,-14 0 0,4-4 0,-10 3 0,-10-8 0,-6 8 0,-10-3 0,-5-1 0,-9-5 0,-2-1 0,-10-8 0,0-2 0,-4-9 0,-6-11 0,-10-10 0,-15-15 0,7-2 0,-10-13 0,17 4 0,5-5 0,12 5 0,15 5 0,10 6 0,15 9 0,2 6 0,13 1 0,-4 4 0,10-1 0,1-3 0,4 8 0,4-13 0,-7 12 0,2-7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53.5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24575,'0'15'0,"0"10"0,0 7 0,0 9 0,0 10 0,0-3 0,5 13 0,1-4 0,8 5 0,11 0 0,7 0 0,9-5 0,-5-10 0,8-7 0,-11-14 0,6-5 0,-8-6 0,-1-9 0,1-2 0,-5-8 0,13-2 0,-2-13 0,18-3 0,2-8 0,-1-5 0,0 3 0,-14-3 0,-7 4 0,-10 1 0,-9-5 0,-2-1 0,-8-5 0,3 5 0,-8-9 0,4 8 0,-1-8 0,-3 9 0,4 1 0,-5 9 0,0 5 0,0 6 0,0 14 0,0 12 0,4 15 0,2 15 0,0 6 0,7 10 0,-6 4 0,12 16 0,2-7 0,5 10 0,9-26 0,1 1 0,5-23 0,-5-2 0,-10-19 0,16 3 0,-13-18 0,25-1 0,-7-15 0,-14 3 0,18-30 0,-31 26 0,27-45 0,-28 31 0,0-24 0,-15 17 0,-4 2 0,0 4 0,0 10 0,0 6 0,-4 10 0,3 1 0,-4 3 0,10 1 0,-4 0 0,3 5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54.0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24575,'0'20'0,"4"15"0,2 14 0,4 17 0,0 6 0,-4 10 0,7 2-270,-9-34 1,-1 1 269,7 39 0,-3-36 0,-2 0 0,-4 41 0,10-10 0,-10-14 133,9-24-133,-9 2 0,8-25 0,-8 5 0,3-28 0,-8-6 406,-7-20-406,-5-7 0,5 9 0,2 5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54.50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1 164 24575,'10'0'0,"18"-5"0,18 4 0,31-13 0,16 3-902,-40 1 0,1 0 902,-3 2 0,0 0 0,47-11 583,-26 3-583,-22 0 298,-25 6-298,-10 5 0,4 1 0,-2-2 923,8 0-923,-9 2 0,3-1 0,-12 4 0,2-3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55.03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52 24575,'10'0'0,"5"-5"0,6 0 0,0-6 0,4 1 0,-9 5 0,-2 0 0,-8 0 0,-1 4 0,-5-3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0:55.4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41 24575,'11'0'0,"-1"0"0,-5-5 0,4 4 0,6-8 0,2 8 0,13-13 0,-9 12 0,-1-7 0,-9 9 0,-7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00.40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24575,'15'0'0,"1"0"0,18 0 0,17 0 0,17 0 0,22 9 0,3 3-979,0 4 979,-42-4 0,-3 0 240,9-4-240,18 19 0,-55-19 0,13 12 0,-28-10 0,9 28 0,-12-3 0,7 26 739,-9-19-739,-4 40 0,-2-18 0,-1-15 0,-1 2 0,-3 27 0,-13-1 0,11-23 0,-25 27 0,19-37 0,-20 24 0,17-31 0,-8-1 0,8-10 0,-3-6 0,9-5 0,1-9 0,10-6 0,-5-10 0,9-6 0,1-4 0,10-1 0,11 1 0,9 0 0,20-1 0,8 10 0,22-3 0,-29 13 0,0-3 0,0-1 0,-5 4 0,37-3 0,-52 4 0,-11 4 0,-11 2 0,-4 9 0,10 1 0,-4 0 0,9 3 0,-9-3 0,8 0 0,-7-1 0,7 0 0,-8-12 0,-1 5 0,-5-13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00.9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24575,'11'9'0,"3"11"0,7 17 0,5 19 0,4 12 0,1 9 0,-5 15 0,-1-8 0,-15-31 0,0-1 0,10 39 0,-4-17 0,-6-15 0,0 0 0,1 14 0,-6-15 0,0 0 0,4 14 0,-8-21 0,4-20 0,-5-16 0,0-10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01.5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170 1 24575,'-6'10'0,"-8"5"0,7 6 0,-12 10 0,3 5 0,-5 1 0,1 3 0,4-8 0,1 4 0,0-10 0,8-5 0,-7-6 0,22-10 0,-6 0 0,27-5 0,-7 0 0,9 0 0,-6 0 0,-10 0 0,0 0 0,4 0 0,3 0 0,8 0 0,6 0 0,0 0 0,-9 0 0,-8 0 0,-14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02.45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160 11 8191,'-4'-6'0,"-2"2"5063,-9 9-5063,-1 5 2818,-4 1-2818,-1 18 1719,5-6-1719,-4 17 6784,9 6-6784,-4 2 0,9 13 0,2-4 0,-1 5 0,4-5 0,5-5 0,-1-6 0,15-10 0,-7 0 0,10-5 0,-1 0 0,9 0 0,3-5 0,9-1 0,-5-9 0,4-1 0,-13-9 0,-2-2 0,-11-4 0,-4-9 0,1-6 0,3-7 0,-2-7 0,2-2 0,-3-1 0,-6-3 0,4 5 0,-8-1 0,4 1 0,-5-1 0,0 10 0,-9-26 0,-3 12 0,-4-29 0,-8 12 0,12 5 0,-12 3 0,7 12 0,1 6 0,2 3 0,3 16 0,6-2 0,0 9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03.2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238 0 24575,'-10'5'0,"-5"5"0,-1 11 0,-5 5 0,-4 10 0,3 5 0,-7 6 0,7 9 0,-3 1 0,9 5 0,1 0 0,4-5 0,6-1 0,0-4 0,14-1 0,-2 1 0,12-5 0,1-2 0,6-8 0,5-1 0,4-10 0,1-5 0,5-6 0,0-10 0,-10 0 0,-1-5 0,-10-5 0,-4 4 0,-1-8 0,-5-1 0,0-1 0,-4-9 0,7 5 0,-10-10 0,10 3 0,-12 2 0,4 1 0,-5-2 0,0 4 0,-5-7 0,0 9 0,-6-6 0,-4 5 0,-1 2 0,-4 8 0,-1 2 0,-4 4 0,-2 0 0,-3 0 0,-1 4 0,4-3 0,7 8 0,9-3 0,2 0 0,8-2 0,-4-4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05.43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24575,'0'15'0,"9"19"0,-2 5 0,3 26 0,-6 8 0,1 6 0,-4 8 0,8 4 0,-8 3-465,2-43 1,-1 1 464,-2 2 0,0-1 0,0 2 0,0 1 0,0 1 0,0-1 0,-2-2 0,-1-2 0,3 0 0,-1-2 0,-4 38 0,5-33 0,0 1 0,0-52 0,0 14 0,0-23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06.0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92 24575,'5'-5'0,"23"0"0,28 1 0,37 3 0,-33-4 0,4 1-898,10 1 1,2 0 897,1-2 0,0 0 0,0 0 0,-3 0 0,-12-3 0,-5 1 433,29 0-433,-35-2 0,-26 4 0,-16 4 0,-9-3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56.7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31 24575,'4'-6'0,"2"2"0,0-1 0,3 4 0,1-4 0,6 1 0,9 3 0,1-4 0,0 5 0,3 0 0,-12 0 0,2 0 0,-9 0 0,1 0 0,-1 5 0,4 5 0,2 11 0,9 10 0,1 10 0,0 15 0,4 2 0,-4 23 0,0-7 0,-1 8 0,-10-5 0,5 0 0,-9-9 0,8 12 0,-7-16 0,2 3 0,-4-6 0,5 0 0,-8 2 0,11 4 0,-16 4 0,16-7 0,-11 3 0,3-16 0,-1-14 0,-7-12 0,-3-15 0,-4-5 0,-6-10 0,6 4 0,0-3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57.38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15 286 8191,'-10'-5'0,"8"4"5063,-1-8-5063,12 8 2818,1-13-2818,11 7 1719,5-12-1719,13 3 6784,-1-4-6784,7 4 0,0-3 0,-8 3 0,3 0 0,-9-3 0,-10 8 0,-2 0 0,-9 7 0,1 4 0,12-5 0,9 0 0,15-5 0,3-1 0,6 1 0,0-5 0,6 4 0,-24 1 0,-10 5 0,-23 5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58.40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248 103 8191,'-10'-12'0,"-9"-15"5063,6 18-5063,-11-15 2818,13 14-2818,-9 4 1719,9-3-1719,-4 8 0,4-3 6784,-4 4-6784,4 0 0,-4 4 0,0 11 0,-1 12 0,0 14 0,1-3 0,10 11 0,0-7 0,5 5 0,9-1 0,-2-5 0,7-13 0,6 10 0,-3-25 0,8 11 0,-5-18 0,5-1 0,-8-5 0,20 0 0,-9-14 0,18 2 0,-19-4 0,24-20 0,-34 24 0,38-43 0,-36 25 0,15-15 0,-22 19 0,1-7 0,-7 15 0,0-11 0,-2 22 0,-4 27 0,0 19 0,5 27 0,-4 20 0,8 4 0,-7-28 0,1 3 0,5-1 0,-1-2 0,-4-13 0,1 2-1069,11 35 1,2 1 1068,-9-34 0,0 0 0,9 31 0,1-2-417,0 4 417,-3 4 0,-5-52 0,0 16 0,-4-33 0,-6-15 2088,-2-7-2088,-2-19 466,4-10-466,4-21 0,6-11 0,6-19 0,-4 35 0,-3 4 0,-9 37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59.10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176 21 24575,'0'-10'0,"-5"4"0,-1 2 0,-4 4 0,0 0 0,-1 4 0,-3 7 0,-2 14 0,-10 7 0,5 14 0,-5 10 0,10 2 0,6 4 0,5-1 0,10-8 0,5-2 0,6-10 0,13-5 0,8-10 0,14 0 0,5-10 0,5-6 0,-4-10 0,-2-15 0,-4-11 0,-18 4 0,18-34 0,-35 20 0,21-33 0,-26 12 0,0 5 0,-7-2 0,-4 17 0,0 2 0,-5 5 0,4 13 0,-8-2 0,3 9 0,1 0 0,-4 4 0,-2-3 0,-5 3 0,-14-4 0,-6 0 0,-11 0 0,0 4 0,5 2 0,16 4 0,7 0 0,13 0 0,1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1:59.7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31 1 24575,'0'15'0,"0"24"0,-4 5 0,-2 36 0,-4-10 0,4 7 0,1-2 0,5-6 0,14 12 0,-6-30 0,6-2 0,5 0 0,8-2 0,9 32 0,-5-53 0,-11-7 0,-5-18 0,-5 3 0,0-8 0,9-15 0,7-9 0,1-21 0,7-3 0,-12-14 0,-2 8 0,-1-15 0,-12 14 0,2-7 0,-13 11 0,-7 17 0,0 4 0,-4 14 0,5 4 0,-1 6 0,1 6 0,0 4 0,-1 0 0,6 4 0,-4 2 0,3 4 0,0 1 0,2-6 0,4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00.0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11 24575,'5'-6'0,"-4"1"0,3 5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01.70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24575,'0'10'0,"9"15"0,-2 20 0,3 33 0,-5 12-276,-5-36 1,0-1 275,0 36 0,0 3 0,-5-1 0,4-7 0,-3 3 0,4-14 136,0-7-136,0-18 0,0-12 0,0-17 0,4-13 0,-3-2 0,4-4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02.1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24575,'24'51'0,"2"20"0,1 13 0,-14-33 0,-2 1-745,-2-1 1,-2 1 744,1 4 0,-1 0 0,1-5 0,-1-1 0,-4 3 0,0 0 0,11 40 462,-13-5-462,4-15 0,-5-7 252,0-20-252,0-9 0,0-12 0,0-10 0,0-9 0,0-1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02.78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0 133 24575,'5'-6'0,"0"2"0,10 4 0,10 0 0,16 0 0,6 0 0,9-5 0,-5-5 0,-14-1 0,-8 1 0,-18 1 0,-11-2 0,-2-4 0,-7-6 0,3 5 0,1 6 0,0 6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03.2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568 31 24575,'-21'-6'0,"1"1"0,-10 1 0,-12 3 0,-19-4 0,-13 5 0,-4-4 0,-3 3 0,22-4 0,4 5 0,28 0 0,12 0 0,11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04.6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368 42 8191,'-29'-11'0,"-8"1"5063,-15 0-5063,0 4 2818,-4 2-2818,4 4 1719,10 0-1719,6 0 6784,25 4-6784,12 2 0,28 14 0,4 1 0,21 6 0,-24-11 0,39 11 0,-37-18 0,18 16 0,-13-6 0,-14-6 0,-1 6 0,5-4 0,-1 15 0,2-2 0,6 13 0,-18-15 0,-6-5 0,-5-7 0,-5 1 0,0-3 0,-10 3 0,-1-5 0,-19 0 0,-2 1 0,-14-6 0,-1 5 0,-9-5 0,17 1 0,-32 3 0,33-3 0,-17 0 0,30-2 0,10-4 0,5 0 0,4-4 0,2-2 0,8-4 0,6 0 0,-3 4 0,2 1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05.5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1 281 24575,'15'9'0,"9"16"0,13 22 0,0 25 0,3-2 0,-14 1 0,-6-24 0,-5-21 0,-10-16 0,0-16 0,-1-31 0,2-17 0,9-19 0,1-17 0,4 17 0,0-7 0,5 13 0,1 6 0,9 14 0,6 12 0,1 15 0,-10 10 0,19 5 0,-30 10 0,22 5 0,-18 20 0,1 12 0,4 20 0,1 6 0,0-5 0,-5-12 0,-2-15 0,-8-25 0,-1-12 0,4-24 0,3-11 0,13-1 0,10-7 0,7 8 0,9 4 0,14-2 0,-11 17 0,11 2 0,-27 11 0,-9 8 0,-18 2 0,-2 14 0,-8 6 0,4 15 0,-5 11 0,0 5 0,-4 0 0,3-5 0,-3-6 0,-1-14 0,0-2 0,-5-14 0,0 3 0,0-7 0,0 3 0,4-5 0,6 0 0,11-4 0,9-2 0,16-13 0,6-11 0,-14 6 0,-10-4 0,-23 18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05.9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83 1 24575,'-10'9'0,"-5"12"0,-1 24 0,0 9 0,1 22 0,10-8 0,0 4 0,9-5 0,7-14 0,0-8 0,8-14 0,2-10 0,0-11 0,-1-5 0,0-10 0,-4-5 0,4-15 0,0-15 0,1-8 0,-6-12 0,0 4 0,-5-1 0,-4 2 0,-6 8 0,-10 2 0,-2 9 0,-7 5 0,7 6 0,-3 9 0,5 6 0,4 6 0,2 4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06.5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24575,'15'19'0,"-4"7"0,8 20 0,-7 2 0,7 22 0,-3 8 0,-1 2 0,0 10 0,-5-16 0,1-7 0,-6-25 0,4-8 0,-3-27 0,13 2 0,3-9 0,17 0 0,-10 0 0,9 0 0,-12 4 0,9 2 0,-3 9 0,-2-8 0,9 16 0,-15-6 0,14 14 0,-21 0 0,7-5 0,-13 9 0,4-13 0,-5 8 0,-4-14 0,-2 4 0,-8-13 0,2-3 0,-11-18 0,6-3 0,-4 1 0,7 7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06.84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0 337 24575,'9'-21'0,"-2"-3"0,8 2 0,-5-3 0,5 0 0,-4 4 0,4-4 0,-5 0 0,5-1 0,-9 0 0,8 10 0,-8-2 0,4 11 0,0-8 0,5 5 0,-4-4 0,4 7 0,-10-2 0,0 9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07.4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44 281 18719,'20'-26'0,"5"-4"2682,-4 0-2682,4-2 999,-9-3-999,-1 4 521,-5 1-521,-4 4 1654,-2 1-1654,-8 14 0,-2 6 0,-18 20 0,1 16 0,-13 16 0,5 6 0,5 12 0,5-2 0,11 9 0,6 0 0,13-4 0,2-6 0,9-11 0,5-14 0,-3-7 0,7-14 0,-7-1 0,7-5 0,-3 0 0,0-4 0,3-6 0,-3-6 0,0-8 0,-5 7 0,-6-2 0,-10 4 0,4 4 0,-8-8 0,8 8 0,-3-4 0,0 1 0,3 3 0,-4-8 0,6 8 0,-6-4 0,0 5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12.29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1 469 24575,'10'15'0,"0"1"0,5 9 0,-4 11 0,4 2 0,-5 12 0,0-7 0,0-2 0,-4-6 0,3-4 0,-8-4 0,8-2 0,-8-9 0,4 3 0,-1-12 0,-2 12 0,7-13 0,-8 0 0,3-11 0,-4-29 0,0-5 0,0-16 0,-4-1 0,-2 4 0,-4-3 0,-1 18 0,-4-25 0,9 31 0,-4-22 0,10 27 0,0 5 0,0 6 0,0 5 0,0 0 0,0 0 0,0 0 0,5 4 0,-4-3 0,8 8 0,-8-8 0,8 8 0,-3-4 0,9 14 0,14 12 0,4 20 0,17 12 0,-13 4 0,-2-10 0,-5-11 0,-18-11 0,6-14 0,-12-2 0,4-9 0,0 0 0,0 5 0,5-4 0,1 8 0,4-7 0,1 2 0,-6 1 0,0-4 0,-5 3 0,0-8 0,1-2 0,-6-4 0,4-5 0,2-5 0,0-6 0,4-9 0,-5 3 0,-5-7 0,0 2 0,-1-3 0,-2 3 0,-2-2 0,-2 3 0,-2-1 0,-1 2 0,4 5 0,-8-1 0,8 10 0,-4-3 0,5 13 0,0-9 0,0 9 0,0-4 0,-4 5 0,2 0 0,-2 0 0,-1 4 0,0 2 0,-1 8 0,1 2 0,14 4 0,-2 1 0,3-6 0,-5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1:52:13.62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73 105 24575,'-10'0'0,"-1"0"0,1 0 0,0 9 0,-1 7 0,1 20 0,4 11 0,2 10 0,8 14 0,2-2 0,9 8 0,0-10 0,6-10 0,-5-15 0,-2-12 0,-3-19 0,-1-2 0,0-9 0,5 0 0,1-4 0,8-2 0,-7-4 0,21-9 0,-15 2 0,22-8 0,-14 0 0,0-1 0,-11 4 0,8-20 0,-14 13 0,10-25 0,-14 7 0,0 1 0,-4 1 0,3 4 0,-8 5 0,4 1 0,-5 9 0,0 5 0,-5 2 0,4 8 0,-8-4 0,3 5 0,-9-9 0,4 11 0,-4-10 0,4 12 0,1 0 0,0 2 0,-1 4 0,1 0 0,0-5 0,-1 4 0,1-3 0,0 4 0,0 0 0,-1 0 0,1 0 0,0 0 0,-1 0 0,1 0 0,0 0 0,-1 0 0,1 4 0,0-3 0,-1 4 0,1-1 0,0-2 0,-1 2 0,1-4 0,0 0 0,0 0 0,-1 0 0,1 0 0,0 5 0,-1-4 0,1 3 0,4-4 0,2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43.3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24575,'0'15'0,"4"18"0,0 12 0,7 23 0,0 5 0,8 8 0,-6 0 0,8 2 0,-5-2 0,3-3 0,3-3 0,-6-9 0,3-8 0,-4-8 0,-3-9 0,-1-9 0,-4-5 0,-3-12 0,0-11 0,-11-5 0,5-13 0,-5 5 0,7-2 0,0 7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43.7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23 24575,'8'0'0,"9"0"0,17 3 0,23 2 0,30-1 0,-37-2 0,1-1 0,2 0 0,1-2 0,44-2 0,-21-1 0,-24-7 0,-23 6 0,-16-2 0,-3 4 0,-6 2 0,2-3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45.2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103 171 17343,'20'42'0,"1"3"3224,-9 5-3224,7 5 0,-3 6 0,2 14 0,-3-7 0,0 18 0,-3-15 1240,-1 5-1240,0-11 0,-6 4 655,9-14-655,-13 1 2113,13-13-2113,-12-8 0,4-5 0,-6-10 0,0-5 0,0-4 0,0-10 0,-6-26 0,-6-5 0,-8-26 0,-7 3 0,4-7 0,-7-5 0,2 3 0,1-4 0,-3 1 0,6-8 0,1 7 0,1 3 0,9 10 0,-1 7 0,6 1 0,4 11 0,0 0 0,4 10 0,4-1 0,3 9 0,2-3 0,5 4 0,-2-3 0,6 5 0,2-8 0,6 8 0,1-9 0,7 6 0,-3-6 0,6 6 0,-3-6 0,4 10 0,0-3 0,4 8 0,-7 3 0,2 0 0,-7 4 0,-9 4 0,-4 0 0,-6 7 0,-2-2 0,5 5 0,-5 1 0,1 5 0,-5 7 0,-2 0 0,-3 4 0,-3 3 0,-8 1 0,-9 10 0,-7-1 0,-11 5 0,2-6 0,-9-2 0,9-9 0,-1 1 0,13-16 0,1-2 0,25-12 0,7 1 0,25 3 0,5 2 0,6 5 0,4-2 0,-6 4 0,-8-4 0,-13-1 0,-18-3 0,-5-1 0,-10 8 0,-5 1 0,-7 10 0,-4 2 0,-4 2 0,-3-2 0,-1-2 0,4-10 0,-3-1 0,14-11 0,1 0 0,15-4 0,11-7 0,13 2 0,7-6 0,-11 7 0,-2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45.9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24575,'8'0'0,"13"0"0,3 0 0,28 0 0,6 3 0,14 5 0,4 0 0,-7 3 0,-21-3 0,-16-4 0,-25 3 0,-10 4 0,-6 6 0,-10 6 0,-7 3 0,-2 1 0,-6 8 0,6-7 0,5 2 0,4-14 0,7-2 0,5-6 0,3 0 0,8-4 0,3 3 0,5-3 0,3 0 0,4 0 0,-3-4 0,2 0 0,-2 0 0,-5-7 0,7 2 0,2-9 0,3 2 0,3-3 0,-13 6 0,-3 2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46.6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292 1 24575,'0'14'0,"-3"9"0,-5 12 0,-7 12 0,-5 3 0,-10 10 0,2-4 0,-6 4 0,3-6 0,4 3 0,-3-2 0,9-5 0,3-4 0,6-15 0,8-1 0,-3-14 0,7-8 0,-4-16 0,4-8 0,0-10 0,0 13 0,0-1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47.0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24575,'11'10'0,"0"6"0,11 18 0,9 9 0,4 0 0,6-1 0,-6-4 0,-1-10 0,-11-1 0,-1-9 0,-10-6 0,-4-1 0,-2-3 0,-1-4 0,-1 3 0,3-6 0,-3 6 0,3-3 0,4 7 0,8 1 0,4 4 0,11-1 0,-3 0 0,6 1 0,-9-4 0,2-5 0,-11-3 0,-4-4 0,-7 0 0,-5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48.2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52 23 8191,'16'-8'0,"15"-3"5063,-2 11-5063,13-4 2818,9 4-2818,-10 0 1719,3 4-1719,-20-3 6784,-10 5-6784,-7 2 0,-9 4 0,1 7 0,-14 4 0,-1 4 0,-14 7 0,2-2 0,-13 5 0,-5 2 0,1-3 0,-3 5 0,13-10 0,11-3 0,6-10 0,17-10 0,9-1 0,18-3 0,9 7 0,11-2 0,9 2 0,-3-3 0,-3-4 0,-15-1 0,-15-3 0,-15 0 0,-5 0 0,-7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50.2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24575,'4'11'0,"7"11"0,0 16 0,12 20 0,1 6 0,7 25 0,-11-8 0,-5-31 0,1 3 0,-4-1 0,1 0 0,14 43 0,1-6 0,-5-18 0,-7-23 0,-2-10 0,-6-23 0,-4-8 0,-1-7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50.7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1 163 24575,'3'-4'0,"1"0"0,4 4 0,3 0 0,8-3 0,11-1 0,12-4 0,11 1 0,13-6 0,0-3 0,-3-1 0,-14-2 0,-19 8 0,-12 0 0,0 3 0,-5 0 0,9 1 0,11-1 0,-7 1 0,0 2 0,-16 2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51.5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458 1 24575,'-14'3'0,"-13"8"0,-22 19 0,-18 10 0,-14 18 0,38-26 0,2 0 0,-26 32 0,17 4 0,31-7 0,27-6 0,19-6 0,25-10 0,30-5 0,-32-20 0,3-3 0,12-2 0,2-2 0,-5-4 0,0-1-532,-4-5 0,-3-2 532,26-7 0,-34 0 0,-29 5 0,-26 3 0,-26 18 0,-24 10 0,-9 22 0,27-17 0,1 3 532,2 10 0,4 3-532,4-4 0,3 2 0,4 6 0,6 0 0,5 35 0,15-13 0,15-7 0,15-14 0,9-15 0,3-1 0,5-15 0,-11-3 0,1-5 0,-7-3 0,-7-4 0,-8-1 0,-4-3 0,-1 4 0,2-4 0,-3 4 0,-3-4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32.1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62 0 24575,'-3'22'0,"-1"6"0,-7 21 0,-1 9 0,0 11 0,1 11 0,6 9 0,3-36 0,1 1 0,5-1 0,2 0 0,0 2 0,4-1-644,5-6 0,4-1 644,2 0 0,3-3 97,37 27-97,11-7 0,19-26 0,-43-24 0,3-4-487,16-4 1,3-5 486,-5-3 0,2-3 0,18-8 0,-1-4 0,-24 4 0,0-5 0,19-12 0,-4-4 0,7-14 0,-36 15 0,-4-4 0,-2-20 0,-21 3 0,-8-5 914,-18-5-914,-5 8 217,-8 0-217,5 22 1033,0 18-1033,7 6 0,-4 13 0,5 9 0,-1 4 0,0 31 0,4 6 0,4 27 0,8 11 0,0-18 0,0-7 0,0 5-658,0-4 1,0 2 657,-3 13 0,0 3-1597,2 3 1,-3 0 1596,-9 0 0,-2-2 0,1-8 0,-1 1-739,-10 17 0,-2-1 739,3-25 0,-1-3-415,-6 4 0,-4-1 415,1-9 0,-1-3 0,-2-8 0,-1-2 0,-2-3 0,-1-4 938,-21 16-938,4-27 2919,19-15-2919,2-15 1787,2-21-1787,-5-11 1172,-6-18-1172,-4-6 0,10 15 0,-8-12 0,1 10 0,-4-11 0,-7-2 0,4 3 0,7 6 0,12 16 0,5 3 0,14 16 0,3 0 0,6 5 0,7 7 0,13 3 0,3-2 0,18-1 0,-21-1 0,0-2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33.3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1 136 23858,'0'37'0,"0"9"0,0 6 0,0 12 355,3-19-355,1 10 120,4-19-120,0-1 60,-1-12-60,1-16 182,3-14-182,0-16 0,8-15 0,4-12 0,4-4 0,10-5 0,2 1 0,-1 1 0,0 7 0,-8 2 0,-7 19 0,-1-6 0,-10 22 0,-1-2 0,-3 19 0,9 18 0,14 14 0,29 17 0,-3-8 0,23 6 0,3-2 0,-17 0 0,3 0 0,-35-15 0,-14-10 0,-6-6 0,-10-6 0,3-4 0,-6-5 0,2-3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33.9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24575,'33'4'0,"54"5"0,-34-5 0,7 0-1230,12 0 0,9-1 0,-1-1 1230,-14 0 0,-1-1 0,5 0-1125,10 0 0,7 0 0,2 1 0,-2-1 1125,-10-1 0,0 0 0,-2 1 0,1-1 0,2 0 0,0 1 0,-1-1 0,-3 0-50,9 1 0,-3-1 1,-8-1 49,-2-3 0,-12 1 0,-3 2 0,-20-2 1267,-35 3-1267,-4 0 0,-1 0 0,-2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34.3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8191,'44'12'0,"18"3"2293,-14-9 1,3 0-2294,7 2 0,3-1 0,11 0 0,3 0 188,6 0 1,3-1-189,8 0 0,1-1 0,-4-1 0,-2-2 466,-4 0 0,-5-2-466,-20-2 0,-6 0 4950,16-6-4950,-18-6 404,-33 8-404,1-8 3074,-14 10-3074,-4-3 0,0 2 0,0 2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34.9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58 1 24575,'0'11'0,"0"11"0,-4 13 0,3 19 0,-2 18 0,3 10 0,0-17 0,0 5-662,-2-2 0,-1 3 662,3 27 0,-1 2-1659,-3-14 1,-1 0 1658,5 10 0,0-2 0,-4-22 0,1-3-709,2 5 1,1-2 708,-3-16 0,-1-3 0,0 41 0,0-19 997,-3-21-997,6-19 3228,-3-5-3228,4-19 1833,0-6-1833,0-6 0,0-7 0,0-13 0,7-27 0,-5 15 0,5-10 0,-7 37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35.9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78 31 24575,'7'-5'0,"18"-5"0,10 9 0,26-9 0,8 9 0,7-3 0,-11 11 0,-8 5 0,-19 1 0,-2 19 0,-8-3 0,2 20 0,-7-2 0,-8 2 0,-4 1 0,-13-3 0,-10-1 0,-16-4 0,-14-4 0,-5-3 0,-6-4 0,-4-1 0,9-10 0,-1-1 0,17-4 0,9-10 0,16 2 0,11-7 0,14 6 0,13 3 0,18 13 0,2-5 0,-4 0 0,3 2 0,-2-3 0,0 0 0,10 7 0,0 0 0,-5 0 0,-5 1 0,11 15 0,-20-2 0,-28-6 0,-17 0 0,-14 0 0,-15-1 0,-11 1 0,-1-4 0,-3 3 0,-2-2 0,4-5 0,-12 6 0,5-8 0,-9 2 0,-2-8 0,-3-3 0,0-5 0,6-3 0,6 0 0,18-7 0,6-2 0,16 1 0,6-3 0,5 6 0,5-5 0,-3 2 0,1-1 0,2-1 0,-2 1 0,3-2 0,3 3 0,8-7 0,-5 10 0,4-6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36.9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412 16 8191,'-19'-8'0,"6"4"5063,-5 0-5063,6 4 2818,-3 0-2818,-4 0 1719,0 7-1719,-8-2 6784,0 10-6784,-4 0 0,-3 5 0,2 6 0,-2 2 0,7 2 0,4 1 0,4-4 0,4 10 0,3-4 0,4 5 0,1-4 0,6-3 0,1-4 0,4 0 0,7-4 0,1 0 0,0-7 0,12 5 0,1-11 0,9 4 0,10-9 0,-4-2 0,12-6 0,1-5 0,1-7 0,6-1 0,-3-9 0,-3 4 0,-11-1 0,-11 0 0,-12 2 0,-5-3 0,-4 1 0,-7 2 0,0-5 0,-8 5 0,-4-10 0,-4 7 0,-6-3 0,-5 3 0,-8 0 0,-11 0 0,-5 4 0,-3 0 0,0 11 0,11-2 0,5 9 0,14-2 0,6 3 0,9 3 0,2 1 0,3 0 0,0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37.5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24575,'0'8'0,"3"6"0,1 16 0,4 10 0,-1 14 0,4 13 0,1 1 0,3 12 0,-3 0 0,2 1 0,-5-4 0,5-1 0,-5-17 0,-2-3 0,0-13 0,-3-5 0,0-14 0,0-6 0,-4-17 0,0-2 0,-4-10 0,3 6 0,-2-2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37.9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8 8191,'66'7'0,"0"-5"2416,-11 3 1,5 0-2417,-3-4 0,2-1 0,9 2 0,1-1 0,0 0 0,0-2 1137,-4 2 0,-1-2-1137,-9-2 0,-4 0 0,23-2 456,-29-6 0,-24 6 0,-17 2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38.6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62 0 24575,'-4'8'0,"-3"13"0,-1 14 0,0 20 0,-3 11 0,3 10 0,4 13 0,-3-2 0,6-34 0,1 0 0,-3 33 0,2-35 0,2 0 0,-1 41 0,0 1 0,0-5 0,0-5 0,0-12 0,0-3 0,0-21 0,0-13 0,0-22 0,3-27 0,1-13 0,1 3 0,-2 4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39.5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893 105 24575,'18'-11'0,"9"-1"0,32-3 0,19 0 0,-21 8 0,5 1-1356,11-1 0,5 1 1356,9-2 0,1 2 0,-9 2 0,-2 1 0,-8 0 0,-6 1 642,3 7-642,-30 2 0,-29 11 0,-18-1 0,-23 30 0,-7-12 0,-16 21 0,-3-14 0,-6 4 0,0-3 0,-9-1 2070,12-11-2070,-2 3 0,4-14 0,13 2 0,10-10 0,12-4 0,18-1 0,1-3 0,10 7 0,8 11 0,15 13 0,17 16 0,14 7 0,15 7 0,-9-6 0,-7-2 0,-19-18 0,-17-9 0,-9-8 0,-8-9 0,-10 5 0,-8-3 0,-12 2 0,-15 1 0,-15-6 0,-20-4 0,24-7 0,-3-2 0,-3-4 0,-6-2-1031,-5-2 0,-8 0 0,2-2 1031,8-1 0,1-1 0,-3-1 0,-19-1 0,-3 0 0,5 0 0,-7-5 0,8 1-183,12 4 1,8 2 182,-7-6 0,39 8 0,24 4 0,31-1 0,8 0 3028,26 1-3028,-3 3 430,8 0-430,-14 4 0,-18 0 0,-11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40.4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323 0 24575,'-3'8'0,"-1"3"0,-11 1 0,-1 10 0,-14 5 0,-1 8 0,-8 7 0,4 1 0,1 0 0,3-2 0,4-5 0,4-2 0,4-7 0,11-4 0,1-14 0,10-7 0,8-13 0,15-4 0,-7 6 0,2-1 0,-18 10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41.8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308 0 24575,'0'30'0,"0"9"0,-4 11 0,-7 12 0,-2 10 0,-12 2 0,4 10 0,-12-7 0,1 0 0,-6-8 0,3-11 0,4-9 0,5-14 0,10-8 0,4-19 0,6-5 0,5-17 0,-3 1 0,4 1 0,0 6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42.2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5 24575,'3'-4'0,"-2"4"0,9 7 0,-5 9 0,10 10 0,3 9 0,6 11 0,10 1 0,7 6 0,5 1 0,11-6 0,-7 0 0,-1-13 0,-11-8 0,-14-8 0,-6-11 0,-11-5 0,7-3 0,-1-3 0,-1 2 0,-5-2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42.6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24575,'0'11'0,"0"8"0,0 8 0,3 11 0,5 5 0,0 10 0,6-9 0,-5 2 0,5-12 0,-2-7 0,0-4 0,2-1 0,-2-12 0,0 7 0,-1-12 0,-4 3 0,1-5 0,-1-3 0,11-3 0,-11 2 0,6-3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56.1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24575,'6'11'0,"-4"-2"0,8 9 0,-6-2 0,4 7 0,-4 0 0,3 7 0,-6-2 0,2 6 0,-3-3 0,0-4 0,0-7 0,0-5 0,0-15 0,0-11 0,0 5 0,0-8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56.5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1 24575,'-8'4'0,"4"3"0,1-6 0,3 2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0:57.6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96 299 24575,'-16'9'0,"-2"1"0,6-6 0,0 1 0,1-2 0,3 1 0,1-4 0,6 4 0,5-4 0,4 3 0,20-2 0,-3 3 0,10-4 0,-2-4 0,-10 3 0,0-5 0,-1 1 0,-6 1 0,3 1 0,-7 3 0,-2 0 0,-2 0 0,0 0 0,-1 0 0,-6 0 0,-2 3 0,-10 1 0,-4 1 0,-5 2 0,-3-3 0,3 0 0,-5 3 0,1-3 0,0 0 0,2 0 0,10-4 0,1 0 0,3 0 0,4-4 0,-3 0 0,-1-7 0,-4-1 0,0 1 0,1-7 0,4 5 0,-1-9 0,4 6 0,0-6 0,11 3 0,1-7 0,7 2 0,4-2 0,0 3 0,8-3 0,-4 3 0,7-3 0,-7 10 0,0-2 0,-8 13 0,-4 1 0,-3 12 0,-1 8 0,1 0 0,0 6 0,-1-6 0,1 6 0,-1-5 0,-2-2 0,-2-1 0,0-2 0,1 4 0,4-1 0,0 4 0,-1 1 0,1 3 0,-4-4 0,3 0 0,-6-7 0,5 3 0,-5-10 0,3 2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01.9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135 0 24575,'0'15'0,"0"11"0,-7 21 0,-1 8 0,-9 25 0,-3-8 0,3 6 0,1-7 0,2-12 0,5-5 0,-2-16 0,3-14 0,4-17 0,1-8 0,3-6 0,0 3 0,0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02.5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46 24575,'3'-5'0,"2"2"0,9 0 0,9 2 0,8-6 0,14 3 0,-9-4 0,8 4 0,-16 1 0,1-1 0,-10 4 0,0-4 0,-1 8 0,2 3 0,6 5 0,-2 0 0,-2-4 0,-13-5 0,-7-6 0,-6 2 0,1-2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03.20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13 258 24575,'-4'-3'0,"-3"2"0,6-6 0,4 3 0,2-10 0,10-3 0,0-9 0,4-1 0,7-3 0,-2 3 0,2 4 0,0-2 0,-6 8 0,-1-1 0,-8 7 0,-3 6 0,-1 2 0,1 10 0,9 5 0,-3 4 0,4-1 0,-3 0 0,-3-3 0,-1 7 0,0-3 0,-3-1 0,0 0 0,-1-7 0,1 3 0,-4-3 0,-1-4 0,-3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10.0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24575,'0'18'0,"0"-1"0,0 16 0,0-5 0,0 6 0,0 0 0,0 1 0,0 7 0,4 4 0,0 1 0,7 6 0,1-2 0,6 2 0,2 1 0,3 0 0,-1-7 0,1 1 0,3-8 0,1 2 0,3-4 0,4-6 0,1-3 0,6-9 0,8-5 0,2-3 0,2-8 0,2-1 0,-11-9 0,8-3 0,-10-13 0,-3 5 0,-2-11 0,-7 7 0,4-5 0,-7 4 0,3-5 0,-11 0 0,3-3 0,-2-4 0,-1 0 0,0-4 0,-4-3 0,-3 2 0,-1-3 0,-4 8 0,1 0 0,-4 7 0,3 8 0,-6 1 0,2 10 0,-3-3 0,0 10 0,3 2 0,2 13 0,9 16 0,-2 10 0,14 21 0,-6 1 0,3 0 0,-1 2 0,-6-6 0,2 7 0,-6-6 0,2 8 0,-5-11 0,2 4 0,-4-6 0,1 0 0,0-1 0,2 8 0,-1-2 0,2 9 0,-7-2 0,-1-4 0,-3-1 0,0-11 0,-3 0 0,-1-7 0,-7-2 0,2-6 0,-5 3 0,2-3 0,-4 3 0,1 4 0,-4-6 0,3 2 0,-3-11 0,0-4 0,0-4 0,-11-7 0,-2-1 0,-6-7 0,-4 3 0,-4-6 0,2 2 0,-4 1 0,5-3 0,4 2 0,5-3 0,7 0 0,4 0 0,3 0 0,5 0 0,4 0 0,3 0 0,1 0 0,-1 0 0,0 0 0,0 0 0,4-3 0,-3-2 0,3-2 0,-7-11 0,-1-9 0,4 9 0,1-3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11.3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69 232 24575,'-3'8'0,"-1"6"0,-4 6 0,0 11 0,-3 4 0,3 6 0,-3-1 0,3 2 0,4-11 0,0-8 0,4-15 0,4-9 0,0-20 0,7-3 0,7-18 0,3 3 0,5-5 0,-4 5 0,1-2 0,-3 3 0,1 3 0,-5 2 0,3 2 0,-7 4 0,2 4 0,-5 5 0,2 6 0,-4 1 0,1 4 0,3-1 0,0 0 0,5 4 0,-1-3 0,0 3 0,0 0 0,0 1 0,-3 3 0,3 0 0,-7 3 0,6 15 0,-2 10 0,10 18 0,-2 8 0,10 11 0,-7-2 0,7 5 0,-10-20 0,2-14 0,-14-16 0,-1-14 0,-7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11.9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24575,'25'0'0,"20"0"0,18 0 0,32 0 0,-12 0 0,8 0 0,-26 0 0,-15 0 0,-17 0 0,-17 0 0,-10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12.3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8191,'27'11'0,"6"-2"5063,34 2-5063,6-7 0,15 3 0,10-3 0,-48-1 0,1-1 0,42 1 0,-6-3 0,-29-3 2818,-20 2-2818,-17-6 1719,-10 0-1719,4-2 0,-5 2 0,0 3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13.3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 0 24575,'9'16'0,"-3"16"0,-2 4 0,-4 25 0,4 16 0,-4 8 0,0 7-2336,0 8 2336,0-48 0,0 0 0,0 1 0,0 1-79,0 5 0,0 0 79,-4 38 0,4-44 0,0 0 0,-4 32-169,4 2 169,0-9 0,-3-6 0,2-10 0,-2-15 1694,3-13-1694,0-22 0,-4-9 776,0-21-776,0-9 48,0-15 0,4 16 0,0 2 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14.5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92 24575,'3'-4'0,"-2"-3"0,12-1 0,7-3 0,18-4 0,15-1 0,5 5 0,9 0 0,2 6 0,-3 2 0,1 10 0,-10-2 0,-4 9 0,-4 5 0,-7 2 0,-10 5 0,-7-6 0,-13 2 0,-1-2 0,-4 6 0,-3 1 0,0 4 0,-4 0 0,-7 3 0,-2-6 0,-9 6 0,-5-11 0,-1 7 0,-10-6 0,6-1 0,-6 0 0,3-7 0,4-1 0,7-4 0,2-3 0,13 0 0,-1 3 0,12 1 0,6 6 0,11 5 0,11 8 0,4-3 0,1 2 0,-2-3 0,-13-10 0,-6 4 0,-10-9 0,-5 4 0,-3 2 0,0-1 0,0 1 0,-3-2 0,-1-1 0,-7 0 0,-5 1 0,-10-1 0,-6 1 0,-10-5 0,-4 4 0,-4-6 0,-1-2 0,5-3 0,8-4 0,11 0 0,1-4 0,13 0 0,2-4 0,4 4 0,6-3 0,-5 7 0,5-7 0,-3 3 0,4-4 0,4 4 0,0 1 0,3-1 0,4 0 0,5-4 0,-7 4 0,1 1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15.5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223 8 24575,'-3'-4'0,"-5"0"0,0 4 0,-3 0 0,-1 0 0,4 0 0,-10 4 0,5 0 0,-6 7 0,-3 8 0,5 1 0,-9 10 0,14 1 0,-6 4 0,9 7 0,1-6 0,2 1 0,5-3 0,-3 1 0,4 0 0,4-4 0,0-4 0,4-8 0,-1 0 0,4-7 0,8 2 0,18-5 0,20 2 0,20-7 0,-24-1 0,3-2-326,-5-2 0,1-2 326,9-1 0,-1-3 0,36-9-65,-12-6 65,-27-1 0,-23 0 0,-16 0 0,-14-3 0,-4-1 649,-8-6-649,-7-2 68,-12-3-68,3 4 0,-17 0 0,6 3 0,-15 1 0,3 6 0,-6-1 0,3 9 0,3 1 0,2 4 0,10 3 0,4 4 0,8 1 0,4 3 0,4 0 0,3 0 0,-3 0 0,3 0 0,0 3 0,-5 2 0,4 2 0,-6 1 0,4 0 0,3-1 0,0-2 0,8 1 0,1-5 0,3 3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17.30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24575,'0'18'0,"4"19"0,0 22 0,7 25 0,-3-27 0,1 2-1071,0 1 1,1 3 1070,5 20 0,-1 2 0,-1-11 0,0-1 0,-1 6 0,0 3 0,3 9 0,2 2 0,-6-27 0,1 0 0,0 0 0,4 27 0,-1-1 0,0-5 0,-1-7 0,-3 16 514,0-16-514,-3-15 0,3-18 0,-7-23 0,-4-18 0,-4-24 1627,-7-9-1627,2 6 0,2 3 0,3 15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17.7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24575,'24'0'0,"21"3"0,42 5-1959,-8-3 0,7-1 1959,-3 0 0,6-1 0,-8-1 0,6-1 0,-6 0 0,5-1 0,-5 0 305,4-4 1,-8 1-306,-3 1 0,-37-4 0,-23 6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18.5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 0 24575,'-4'3'0,"0"2"0,4 16 0,0 4 0,0 20 0,0 9 0,0 11 0,0 9 0,0 6 0,4-3 0,-4 3 0,0 7 0,0-8 0,-4 8 0,4-3 0,0-13 0,0 4 0,0-10 0,0-6 0,0-5 0,0-6 0,0-12 0,0 8 0,0-1 0,0 8 0,0 2 0,0 8 0,4-2 0,-4-1 0,4-16 0,-4-12 0,0-21 0,0-7 0,0-13 0,-4-7 0,3-9 0,-2 9 0,3 1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19.70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60 23 24575,'14'-7'0,"16"2"0,10-3 0,16 5 0,5 3 0,-3 3 0,-8 2 0,-13 6 0,-18-3 0,-1 7 0,-10 0 0,3 8 0,-7 1 0,3 10 0,-6-3 0,-1 11 0,-8 1 0,-4 3 0,-10 0 0,-5 0 0,-8-7 0,0-1 0,-3-11 0,10-7 0,-2-6 0,14-6 0,5 0 0,18-1 0,9 1 0,17 3 0,6 1 0,13 7 0,-1 0 0,-5 1 0,-5-1 0,-21-4 0,-2-3 0,-14 3 0,3-3 0,-7 3 0,0 0 0,-4 4 0,-10 1 0,1 3 0,-13 3 0,6-2 0,-14 3 0,3-8 0,-8 0 0,1-4 0,0-6 0,-1-2 0,1-7 0,-4-10 0,-4-3 0,6-10 0,-1 1 0,17 6 0,9 1 0,11 4 0,15 3 0,5-3 0,14 0 0,4 2 0,15-8 0,-15 8 0,-6-2 0,-21 7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0.2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24575,'0'8'0,"3"10"0,-2-1 0,6 9 0,-6 1 0,2-3 0,-3 2 0,0-3 0,0 4 0,4-7 0,-4 9 0,7-5 0,-6 0 0,2-2 0,1-6 0,-3-4 0,5-5 0,2-10 0,7-5 0,-2-4 0,-2 4 0,-8 5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0.7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426 0 24575,'-3'11'0,"-2"8"0,-9 12 0,-2 18 0,-11 13 0,0 12 0,-11 9 0,-1 7 0,17-46 0,-2 1 0,3 4 0,0-2 0,-21 28 0,6 5 0,1-24 0,13-9 0,4-14 0,10-20 0,4-6 0,1-11 0,3-11 0,0-7 0,3 4 0,-2 0 0,2 15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1.2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24575,'8'4'0,"3"3"0,7 15 0,6 13 0,16 16 0,3 7 0,11 7 0,2 4 0,-5-10 0,-6-2 0,-11-19 0,-15-14 0,-4-10 0,-8-10 0,4-8 0,4-3 0,1-2 0,-4 2 0,-5 3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1.6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24575,'4'11'0,"0"8"0,3 8 0,4 18 0,1 3 0,3 13 0,1-7 0,-1 0 0,-3-11 0,-2-12 0,-5-13 0,-2-13 0,4-6 0,5-13 0,7 1 0,-6 1 0,-3 5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2.4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24575,'3'21'0,"1"17"0,7 25 0,1 24 0,7 10-1726,-9-40 1,1 1 1725,0-1 0,1-1 0,0 0 0,0 0 15,-4-5 1,0-2-16,10 45 610,-10-16-610,3-2 0,-3-14 0,-1-9 0,1-7 1708,-4-7-1708,0-15 888,-4-13-888,-4-12 53,0-13 1,0 8-1,0-4 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2.8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61 24575,'11'0'0,"34"-3"0,13 2 0,36-5 0,-2 1 0,6-2 0,-13-4 0,-13 2 0,-29 2 0,-16 0 0,-15 6 0,-3-2 0,-3 3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3.5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24575,'7'18'0,"-2"16"0,9 21 0,-2 11 0,3 10 0,0 4 0,1 2 0,-5 5 0,4 1 0,-2 5 0,3-7 0,-3 6 0,1-18 0,-2 2 0,0-7 0,-1-4 0,-4-7 0,4-5 0,-2-10 0,2-8 0,-4-5 0,-3-14 0,0-1 0,-8-14 0,0-6 0,0-10 0,0-11 0,1-19 0,-1 4 0,0 6 0,0 19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4.4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54 24575,'44'-10'0,"44"-3"0,2-3 0,-36 9 0,0 3 0,20 1 0,-10 3 0,3 6 0,-20 3 0,-14 3 0,-11 2 0,-10-2 0,-1 11 0,0-3 0,-3 10 0,3-6 0,-3 6 0,-4 0 0,-1 2 0,-3 6 0,0 3 0,-3 0 0,-5 7 0,-4-2 0,-3 1 0,0 3 0,-4-4 0,3-4 0,-3-10 0,3-6 0,5-14 0,-1-5 0,5-3 0,-1-4 0,4-4 0,0 0 0,4 0 0,0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5.2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186 0 24575,'2'4'0,"17"3"0,16 5 0,8 4 0,19 6 0,-20-5 0,2 5 0,-25-10 0,-12 6 0,-7 2 0,-4 7 0,-3 4 0,-5 6 0,-4-1 0,1 6 0,-4 3 0,-1-1 0,-3 2 0,0-4 0,0-11 0,4-4 0,-7-12 0,6-4 0,-3-3 0,-3-4 0,5-1 0,-5-3 0,-1 0 0,4-3 0,0 2 0,4-5 0,7 5 0,1-3 0,3 4 0,4-3 0,-3-5 0,6-3 0,1-5 0,1 8 0,2 1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5.8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38 24575,'3'-4'0,"8"-3"0,16 3 0,11-4 0,9 1 0,-5 2 0,-12 2 0,-11 3 0,-12 3 0,0 5 0,-6 8 0,2 3 0,-3 8 0,0 0 0,-3 0 0,-5 3 0,-7-3 0,-5 4 0,-6 0 0,-5 3 0,6-9 0,3-3 0,18-14 0,5-5 0,9-3 0,-1-3 0,2 2 0,-4-6 0,1 3 0,0-4 0,-1 1 0,4-1 0,4-6 0,8 1 0,7-9 0,8 3 0,-2 0 0,-13 7 0,-9 5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6.3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449 1 24575,'-3'11'0,"-1"8"0,-8 15 0,-3 16 0,-1 16 0,-10 7 0,2 11 0,-3-9 0,-8 15 0,7-14 0,-11 8 0,4-14 0,-4-2 0,4-13 0,4-9 0,8-9 0,5-13 0,9-5 0,-1-11 0,9-8 0,-6-11 0,6-5 0,-2-11 0,-1-3-1696,4 9 0,-4 3 0,4 15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6.7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24575,'15'14'0,"4"6"0,15 22 0,11 12 0,13 8 0,7 4 0,-27-30 0,2-1 0,34 25 0,5 0 0,-17-14 0,-20-17 0,-17-11 0,-14-22 0,-6 3 0,-2-6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7.3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24575,'28'0'0,"11"0"0,19 0 0,0 0 0,2 0 0,-21 0 0,-13 3 0,-16 5 0,-10 7 0,0 8 0,-3 12 0,-1 0 0,-11 18 0,-1-9 0,-4 9 0,2-10 0,2-2 0,4-9 0,1-6 0,7-7 0,1-7 0,6 3 0,1-7 0,10 7 0,-1-3 0,6 0 0,-4-5 0,0-3 0,-3-4 0,-1-4 0,-4 0 0,4-7 0,1 3 0,0-7 0,2 7 0,-5-3 0,-2 7 0,-3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8.7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24575,'0'11'0,"0"14"0,0 18 0,0 9 0,0 27 0,4-4 0,-3 18 0,5 4 0,-5-42 0,-1 1 0,3-4 0,1 0 0,-2 2 0,0 0 0,0 0 0,0-2 0,5 36 0,-3 8 0,7-13 0,-2-23 0,-2-8 0,0-29 0,-6-15 0,-1-15 0,-4-6 0,-1 1 0,2 5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9.1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1 239 24575,'3'-4'0,"5"-3"0,0 6 0,17-9 0,2 2 0,30-9 0,-7 1 0,20 0 0,-22-3 0,1 6 0,-19-1 0,-11 10 0,-8 1 0,-3 3 0,3 0 0,10-4 0,17 3 0,16-9 0,21 5 0,10-13 0,0 6 0,-3-7 0,-20 1 0,-27 8 0,-14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40.0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466 8 24575,'-11'-4'0,"3"1"0,-10 3 0,2 3 0,-21 11 0,-7 14 0,-14 14 0,20-4 0,-1 3 0,-23 26 0,28-21 0,2 2 0,-6 29 0,15 4 0,15 0 0,19-1 0,16-10 0,15-12 0,21-10 0,16-16 0,3-13 0,5-8 0,-18-18 0,-12 2 0,-22-6 0,-21 7 0,-15 4 0,-10 4 0,-4 14 0,-5 6 0,-3 21 0,0 3 0,7 9 0,1 10 0,11-10 0,4 10 0,11-9 0,9-11 0,6-1 0,5-16 0,-4-7 0,-1-7 0,-10-9 0,-5 0 0,-4-6 0,-3 3 0,3-4 0,-2 3 0,-2 1 0,-3 0 0,0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8.6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85 1 24575,'0'8'0,"0"16"0,-7 9 0,2 21 0,-9 25 0,5-2 0,2-17 0,0 1 0,-2 36 0,3-42 0,1 1 0,-3 38 0,6-42 0,0-1 0,-1 45 0,2-44 0,2-1 0,-1 37 0,3-17 0,1-1 0,7-19 0,-2-11 0,2-18 0,-7-19 0,3-7 0,-7 0 0,4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29.6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1 122 24575,'11'0'0,"11"-3"0,12-1 0,19-1 0,19-5 0,-8 5 0,-11 0 0,1-1 0,19-5 0,-19 5 0,-1 0 0,14-5 0,4-4 0,-20 7 0,-12-3 0,-14 7 0,-11 0 0,-2 4 0,0-3 0,-4 2 0,-5-2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0.3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24575,'0'26'0,"0"19"0,0 18 0,0 28 0,0-40 0,0 3-885,0 19 0,0 3 885,1-12 0,1 3 0,2 29 0,1 0 0,-1-32 0,1 0 0,2 15 0,1 1 0,-1-19 0,1-2 0,3-1 0,-1-1 0,-2-5 0,1-3 0,13 43 216,-12-18-216,7-2 0,-8-14 0,2-8 0,-7-18 0,-1-17 1327,-3-19-1327,0-12 227,0-14-227,0-1 0,-3-14 0,-1 13 0,-1 5 0,2 17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1.4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76 24575,'8'-3'0,"13"-5"0,7-3 0,21-5 0,11 1 0,13 3 0,7 5 0,13 3 0,-10 4 0,6 4 0,-13 0 0,-17 7 0,-14 1 0,-23 4 0,-15 6 0,-13 8 0,-17 13 0,-17 7 0,-17 8 0,-17 3-654,-1-2 654,33-29 0,-1 0 0,-40 20 0,5-4 0,1-7 0,12-8 0,22-12 0,13-4 0,22-11 654,12 3-654,18 0 0,13 5 0,14 11 0,16-6 0,14 12 0,13-2 0,-39-11 0,1 1 0,-3 0 0,-1 1 0,32 11 0,-26-6 0,-30-8 0,-12-4 0,-9-3 0,-2 3 0,-10 1 0,2 3 0,-6 1 0,0-4 0,-1 2 0,-7 1 0,-1 2 0,-3 1 0,0-2 0,0-1 0,-7 1 0,2-4 0,-3-1 0,8-7 0,1 3 0,9-6 0,-1 2 0,6-3 0,4-3 0,-3-2 0,3 1 0,-4-3 0,0 7 0,4-7 0,4 6 0,11-9 0,5 1 0,4-6 0,5-3 0,-15 8 0,3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2.6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35 24575,'18'-7'0,"-1"-1"0,9 4 0,17-3 0,-8 6 0,23-6 0,-29 7 0,-3 0 0,-20 4 0,-6 10 0,-3-1 0,-8 9 0,-5-2 0,-7 3 0,0-3 0,3-1 0,5-4 0,3-3 0,8-1 0,1-3 0,6 3 0,11 1 0,10 10 0,7-2 0,3 10 0,0-2 0,-10-1 0,-2-7 0,-11-2 0,-7-10 0,0 7 0,-8-7 0,-3 7 0,-9-10 0,-3 8 0,-5-7 0,1 1 0,4-3 0,0-4 0,7 0 0,1 0 0,0 0 0,-1-4 0,-7 0 0,3-4 0,-6 1 0,9 3 0,-2 0 0,11 1 0,1-1 0,3-4 0,0 1 0,0 2 0,0 2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3.9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292 1 24575,'0'11'0,"-3"25"0,-5 6 0,-4 22 0,0-9 0,-13 25 0,4-10 0,-10 24 0,1-13 0,10-4 0,-6-5 0,13-6 0,-1-8 0,6-2 0,4-12 0,-3-6 0,6-8 0,-2-7 0,3 0 0,0 0 0,-4-6 0,4 1 0,-4-7 0,1-2 0,2-6 0,-3-7 0,1-13 0,-1-4 0,-7-19 0,2 7 0,1 6 0,5 14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4.5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24575,'3'7'0,"2"4"0,12 15 0,7 10 0,17 18 0,12 3 0,6 5 0,1-8 0,10 6 0,-3-16 0,2 5 0,-9-14 0,-18-8 0,-12-4 0,-11-15 0,-12 2 0,0-9 0,-3 3 0,1-4 0,-2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5.0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24575,'7'27'0,"8"7"0,1 2 0,3 13 0,0-9 0,-4 12 0,0-16 0,0 5 0,-3-13 0,-1-5 0,-4-8 0,1-4 0,-4-3 0,3-4 0,4-7 0,5-2 0,-3-6 0,-3 7 0,-10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6.0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196 1 24575,'0'7'0,"0"8"0,0 15 0,-3 10 0,-2 24 0,-6-1 0,-4 13 0,-5 0 0,-8 10 0,7-1 0,-6-2 0,11-8 0,-3-9 0,7-1 0,5-14 0,3-2 0,1-21 0,2-3 0,-3-9 0,4-4 0,0-1 0,4-4 0,-3 1 0,2 7 0,-3 1 0,0 7 0,0-3 0,0-2 0,0-13 0,0-5 0,0-15 0,0 5 0,0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6.6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24575,'0'8'0,"10"17"0,6 7 0,18 25 0,-6-12 0,29 30 0,-15-27 0,15 20 0,-19-26 0,-6-4 0,-11-14 0,-3-5 0,-3-5 0,-7-9 0,6 9 0,1-6 0,8 8 0,1-1 0,2 0 0,-10-6 0,2-2 0,-10-11 0,6 4 0,-8-4 0,0 4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7.4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 23 24575,'-5'-3'0,"9"2"0,8-6 0,4 6 0,5-5 0,-5 5 0,0-3 0,-5 4 0,-7 7 0,6 2 0,-5 3 0,9 9 0,-2 0 0,3 13 0,-6 1 0,-3 3 0,-2-3 0,-3-1 0,2 4 0,-3-6 0,0 6 0,0-14 0,0-2 0,0-10 0,0-1 0,3-3 0,12-1 0,12 1 0,12 0 0,13-1 0,-5-2 0,2-2 0,-18-3 0,-9 0 0,-14 3 0,-5 2 0,-10 9 0,-1 2 0,-15 8 0,13-12 0,-4-1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37.8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1 8191,'0'14'0,"-4"-1"5063,3 2-5063,-5-4 704,5-3 1,-3-4-1,4 0 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45.6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5667 173 24575,'-14'-7'0,"-10"-4"0,-22-1 0,-19-7 0,-5 7 0,-17-6 0,38 12 0,-2 0-1006,-13-3 1,-4-1 1005,-8 1 0,-3 1 0,-4 0 0,-5 0-799,5 3 0,-6 1 0,6 0 799,-5 0 0,1 0 0,11 2 0,-3 0 0,8 1 0,4-1 0,7 0-599,3 2 1,2 0 598,0 0 0,1 0-150,-36 4 150,0-3 0,1 9 0,13-8 0,-4 8 0,5-6 0,7 7 0,-14-2 0,4 5 0,-2-2 0,-1 0 0,-2 6 0,8-9 0,-7 9 0,5-6 0,-12 0 0,6 3 1187,-8-7-1187,13 7 0,-2-7 2852,-3 10-2852,4-5 0,-4 2 1510,3 3-1510,6-5 0,1 6 0,-1 0 206,13-3-206,-13 3 0,12 0 0,-1-3 0,-1 3 0,6-4 0,-3 0 0,0 1 0,-4-1 0,3 0 0,-3 4 0,17-6 0,-13 12 0,22-8 0,-13 9 0,17-6 0,1 2 0,-3-2 0,4 3 0,-8 0 0,3 3 0,-2-2 0,-5 6 0,6-6 0,4 3 0,5-4 0,11 0 0,0 0 0,7 0 0,-6 7 0,5-2 0,-6 9 0,1 2 0,1 0 0,-5 6 0,-1 5 0,3-2 0,-6 8 0,10-9 0,-6 3 0,5-4 0,2 0 0,4 0 0,3 0 0,4 3 0,0-2 0,4 3 0,0-4 0,0 0 0,0-7 0,4 12 0,-3-13 0,2 14 0,-3-6 0,3 1 0,2-1 0,6 6 0,0-4 0,1 6 0,6-1 0,-2-6 0,7 6 0,-1-6 0,1 2 0,3-6 0,1 5 0,4-7 0,2 4 0,9 0 0,1-5 0,9 9 0,1-10 0,-2 3 0,1-7 0,-3-1 0,1-7 0,3 3 0,7-3 0,-2 1 0,9-2 0,-2-3 0,3 0 0,-3-3 0,13 2 0,-14-2 0,17-1 0,-22 0 0,11-3 0,-12-1 0,20 0 0,-8-3 0,20 3 0,9-3 0,-4 0-653,-41-8 0,1-1 653,40 4-472,-2-2 472,-2 2 0,-8 1 0,0-4 0,-8 3 0,6-3 0,-7 4 0,15-4 0,3 3 0,-42-6 0,1-1 0,5 2 0,2-1 0,-3 0 0,1-2 0,3 1 0,-1 0 0,39 0 0,-44-3 0,-3 0 0,22-2 0,10-6 0,-20 3 0,5 4 0,-5-3 0,8 3 1274,-4-4-1274,2 4 0,3-6 504,-5 5-504,7-10 0,2 4 0,5-6 0,-6 1 0,4 0 0,-12 4 0,16 1 0,-1 0 0,3 3 0,14-8 0,-9 0 0,1-2 0,-15 0 0,-18-1 0,-18 3 0,-6-2 0,-11 3 0,1-1 0,3 1 0,5-3 0,3 2 0,11-3 0,4 1 0,2-2 0,5-3 0,-10-3 0,3 3 0,-7-3 0,3-1 0,-6 4 0,5-7 0,5 7 0,8-3 0,5 0 0,12-1 0,-11-4 0,8 1 0,-10-1 0,-10 1 0,0-4 0,-9 0 0,-3-1 0,1 2 0,-5-1 0,-1 3 0,-3-3 0,-2 4 0,-5-1 0,2 1 0,-7-4 0,0 3 0,0-6 0,0-4 0,4 1 0,-1-8 0,1 6 0,0-4 0,0 1 0,-4-4 0,0 2 0,-7 2 0,-2-3 0,-5 8 0,-2-4 0,-6 2 0,-2 3 0,-6 5 0,3-2 0,-7 8 0,3-6 0,-3 4 0,-4-1 0,-4-2 0,-8-5 0,-4-4 0,-7-1 0,0-1 0,-8 2 0,3-1 0,-6 2 0,3 3 0,3 4 0,-5 0 0,9 7 0,-7-3 0,4 7 0,3-3 0,-2 0 0,9 2 0,-1 1 0,3 1 0,-1 0 0,-4-2 0,8 1 0,-3 5 0,14 2 0,-2 5 0,6 0 0,1 3 0,3 0 0,1 1 0,3 3 0,1-3 0,-1 3 0,-3 0 0,-1-3 0,-7-1 0,-1 3 0,1-5 0,-3 6 0,5 0 0,-1 0 0,6 4 0,4 0 0,5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46.6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24575,'0'21'0,"4"14"0,0 16 0,12 26 0,-7 5 0,3-32 0,-1 2-609,-6-2 1,-1 0 608,7 0 0,-1 1 0,-5 3 0,0 0 0,12 34 0,-12-37 0,-1-2 297,7 22-297,-4 8 0,1-19 0,0-1 0,-4-21 0,-1-15 0,1-11 920,-7-9-920,2-3 0,-7 0 0,1 0 0,2 0 0,2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47.0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1 129 24575,'25'-7'0,"9"-4"0,13-4 0,9-5 0,-2 1 0,-4 0 0,-5 4 0,-14 3 0,-8 5 0,-9 3 0,-13 4 0,-2 0 0,-3 0 0,0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47.6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57 24575,'16'-4'0,"-2"1"0,1 9 0,7 10 0,10 8 0,12 13 0,9 2 0,6 8 0,-2-8 0,2 2 0,-19-13 0,4-2 0,-20-10 0,-6-8 0,-7-5 0,-3-3 0,0 0 0,-1 0 0,-3-3 0,6 2 0,-4-6 0,11-4 0,-4-5 0,9-13 0,-3-9 0,1-5 0,-5-10 0,-4 7 0,-4 4 0,-2 8 0,-2 11 0,-3 8 0,0 4 0,-4 7 0,0 1 0,-3 3 0,-1 0 0,4 0 0,0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1:59.3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61 24575,'11'0'0,"1"0"0,13 0 0,6 0 0,15 0 0,10 0 0,9-7 0,-3 2 0,-2-6 0,-18 7 0,-11-3 0,-13 3 0,-3 0 0,-7 1 0,6 3 0,2-4 0,0 3 0,6-2 0,-6 0 0,-1 2 0,-8-2 0,-3 3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02.4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1 122 24575,'7'0'0,"4"0"0,8-4 0,4 0 0,8-4 0,6 1 0,-2-1 0,10 1 0,-6-1 0,-1 1 0,-5-4 0,-9 6 0,-6-2 0,-3 3 0,-3 0 0,3 0 0,-3-3 0,2 6 0,-2-5 0,6 1 0,-5 1 0,1 1 0,-10-1 0,3 4 0,-6-4 0,2 4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05.1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 1 24575,'-4'7'0,"0"1"0,4 10 0,0-8 0,0 15 0,-3-12 0,2 19 0,-3-13 0,4 27 0,0-9 0,0 13 0,0-4 0,0-4 0,0-3 0,0-8 0,0 6 0,0-12 0,0 5 0,0-7 0,4 3 0,-3 2 0,5 2 0,-1-2 0,-1-2 0,-1-3 0,1-7 0,-4-1 0,4-7 0,-4-1 0,3-3 0,-2 3 0,2-2 0,1-1 0,-3 3 0,2-3 0,-3 0 0,0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06.5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75 1 24575,'7'0'0,"1"3"0,-4 2 0,-1 6 0,-3 1 0,0 10 0,-3 2 0,-1 7 0,-4-1 0,-3 1 0,-1 3 0,0 5 0,-2 3 0,5 8 0,-2 0 0,7 0 0,0 3 0,1 1 0,2-6 0,1 4 0,4-16 0,4-2 0,-4-11 0,-1-8 0,1-3 0,-3-5 0,2 4 0,0-2 0,-2 5 0,3-8 0,-4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4.30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192 0 24575,'0'12'0,"0"0"0,0 17 0,-4 13 0,-3 27 0,-5 10 0,-7 12 0,-4-3-464,-1 1 464,-2 2 0,1 5 0,5-19 0,3-1 0,6-41 0,10-12 0,-2-20 0,13-10 0,12-15 0,4-3 464,21-12-464,6 3 0,9-1 0,13 5 0,-29 10 0,1 0 0,33-13 0,-32 13 0,0-1 0,28-12 0,-7 2 0,-5 1 0,-14 0 0,-9 3 0,-11-6 0,-4-2 0,-10-4 0,2-9 0,-13 9 0,2-3 0,-7 19 0,3 5 0,-2 17 0,3 2 0,-4 10 0,-7 18 0,2 18 0,-3 16 0,1 30-492,6-43 0,1 2 492,-2 8 0,1 2 0,0 0 0,2 0 0,0-1 0,1 0 0,1-2 0,2-1 0,1-4 0,0-3 0,2 24 0,2-27 0,-9-36 0,9-9 0,-5-14 0,3 6 0,-5-2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4.9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231 85 24575,'-11'4'0,"-4"3"0,-12 12 0,-4 12 0,-8 15 0,4 12 0,5 8 0,7 13 0,11-4 0,5-2 0,17-16 0,-1-22 0,16-13 0,9-11 0,19-6 0,6-5 0,22-15 0,-20-2 0,6-12 0,-19-5 0,-9-5 0,-2-13 0,-6 2 0,-4-10 0,-1 6 0,-3 1 0,-4 7 0,-7 12 0,-6 7 0,-6 9 0,0-1 0,-6 0 0,-3-4 0,-10-10 0,6 11 0,2 1 0,8 14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2.5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62 1 8191,'0'75'0,"0"-9"2264,0 17 1,0 7-2265,0-27 0,0 0 0,-1 21 0,-1 0 0,0-18 0,0-3 0,-2-1 0,0 0 0,0-2 0,0-2 0,-3 37 2881,-5-14-2881,7-28 1784,-5-22-1784,9-12 6583,-2-15-6583,3-5 607,7-23-607,1-8 0,17-14 0,6-3 0,15 3 0,10 7 0,16 2 0,23 7 0,-43 18 0,3 0-545,13-2 1,1 1 544,-10 5 0,0 0 0,3-3 0,-3-1 0,32-11 0,-28 3 0,-20-6 0,-21 3 0,-10-7 0,-4 2 1089,-5-5-1089,-3 10 0,0-3 0,0 0 0,0 2 0,0-6 0,-3 0 0,-2-1 0,-2-6 0,-4 2 0,2-6 0,-2-5 0,3 0 0,1-3 0,-1 7 0,4 4 0,0 11 0,4 15 0,0 10 0,0 27 0,0 17 0,0 38 0,0-29 0,0 4-871,0 20 0,0 3 871,0 0 0,0 3-649,0-14 0,0 2 0,0-2 649,0 11 0,0 0 0,0 22 0,0-4-354,0-34 1,0-3 353,0 10 0,0-3 0,0 19 0,0-23 0,4-14 1495,-3-24-1495,2-13 2038,0-12-2038,5-13 863,14-5-863,9-12 0,11-7 0,10 0 0,-4 3 0,-16 16 0,-12 9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3.1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113 9 8191,'-8'0'0,"0"3"5063,-3 5-5063,-1 8 2818,-3 3-2818,-1 11 1719,4 2-1719,-2 13 6784,9-2-6784,-5 14 0,9-13 0,7 15 0,4-21 0,15 6 0,-1-17 0,6-7 0,4-9 0,7-8 0,-1-6 0,11-11 0,-5-10 0,7-10 0,4-14 0,-7 4 0,-1-15 0,-14 15 0,-6-11 0,-9 15 0,-5-4 0,-7 9 0,-5 12 0,-6 2 0,-2 12 0,-6 1 0,-4 5 0,-15 3 0,-9 0 0,-18 7 0,1 1 0,-4 8 0,13 3 0,-2 0 0,13 4 0,12-10 0,11-3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5.5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39 24575,'8'0'0,"-1"0"0,4 3 0,8-2 0,15 2 0,12-3 0,36 0 0,-5 0 0,18-3-656,-7-5 656,-24-3 0,-7 2 0,-31-1 0,-15 9 0,-7-2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5.8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84 24575,'8'0'0,"20"0"0,11 0 0,30 0 0,14 0 0,4-3 0,-4-5 0,-6 0 0,-19-3 0,-9 3 0,-12 0 0,-10 1 0,2-1 0,2 1 0,-3-1 0,-9 4 0,-9 1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6.3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38 0 24575,'0'18'0,"0"16"0,-3 11 0,-1 25 0,-7 8 0,6-29 0,1 3-619,-4 46 619,6-43 0,1 0 0,1 35 0,3-2 0,-2-19 153,6-19-153,-6-16 0,2-22 0,-3-9 0,0-18 0,0-1 0,0 4 0,0 1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7.0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24575,'31'11'0,"48"5"0,-27-5 0,6 2-2647,30 3 1,8 1 2646,-27-3 0,3 0 0,-2 0 0,25 4 0,-2-1 385,-3-1 1,-8 0-386,0 3 1027,-41-7-1027,-31-1 0,-31 4 0,-19-3 0,-32 14 0,-22-6 1003,43-6 1,0-1-1004,0-2 0,2 1 0,-29 11 728,18 0-728,21 0 0,13-3 0,14-1 0,2-1 0,9 2 760,4 6-760,12 5 0,12 4 0,8 7 0,3-3 0,0 7 0,-10-11 0,-3 0 0,-17-9 0,-4-3 0,-19 0 0,-9-3 0,-21-1 0,-10-1 0,-10 2 0,-1 0 0,1 2 0,11-9 0,14 1 0,15-10 0,14-4 0,7-4 0,0 0 0,4 1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7.8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24575,'15'0'0,"11"7"0,13 1 0,0 8 0,-9-8 0,-15 3 0,-19-7 0,-4 4 0,-14-1 0,5 1 0,-6 0 0,11-1 0,5 1 0,17 13 0,20 4 0,31 20 0,20 2-629,-20-18 0,1 1 629,-12-3 0,-1 1 0,8-2 0,-6-1 0,0 13 0,-23-15 0,-24-5 0,-19-6 0,-12 0 0,-12 3 1258,-4-10-1258,-2 5 0,12-9 0,-3 2 0,15-3 0,2 0 0,8 0 0,4 0 0,-1 0 0,-3-3 0,-1-4 0,0-2 0,-3-2 0,10 7 0,-2 1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8.5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24575,'21'0'0,"13"3"0,24-2 0,18 2 0,-2-3 0,-9 0 0,-21 0 0,-21 0 0,-12 0 0,-7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8.8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38 24575,'18'0'0,"9"-3"0,19-1 0,14-1 0,6-1 0,2 5 0,-7-3 0,-11 1 0,-16 2 0,-8-6 0,-15 7 0,-3-4 0,-5 4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19.4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132 17 24575,'-15'0'0,"-1"10"0,-6 17 0,2 23 0,-10 30 0,13 15-424,9-45 1,4 1 423,12 45 0,15-12 208,11-17-208,12-11 0,4-28 0,6-10 0,8-18 0,5-14 0,4-13 0,-2-25 0,-9-4 0,-9-18 0,-12 8 0,-14-2 639,-11 4-639,-10 6 0,-9 5 0,-5 8 0,-7 7 0,-5 4 0,-10 7 0,-8 1 0,-6 10 0,-8 5 0,-6 14 0,-4 9 0,-7 11 0,24-9 0,12 0 0,27-14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20.6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53 24575,'3'-4'0,"2"1"0,12-1 0,10-3 0,5 2 0,39-9 0,-8 12 0,23-4 0,-17 2 0,-23 3 0,-20-2 0,-16 3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21.5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24575,'11'18'0,"4"16"0,1 18 0,3 20 0,-8-6 0,4 0 0,-7-9 0,3-15 0,-3-11 0,-4-12 0,3-11 0,-7 2 0,7-5 0,-3 10 0,1-4 0,-2 1 0,0-4 0,2-4 0,-1-4 0,-1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22.6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38 24575,'11'0'0,"0"0"0,11 0 0,2 0 0,10-3 0,4-1 0,14-7 0,9 2 0,15 2 0,21 3 0,-20 4 0,0 0 0,-43 0 0,-16 0 0,-14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24.62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30 24575,'3'5'0,"18"1"0,15 2 0,24 1 0,31 2 0,1-7-474,-36-2 0,1-1 474,43-4 0,-48 2 0,1-2 0,43-8 86,-8-1-86,-20-3 0,-19 3 0,-22 1 0,-9 7 0,-14 1 0,-1 3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25.2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1 137 24575,'18'0'0,"-5"-4"0,33 0 0,5-3 0,22-1 0,-21 3 0,1-1 0,35-6 0,-34 5 0,-2-1 0,25-7 0,-16 0 0,-23 3 0,-20 1 0,-14 0 0,-5 6 0,-3-2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25.7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54 1 8191,'-10'35'0,"4"3"5023,-8 34-5023,6 16 0,4 6 819,2-36 1,0 3-820,2 14 0,0 2 0,-1-4 0,-1 1 0,1 8 0,1 0 0,-2-5 0,1-4 824,2-18 0,1-4-824,6 47 6145,0-34-6145,6-20 40,-5-10-40,2-12 1515,-7-10-1515,3-4 374,-3-5-374,14 1 0,5-4 0,18 4 0,13-18 0,-16 11 0,-6-11 0,-26 14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26.6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772 124 24575,'-11'0'0,"-5"3"0,-10 1 0,-23 14 0,-7 6 0,-20 15 0,-7 10 0,0 6-785,41-24 1,0 3 784,1 0 0,3 1 0,-29 35-478,9 9 478,13-5 0,21-1 0,9 2 0,19-29 0,21 15 0,11-31 0,34 4 0,8-19 0,-29-13 0,4-4 240,15-4 0,0-5-240,-8-1 0,0-4-1061,23-13 0,-1-5 1061,-26 6 0,-4-3 0,7-8 0,-5-2-522,-15 5 0,-6 0 522,17-40-126,-17 3 126,-17-6 0,-13 3 866,-11 10-866,-10-8 0,-10 20 2565,0 1-2565,-5 11 1264,5 12-1264,-6 7 164,-4 8-164,-15 1 0,-9 9 0,-12-2 0,-12 7 0,41 0 0,0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23.1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24575,'0'7'0,"0"32"0,0 10 0,1 8 0,1 5-917,-1-12 0,-1 1 917,3 21 0,1 2 0,-2-14 0,0 0 0,3-2 0,1 2 0,-1 13 0,2-1 0,2-17 0,0-1 0,-1 8 0,0-2 62,11 38-62,1-2 0,-4-9 0,5-5 428,-6-28-428,-7-24 0,-1-19 0,-7-18 919,0-23-919,-3-13 425,2-14-425,-3 20 0,4 9 0,0 25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23.9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16 24575,'22'-4'0,"12"0"0,9 0 0,44 0 0,-19 8 0,20 4 0,-45 0 0,-17 3 0,-19-3 0,-7 13 0,-7 4 0,-12 17 0,-9 4 0,-11-3 0,-6 9 0,5-8 0,-5 2 0,16-11 0,7-5 0,8-14 0,9-1 0,1-4 0,12 4 0,10 1 0,13 6 0,7-2 0,8 3 0,-4 0 0,-1 4 0,-6-3 0,2 12 0,-2-3 0,-4 12 0,-5-13 0,-11 5 0,-7-10 0,-8 4 0,-8-4 0,-7 0 0,-12-4 0,-1-3 0,-6-2 0,0-6 0,6-1 0,-6-3 0,7-4 0,-4 0 0,0-8 0,4 4 0,7-7 0,6 6 0,10-9 0,4 5 0,7-6 0,-2 7 0,2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27.8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173 1 8191,'20'19'0,"-2"0"5063,-10 0-5063,-4-3 2818,-1 3-2818,-3-4 1719,-3 1-1719,-5-5 6784,0 1-6784,-7-5 0,7-2 0,-3 1 0,6-1 0,2 6 0,10 7 0,8 6 0,12 14 0,7 1 0,8 4 0,-7 6 0,-1-9 0,-11 2 0,-5-5 0,-9-2 0,1 0 0,-10-1 0,0-6 0,-4-5 0,-4-8 0,1-4 0,-1-7 0,0 3 0,1-6 0,2-1 0,-5-4 0,2-4 0,-18-6 0,-2 1 0,-11-9 0,-16-4 0,-1 2 0,-10-2 0,19 7 0,21 11 0,15 1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2:28.6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385 84 24575,'-3'-4'0,"-8"-3"0,-12 3 0,-9-3 0,-6-1 0,-7-3 0,4 6 0,-7-5 0,12 6 0,-2-4 0,11 4 0,4-3 0,8 6 0,10-2 0,6 3 0,3 0 0,0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22:39.16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1 192,'58'-5,"0"-1,-2-1,2-1,24 0,7 0,-19 2,4-1,2 1,18-2,3 1,1 0,-1-1,0 1,1 0,-17 1,1 0,0 0,-4 0,8 0,-4 0,0 0,10 0,0-1,-5 1,7-1,-7 1,-3 3,-6 0,-20-1,-3 1,39 3,-19 0,-14 0,-11 0,-19 0,-13 3,-12 2,-5 19,3-1,-11 18,-12-6,-19 13,-20 0,-22 6,15-21,-4-1,-1 0,-6-1,1-1,-6 1,2-1,14-5,3 0,-5 0,-23 8,-5 0,4-1,24-8,3-1,-2 0,-13 4,-1 1,3-2,-12 3,3-3,5-3,3-2,15-4,5-3,-30 6,31-8,30-2,16-9,53 9,2-4,27 5,-23-7,5-1,15 0,6-1,16 0,3-1,-25-1,2 0,-3 0,22 0,-4 0,-15 0,-3 0,-7 0,-3 0,32 0,5 3,-10 2,-33 1,1 0,-2 0,0 1,1 1,-1 1,2-3,-2 0,22 5,-8-7,-37-4,-13-4,-14-4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22:40.32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2668 0,'-79'28,"-7"3,15-11,22-5,-2 0,1-2,-1 1,-5 2,-2 1,-14 3,-2 0,5-1,-1 0,-10 4,0 0,8 0,2 0,4-3,1 1,5 0,0 1,-9 2,-1 0,1-3,0 0,-7 1,0-2,-2-2,0-4,9-3,0-1,-5 2,1 0,15-4,2 1,-2 1,2 0,-18 5,13 1,30-8,17 3,78 17,-15-12,9-1,32 11,11-1,-21-7,4-1,3-1,-11-4,2-1,1 0,1 0,2 1,0 1,2-1,0-1,8-1,2 0,0-1,-1 0,-2 0,1 1,-2-1,-3-1,-10-1,-2-1,-2 1,1 0,27 2,-1 2,-11-1,-10 0,-10 0,-11-3,-10 1,-24 2,-34 5,-21 8,-30 16,13-15,-4 0,-9 2,-3 0,-6 1,-2 0,-8 5,-2 1,2-2,0 2,-9 8,-1 2,28-14,1 0,1 1,-22 15,2 0,-1-1,5-1,23-9,5-2,0-3,6-2,-2 8,18-9,19-14,28 2,18-2,33 4,-21-5,6-1,8-3,4 0,19 0,4 0,-2-1,3-2,-11-2,5 0,-5 0,13-1,-3 1,10 0,-5-1,-36 0,-7-1,20 4,-30-4,-26 3,-18 1,-32 11,-14-1,-31 2,-16 0,3-4,37-3,-2 1,-2-1,1 0,1 0,0 1,-5-2,2 1,-28 6,13 0,31-3,24-1,11-6,7-2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22:52.1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501 1521,'64'-6,"11"-3,-27 0,5-2,24-3,8-1,-22 3,3-1,2 0,13-2,3-1,5 0,-6 2,5 1,0 0,-6 0,-3 1,-6 1,9 0,0 3,10-1,4 0,-4 2,-9 0,4 2,-9 1,5 0,3-1,7 0,0 0,-6 1,6 1,-5 1,-2 1,-6-1,-2 0,-1 1,-4 0,0 2,-4-1,17 0,-6 0,-20 0,-7 0,20-4,-20 4,-8-4,-11 4,-3 0,8 0,1 0,20 0,11 4,10-4,0 4,5-4,-17 0,7 0,-5 0,-2 0,3 0,-11 0,-11 0,-16 0,-22 0,-54-10,-11 11,-42-4,8 22,28-3,0 3,6-1,0 1,-13 5,-1 1,3-2,-2 0,-10 5,-3 1,-2-1,-4-1,17-6,-2-1,1 0,-25 5,0 0,20-5,-3 0,2-1,7-5,2 0,2 0,-27 10,1-1,3-1,3-1,21-2,2 0,-9 0,3 0,13-5,3-2,-5 0,2-2,-40 10,9 0,10 2,31-6,14-1,23-3,55 5,8-3,-3-2,8-2,19-2,3-4,0 1,5-2,0-1,8-1,1-1,-21 1,0-1,2-1,2 1,11 0,2 0,2 0,0 0,-14 0,0 0,2 0,-2 0,-1 0,14 0,-2 0,-1 0,-1 0,-4 0,-1 0,-2 0,-5 0,3 0,-4 0,-5 0,19 0,-11 0,6 0,-36 4,-24 0,-23 0,-52 20,0-5,-1-2,-4 0,2-1,-4 0,-36 2,-11 0,21-2,-4 1,-2-1,-7 0,-1 0,-4 1,15-1,-4 0,1 0,7-2,3 0,6-1,-3 1,-20 7,-5 1,12-2,14-2,5-1,-19 5,5 0,-3 1,16-1,32-9,16-2,14-4,25 11,18-4,34 8,30-14,-40-5,7-2,2-2,7-1,2 0,10-1,4 0,2 0,-14-1,2 1,2-1,3-1,-5 1,4 0,1-1,-3 1,-6-1,14-2,-6-1,2 1,-3 1,4 1,-3-1,-14 0,-8-2,-8 0,8 2,-11 0,-29 2,-22 0,-57 15,3-2,-41 6,20 0,-2-7,18 0,15-5,28-9,57-26,7-3,-1 5,2-2,22-22,0 3,0-14,-19 13,0-2,-20 10,-14 17,-8 4,0-2,0 2,1-11,7-11,-3-5,-1-14,-7-16,-19 1,-9-14,-18 9,-12 3,-4 8,-11 6,6 13,-1 5,9 8,5 6,1-2,-5 6,-4 0,-14 9,-12 3,-13 7,34 8,-5 1,-22 2,-3 2,3 2,-2 3,20-1,-2 0,-1 2,-6 4,-2 2,4 1,-14 1,3 2,-10 2,1 1,13 0,2 1,8 0,-1 1,-8 4,-3 2,-6 4,4 0,23-5,2 0,-11 3,2 2,12-2,2 0,3-1,1 1,-3 5,0 1,2 2,2 1,7-1,1 2,-2 1,3 1,9 1,3 1,-18 40,18 1,20-5,14-17,15-2,11-12,13-6,25-3,13-9,-29-19,3-3,12-2,5-3,-6-2,5-2,1-2,3-2,3-2,5-1,4-1,6-1,2-2,-2-1,-8-1,-1-1,1-1,3-1,-2-1,3-1,2 0,0-1,-2-1,-3 1,-1 0,0 0,0-1,-1-1,3-1,-1-1,1 0,-2 0,0-1,-4 1,-1 0,-1-1,-1 0,-1 0,12-5,-1 0,-4 0,-4 0,3-3,-6 0,-3 0,-7 2,-3 0,-7 0,-6-2,-7-1,27-31,-32 7,-21 0,-22 1,-16-8,-17-5,13 24,-3 0,-3 4,-2 0,-4-9,-1-1,0 5,-2 1,0 1,0 2,-1 2,0 2,-26-13,21 22,-1 1,-22-9,17 13,-2 0,-26-11,32 16,-2 1,-1 2,-2 1,-8-4,-2 1,-5 3,-4 1,-13 1,-2 2,9 1,-1 3,-19 3,0 2,13 6,0 1,18-2,-1 0,0 2,-23 8,2 1,-1-3,1 0,10 2,1 1,-13-2,-1 0,7-1,-1 1,-4 0,-2 0,0 2,2 0,10 2,2 1,-2 3,2 2,7 0,4 4,8 2,4 2,2 3,4 3,6 1,2 4,0 4,3 4,7-1,4 2,3 0,3 1,5 1,2-1,-2 38,7-1,8-4,11-10,12 1,18-9,17-1,21-7,-22-27,6-4,9-4,5-5,10 1,3-6,-21-9,3-4,3-2,21-5,5-3,-3-2,-16 0,-3-1,9-4,-6-3,10-5,3-2,-4 0,-11 2,0-1,-9 1,4-5,7-5,8-5,-3-1,-13 3,1-7,-11 0,3-8,-9 0,-20 11,-7 0,13-34,-21 5,-12 2,-14-6,-16-5,-9-11,6 41,-2-2,-1-4,-1 0,-4 2,-2 0,-1 0,-1 1,-2 6,-1 2,0 2,-2 2,-2 3,-2 2,-39-21,30 32,-2 4,-39-7,38 17,-2 2,4 4,0 3,-4 2,-2 3,-9 3,0 2,5 0,-3 4,-1 2,-5 4,3 0,-8 3,-1 3,-4 2,-6 5,4-2,-5 3,1 1,16-4,-1 3,3-2,-7 4,4 0,-2 9,5 0,19-9,4 1,3 2,4 2,-24 33,10-5,4 1,4-14,0-1,4-7,0 0,3 7,11 5,2 8,11 3,3-3,1 2,7-13,4 5,7-10,12 1,8 5,24 5,18 3,-18-27,5-1,13-1,7-3,-10-8,6-1,1-2,-2-1,1-3,5-1,18-2,5-3,0-2,-2-2,-1-2,1-2,-23-2,2-1,0-1,2-1,12-1,2-1,1-1,-3-2,-10 0,-2-2,-1 0,2-1,5 0,1 0,-1 0,-2-2,12-5,-3 0,-4-1,-14 4,-4 1,-2-2,17-5,-5-3,-15 2,-6-2,23-23,-18-9,-33-9,-17-15,-19 24,-5-3,-1 1,-3-1,-6-9,-3 1,1 12,-3 1,-5-7,-2 1,1 10,-2 2,-7-4,-3 3,0 8,-2 5,-6 0,-2 4,1 5,-2 1,-20-4,-6 2,-13 2,-4 3,26 7,-2 1,-3 0,-7-1,-3 1,0 2,4 3,1 3,-3 0,-12 0,-2 1,0 1,7 1,0 2,1 0,-4 3,1 2,2 0,15-1,1 1,1 2,-4 4,0 3,3 1,-18 6,3 2,-4 4,4 3,19-1,5 2,9-1,2 0,-1 3,1 1,1 1,2 1,4 1,2 1,0 2,1 2,1 6,2 2,7-4,2 1,-1 3,4 2,8 2,4 0,-9 36,10 7,6-9,4-18,-5-3,4-11,0-18,5 4,13-4,6 3,14 6,25 10,15 0,-21-24,5-2,8-3,3-6,9-4,3-5,4-4,1-6,7-8,1-6,2-5,-2-5,-12-3,-2-5,-2-4,-5-5,-22 3,-6-4,23-36,-27-4,-25 5,-23-1,-21-7,-21 2,18 39,-3 1,-3-2,-3 3,-3 6,-2 1,-3 0,-2 3,1 7,-2 4,-1 2,-2 4,-6 2,0 3,0 3,-1 3,-7-1,0 2,6 4,0 1,-8 1,1 2,7 4,1 3,-5 2,1 4,7 2,3 4,7 3,3 5,6-1,6 3,-17 48,20-6,25-28,6 2,7 39,5-38,3 0,19 32,12-5,3-21,17 5,-21-36,4 0,4 2,6 0,3-5,6-1,1-2,24 6,6-3,-25-9,6-1,3-1,-3-2,17-2,-2-2,4-4,-12-2,3-2,1-1,1-2,3-2,1-1,-1-2,-2-2,-11 0,-2-2,-2-1,2 0,6-2,0-2,-1 0,-7-1,-4-3,-6-2,-4-1,21-10,-9-3,-27 2,-9-1,1-22,-20-2,-18 3,-15 3,-9-9,-21 5,1 4,-16 9,2 8,-8 10,-10 4,-8 12,-9 11,44 4,-1 3,-2 1,1 4,1 2,2 4,-38 21,14 5,25 2,12-7,17-1,10-18,5-5,3-12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04.0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682 0 8191,'-81'4'0,"9"0"2491,21 3 1,0 2-2492,-30 11 0,-12 9 0,18 5 2828,16 5-2828,13 3 0,9 15 0,17-2 0,5 10 0,18 3 0,20 5 0,22 8 681,10-13-681,12-9 0,10-1 1345,-9-17 1,5-1-1346,-2 1 0,6 4 0,-3-4 0,8 1 0,-4-4-574,-2-2 0,-6 0 574,15 18 0,-32-15 0,-24-2 1175,-22-10-1175,-10 11 3551,-13-2-3551,-8 5 1623,-13-2-1623,-6-1 0,-7 1 0,-7-11 0,2-6 0,-12-14 0,-3-12 0,-11-4-540,-7-14 540,28 10 0,-1-1 0,-32-14 0,35 16 0,3 2 0,-10-9 0,18 13 0,13-2 0,19 7 0,7 0 0,5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04.7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227 0 8191,'-26'23'0,"-5"11"4819,-4 13-4819,-7 21 0,7 3 0,4 9 0,12 0 2848,11-13-2848,12-3 1749,11-21-1749,15-9 6693,16-14-6693,14-9 0,-10-17 0,4-6 0,7-5 0,1-4-271,12-12 1,-1-4 270,-12 2 0,-5-3 0,-8 0 0,-8-2 0,6-28 0,-20 3 0,-15 4 0,-8 18 0,-3 11 0,-3 20 0,-2 12 816,-2 8-816,-1 18 0,0 9 0,-3 19 0,3 8 0,-3 21 0,3-8 0,4 20 0,0-8 0,8-4 0,3-6 0,2-19 0,5-15 0,-6-16 0,3-16 0,0-11 0,1-11 0,10-12 0,-12 9 0,4-3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05.3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14 1 24575,'0'21'0,"3"21"0,1 21 0,4 31 0,-4-44 0,-1 1-1666,0 7 0,-1 2 1666,-1 9 0,1 0 0,0-5 0,-1 0 0,0 3 0,-1 1 0,2 0 0,0-3 418,-2 27-418,0-5 687,0-53-687,0-23 0,0-11 0,3-11 1694,-2-15-1694,2-19 533,-3-17-533,4-11 0,3-9 0,12 11 0,4-4 0,18 18 0,2 15 0,13 9 0,18 20 0,13 7 0,-36 12 0,1 6-226,4 1 0,-1 5 226,4 6 0,-3 4 0,-5 4 0,-3 1 0,-4-1 0,-4 1 0,8 35 0,-21-4 0,-23-1 0,-27 1 0,-13-9 0,-28 1 0,-11-11 0,-3-2 0,-14-14 0,14-11 0,-21-10 0,12-11 0,-3-2-493,3-13 493,26 2 440,7-3-440,24 0 0,11 0 0,4 3 0,7-6 0,1 6 505,13-5-505,10 8 0,14-5 0,9 6 0,-14 4 0,-5 1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05.8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242 0 24575,'-25'7'0,"-7"15"0,-18 17 0,3 33 0,22-25 0,3 3-845,8 4 1,3 3 844,1 7 0,5 0 0,7-10 0,7-1 0,6 1 0,7-4 0,36 32 70,18-26-70,11-22 0,9-38 0,-5-29 0,-47 8 0,-3-5 196,-6-9 0,-4-4-196,14-39 0,-26 35 0,-3-1 0,4-33 0,-7 3 847,-10 14-847,-6 15 380,-2 11-380,1 15 0,1 9 0,-1 6 0,0 4 0,-4 0 0,-3 1 0,-1-1 0,-3-4 0,6 4 0,2 1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06.2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1 268 8191,'32'50'0,"14"18"2194,-18-24 0,0 3-2194,4 3 0,-1-2 0,19 29 2897,-15-18-2897,-9-21 1801,-15-24-1801,-7-14 6529,-1-4-6529,-3-17 769,-7-10-769,-1-19 0,-8-7 0,5-4 0,-1 0 0,5-3 0,2 3 0,5-3 0,15 0 0,8 5 0,19 3 0,7 14 0,5 11 0,-1 10 0,-7 12 0,-15 2 0,-9 7 0,-14 0 0,-5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07.0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62 24575,'21'0'0,"21"-4"0,33 0 0,-24 2 0,3 0-1640,8-2 1,4 1 1639,17 1 0,2 0 0,-7-2 0,1 0 0,8-1 0,-4-1 0,-26 4 0,-7-1 257,17-7 1,-46 9-1,-17-2 1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07.39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8 8191,'36'4'0,"4"0"4955,19-1-4955,13-2 0,6 3 0,12-4 0,9 0 0,-12 0 0,4-7 0,-36 2 707,-18-3 1,-23 5 0,-10 3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08.6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8191,'3'57'0,"2"33"4053,2 6-4053,-3-29 0,0 6 0,-1-6 0,0 5 0,0 3-557,-1 20 1,-1 6 0,1 1 556,-1-23 0,0 1 0,1 1 0,-1 0 0,-1 4 0,0 2 0,-1-2 0,2-5 450,-1-2 0,2-5 0,-1-3-450,-1 15 0,1-7 0,2-24 0,0-7 3878,2 10-3878,-1-29 704,3-29-704,-7-12 0,4-3 0,-4 10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09.7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32 0 8191,'90'8'0,"0"0"0,-19 0 0,-4 1 2445,-11 0 1,-6 3-2446,-2 10 2840,-23-5-2840,-13 5 1740,-4 1-1740,-5 11 6720,-13 2-6720,1 9 193,-17-2-193,5 3 0,-5-4 0,-4 4 0,-2-7 0,-6 3 0,0-4 0,-1-3 0,-3-4 0,3-1 0,1-10 0,0 2 0,13-10 0,3-4 0,18-4 0,8 2 0,5-1 0,18 10 0,2 0 0,44 12 0,-14 4 0,25 8 0,-33-4 0,-9-1 0,-21-7 0,-10 10 0,-6-5 0,-5 14 0,-11-4 0,-2 1 0,-10-5 0,0 0 0,-7-6 0,-5-2 0,-4-7 0,-3-7 0,7-9 0,-6-3 0,6-11 0,0-1 0,4-11 0,4 6 0,8-4 0,0 8 0,7 2 0,1 3 0,3 4 0,7 0 0,9 0 0,-2 0 0,4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0.34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204 1 24575,'-19'11'0,"-7"8"0,-6 8 0,-3 15 0,1 8 0,7 12 0,7 0 0,9 3 0,11-11 0,4-4 0,7-15 0,1-12 0,7-9 0,0-13 0,4-9 0,0-14 0,3-13 0,-3-7 0,3-4 0,-6-2 0,-2 1 0,-2 2 0,-5 3 0,-3 11 0,-5 2 0,-3 9 0,0 5 0,-3 8 0,-1 3 0,-7 8 0,-5 0 0,0 7 0,1-6 0,7 2 0,4-7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1.2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46 1 8191,'-7'96'0,"2"0"4026,-1-3-4026,3-29 0,1 2 0,-1-12 0,-1 0 0,-1 17 0,2 0 0,1-18 0,0-3 2838,-2 47-2838,4-10 0,0-10 1854,4-7-1854,0-12 6347,3-13-6347,-2-21 1187,1-17-1187,-5-8 132,6-24-132,-6 4 0,2-6 0,-3 12 0,0 8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1.8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8 24575,'14'0'0,"2"0"0,31 3 0,2-2 0,29 2 0,-22-3 0,26 0 0,-31-3 0,15-1 0,-27-1 0,-9 2 0,-18 3 0,-6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4.0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300 1 24575,'-8'0'0,"1"0"0,-5 0 0,4 0 0,-7 3 0,0 5 0,-5 4 0,1 10 0,-3-1 0,5 5 0,2 1 0,7 0 0,12 14 0,17 6 0,22 11 0,-8-22 0,5-1 0,32 22-495,-15-17 0,2-3 495,-14-13 0,-1-2 0,6 7 0,-1-2 0,11-3 0,-27-6 0,-22-11 0,-4-3 0,-6 11 0,-11 1 990,-8 11-990,-16-4 0,-1 11 0,-3-3 0,3 1 0,-6 5 0,-2-6 0,-10 8 0,-19-8 0,4-4 0,-22-15 0,22-6 0,0-6 0,29-3 0,13 2 0,15-6 0,3 3 0,4-7 0,1-1 0,6-9 0,-2 10 0,2-2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4.6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162 0 24575,'-11'7'0,"-11"9"0,-9 21 0,-9 11 0,9 13 0,9 4 0,17-6 0,16-6 0,13-7 0,14-22 0,4-6 0,7-21 0,0-16 0,-6-15 0,-5-23 0,-19-2 0,-5-5 0,-10 8 0,3 9 0,-6 9 0,2 12 0,-3 18 0,4 19 0,0 14 0,7 23 0,1 4 0,3 9 0,0-3 0,4 13 0,-3-17 0,2 9 0,-6-27 0,-4-10 0,-2-18 0,2-23 0,4-9 0,6-31 0,-2 20 0,-4-2 0,-5 27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5.0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24575,'3'19'0,"1"24"0,7 7 0,1 29 0,10 8-757,-4 8 757,8 2 0,-19-46 0,0 0 0,14 33 0,-15-1 0,4-18 187,-6-15-187,-3-5 0,2-13 0,-3 1 0,0-9 0,3 6 570,-2-6-570,6 2 0,-6-3 0,6-6 0,-7-3 0,7-10 0,-6 0 0,2-4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6.8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24575,'0'18'0,"3"35"0,5 13 0,-2-13 0,0 2 0,2 19-3531,6 25 3531,-6-31 1103,0 9-1103,3-5 0,-7-8 579,0-15-579,3-8 0,-6-15 0,2-17 0,-3 1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7.29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54 24575,'8'0'0,"10"0"0,12 0 0,20 3 0,18-2 0,5 2 0,0-9 0,-6 1 0,-13-10 0,-8 7 0,-12-3 0,-8 7 0,0-3 0,14 6 0,14-2 0,19 3 0,10 0 0,-9 0 0,-26 0 0,-21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8.0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24575,'0'18'0,"3"-1"0,5 33 0,0 0 0,3 22 0,-3 1 0,-1 4 0,-2 3 0,1 5 0,-1 2 0,2-8 0,1-7 0,-1-12 0,1-13 0,0-15 0,-4-7 0,-1-24 0,-6-1 0,-2-22 0,-6-13 0,6 12 0,-2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8.5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8 8191,'37'-4'0,"-2"1"5063,17 3-5063,8 3 2818,7 2-2818,-2 2 1719,-13 1-1719,-21 0 6784,-9-4-6784,-11 3 0,-7-3 0,0 4 0,-1 6 0,-2 6 0,2 7 0,-3 11 0,0 1 0,0 7 0,-3 10 0,-5-4 0,-11 5 0,-1-14 0,-20 1 0,7-15 0,-13 1 0,8-11 0,10-7 0,2-4 0,18-1 0,1-7 0,7 4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9.0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192 0 18412,'-37'50'0,"4"0"2807,-8 7-2807,10 5 1052,3-7-1052,13-9 551,8-19-551,10-16 1753,8-18-1753,2-2 0,2-10 0,-4 11 0,-3 1 0,-4 10 0,6 5 0,5 14 0,6 0 0,8 8 0,1-7 0,5-7 0,3-2 0,7-9 0,-2-5 0,16-15 0,-18 2 0,-7-2 0,-21 8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9.4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146 4 8191,'-40'-4'0,"3"8"5063,18 4-5063,-3 8 2818,9-1-2818,2 4 1719,7-3-1719,4 13 6784,7-8-6784,5 13 0,21 0 0,6 2 0,21 5 0,2 1 0,9 4 0,-15-6 0,-11-2 0,-23-15 0,-15-4 0,-3-7 0,-11 6 0,-2-5 0,-13 9 0,-2-3 0,-3 1 0,0 2 0,4-9 0,10 2 0,0-11 0,9-1 0,-1-6 0,2-5 0,3-7 0,0 6 0,0-1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19.79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24575,'3'22'0,"5"16"0,0 13 0,10 22 0,-2 1 0,11 17-849,-3-5 849,-6-37 0,-1-1 0,7 30 209,3-13-209,-16-23 0,-1-19 0,-9-8 0,3-11 0,-4-1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0.2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16 8191,'0'-8'0,"0"4"0,0 1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0.7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1 221 24575,'3'-4'0,"1"0"0,4 4 0,0 0 0,-1 0 0,7-3 0,2-1 0,17-4 0,6-3 0,7 3 0,3-7 0,-13 7 0,17-7 0,-12 4 0,19-4 0,-14-1 0,-1 5 0,-7-4 0,-3 0 0,2 2 0,-6-4 0,3 8 0,-14-2 0,-6 7 0,-10 1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1.3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277 0 24575,'-15'7'0,"-8"12"0,-22 23 0,-4 10 0,-4 16 0,11-6 0,14 3 0,13-14 0,8-9 0,14-16 0,-2-14 0,16-5 0,-1-7 0,21-14 0,-2-9 0,10-13 0,-10-12 0,-5 9 0,-15 1 0,-1 2 0,-13 15 0,5-1 0,-9 11 0,2 10 0,-3 5 0,7 18 0,1 10 0,11 17 0,-6 6 0,1 3 0,0-1 0,-4-10 0,7-9 0,-5-4 0,3-17 0,-3 1 0,-4-11 0,-2-2 0,-1-2 0,12-3 0,10-3 0,9 2 0,-12-3 0,-7 4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2.0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24575,'0'15'0,"3"8"0,1 18 0,1 14 0,1 11 0,-1-1 0,2 10 0,4-1 0,-2 17-267,-2-36 1,0 1 266,-1 6 0,0 2 0,-1-1 0,1 0 0,3-5 0,0-5 0,4 24 0,2-21 0,-7-28 0,-5-13 0,-3-13 0,0-5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2.49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1 204 24575,'7'0'0,"1"0"0,3 0 0,4-3 0,18-1 0,13-4 0,19-3 0,-3-1 0,2-3 0,-15-3 0,-13 1 0,-11 6 0,-11 1 0,12 5 0,19-2 0,9 0 0,6 0 0,-8 1 0,2-1-313,19-1 1,-1-2 312,24-5 0,-27 3 0,-32 5 0,-23 3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4.19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250 8 8191,'-29'-4'0,"4"4"5063,-15-4-5063,11 14 2818,-6 0-2818,12 12 1719,8-2-1719,7 10 6784,5 1-6784,6 11 0,8 1 0,9 3 0,17 0 0,2-3 0,10 2 0,-10-13 0,-5 2 0,-15-15 0,-5-7 0,-6-5 0,-4-4 0,3-2 0,-6 6 0,2-3 0,-6 11 0,-5 1 0,-4 4 0,-10 5 0,5-8 0,-12 6 0,2-8 0,-5-6 0,-6 1 0,7-9 0,0 2 0,5-6 0,6-2 0,5-2 0,4-1 0,6 1 0,2 2 0,3 2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4.8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166 0 8191,'-22'16'0,"-5"9"5063,-5 7-5063,-2 14 2818,10 4-2818,9 1 1719,5-5-1719,9-15 6784,1-12-6784,7-15 0,9-19 0,13-15 0,0-10 0,8-2 0,-10 5 0,-4 17 0,-12 2 0,-1 17 0,-9 2 0,9 24 0,-1 7 0,9 22 0,2 1 0,-1 2 0,0-14 0,-4-2 0,-3-13 0,-1-12 0,-4-6 0,1-10 0,3-3 0,-3-5 0,0 3 0,-5-2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5.1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24575,'11'40'0,"7"11"0,2 23 0,10 13-1055,-5 1 1055,-12-39 0,1 1 0,13 44 0,-3-3 0,2-14 345,-7-17-345,-3-17 175,-5-9-175,-4-15 0,-3-4 0,3-11 535,-6-4-535,-1-11 0,-1 2 0,-2-2 0,3 8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5.6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24575,'4'3'0,"-1"1"0,-3 1 0,0-2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5.9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24575,'0'4'0,"0"-1"0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6.54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8191,'26'52'0,"0"0"0,12 31 1268,-3-8 0,0 4-1268,-8-10 0,-1-4 1361,-6-18 0,0-2-1361,-1 6 0,1-1 0,13 21 2024,-17-29-2024,-1-12 5636,-19-31-5636,-1-19 2981,-13-10-2981,5-11 485,-9-9-485,-4-14 0,-6-2 0,-13-17-456,2 5 456,-3 0 0,21 34 0,8 17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6.8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16 8191,'34'-8'0,"7"4"5063,1 1-5063,21 3 0,29 5 0,7 3 711,-37-2 1,2 1-712,-8 3 0,-3 1 1899,38 5-1899,-33-2 0,-33-4 6182,-22-2-6182,-6 7 0,-12 11 0,-12 6 1817,-9 3-1817,-9-1 0,2-3 0,0 0 0,-2-4 0,6-4 0,4-8 0,8-7 0,9-1 0,2-6 0,4 2 0,-2-3 0,2 0 0,-7 0 0,3 0 0,4 0 0,5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7.51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377 1 8191,'-32'3'0,"-5"5"4922,-21 7-4922,-3 15 2836,7 6-2836,0 13 0,15-2 1736,12 0-1736,16-12 6732,8-9-6732,6-11 158,-2-3-158,9-8 0,5-4 0,9-8 0,9-14 0,2 1 0,0-8 0,-5 9 0,-7 5 0,-8 8 0,-8 7 0,0 7 0,-3 9 0,7 10 0,1-5 0,0 9 0,-1-18 0,-7 3 0,3-11 0,-3 0 0,7-4 0,14-7 0,-6 2 0,3-3 0,-15 5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7.96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147 1 24575,'-15'0'0,"-8"0"0,-8 6 0,-1 6 0,6 1 0,14 5 0,5-3 0,10 5 0,8 10 0,8 2 0,19 3 0,5 2 0,16-2 0,-4 4 0,-5-8 0,-20-8 0,-12-8 0,-14-4 0,-4 1 0,-8 3 0,-7 1 0,-5-1 0,1 0 0,3-6 0,5 1 0,7-6 0,-3 1 0,3-2 0,0-6 0,0-5 0,11-7 0,-5 6 0,4-1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8.29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24575,'4'8'0,"10"13"0,-2 11 0,15 25 0,-4 13 0,7 4 0,-10-5 0,5-5 0,-9-13 0,6 2 0,-6-10 0,-1-5 0,-4-11 0,-3-4 0,-4-11 0,-1-1 0,-3-7 0,0-1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8.6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1 106 24575,'12'-7'0,"5"-1"0,6 1 0,5-1 0,12 0 0,9-3 0,9 3 0,11-3 0,-14 7 0,-14-3 0,-19 6 0,-8-2 0,5 0 0,14-2 0,4-2 0,-10 3 0,-10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29.1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143 0 24575,'-7'0'0,"-8"11"0,-11 12 0,-3 16 0,-6 18 0,16 12 0,8-1 0,11 8 0,11-20 0,1-9 0,7-20 0,-7-16 0,2-8 0,1-10 0,8-11 0,1-10 0,5-20 0,-9 4 0,6-5 0,-14 8 0,6 3 0,-13 7 0,2 5 0,-4 14 0,1 12 0,1 8 0,1 15 0,5 11 0,-2 6 0,9 9 0,-6 1 0,3-3 0,0 6 0,1-3 0,-1-10 0,-4 4 0,0-23 0,-6 1 0,-2-11 0,0 1 0,-2-7 0,3 1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30.1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24575,'4'8'0,"0"24"0,3 5 0,1 28 0,-4 7 0,0 6 0,-1-4 0,-2 11 0,5-10 0,-5 6 0,6 2 0,-3-23 0,1 7 0,5-24 0,-9-1 0,6-18 0,-4-3 0,2-9 0,-1 4 0,-4-8 0,-1-1 0,-2-7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30.5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1 191 24575,'16'-13'0,"32"-14"0,2 6 0,30-14 0,-1 5 0,-17 4 0,-9 6 0,-23 9 0,-15 4 0,-8 7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31.0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0 309 24575,'0'8'0,"0"13"0,3 7 0,8 12 0,9-2 0,3-11 0,0-8 0,-1-8 0,-6-6 0,9-5 0,-4-5 0,18-9 0,4-2 0,8-3 0,-2-3 0,-11 6 0,-11-6 0,-9 6 0,-10-13 0,-2 1 0,-5-13 0,-1-4 0,-1 2 0,-2 1 0,0 9 0,-2-1 0,-2 6 0,-4 2 0,2 14 0,1 2 0,1 9 0,3-2 0,0 3 0,1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32.8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0 393 24575,'8'0'0,"13"-3"0,10 2 0,32-2 0,28 0-1653,-15-2 0,6-1 1653,8-3 0,6-1-668,-16 1 1,5-1 0,1 1 667,8-2 0,2 1 0,0-1-1676,-3 0 1,1 0 0,6 0 1675,-18 2 0,6 0 0,1 0 0,-1-1 0,-7 2 0,16-3 0,-7 2 0,8-2-673,-10 0 1,10 0 0,3-1 0,-5 1 0,-10 1 672,2 1 0,-9 1 0,2-1 45,15-3 0,1-2 1,-8 2-46,-7 2 0,-11-1 1265,16-8-1265,-39 6 4055,-27 5-4055,-32 5 6064,-23 10-6064,-28 1 0,-26 8-42,18-1 0,-6 2 42,-7-5 0,-3 2 0,-11 7 0,-1 0 0,5-5 0,1-1 0,-1 3 0,2 1 0,15-5 0,2 0 0,-3 1 0,3-1-636,19-3 1,3-3 635,1 0 0,3-2 0,-17 5 0,10-7 0,35 3 0,13-6 2101,12 2-2101,19-3 1429,1-3-1429,30-1 0,0-7 0,3 2 0,-12-1 0,-24 2 0,-15 4 0,-11-3 0,-18 3 0,-9 0 0,-45 0 0,-23 12 0,36-4 0,-4 1-895,-12 4 0,-5 3 895,13-1 0,-4 0 0,1 0-1399,3-1 0,0 0 1,-2 1 1398,-9 3 0,-2 0 0,3 0 0,-14 0 0,7-1-548,14-1 1,7 1 547,-27 5 0,49-9 0,30-2 1283,16-7-1283,3 3 0,0-2 0,-4 2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40.8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8 24575,'4'-3'0,"3"2"0,-3-3 0,3 4 0,1 0 0,6 0 0,16 4 0,20-3 0,30 2 0,-30-1 0,1-1-584,5 0 1,1-1 583,9 2 0,0 0 0,-8-2 0,-2 0 0,8-2 0,-3 0 0,22 1 0,-12-2 0,-33 3 0,-15 0 0,-9 0 0,-3 0 0,11 0 1167,2 0-1167,10 0 0,-4 0 0,-6 0 0,1 0 0,-15 0 0,0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26:44.7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69 24575,'5'-3'0,"1"2"0,-1-2 0,2 3 0,1 0 0,3-4 0,7 3 0,3-2 0,1 0 0,4 2 0,-3-2 0,8 3 0,-8 0 0,19 0 0,-5 0 0,27 0 0,7 0 0,28 0-699,-38 0 0,2 0 699,3 0 0,1 0 0,1 0 0,-1 0-59,-12 0 0,-3 0 59,33 0 0,-19-4 0,-29 0 0,-9 0 0,-13 0 0,-3 4 1389,6 0-1389,8 0 127,5 0-127,11 0 0,-3 0 0,9 0 0,-12 0 0,4 0 0,-6 0 0,1 0 0,-4 0 0,-2 0 0,-6 0 0,-7 0 0,-2 0 0,-3 0 0,-2 0 0,5-3 0,-2 2 0,3-6 0,-3 7 0,-1-7 0,-4 6 0,1-2 0,-4-1 0,3 3 0,-6-2 0,2 3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26:52.54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0 248,'78'-24,"-4"6,-3 3,24 4,-44 5,3 0,30-1,7 1,-25 3,2 0,4 0,21-1,7 1,1-1,-18-1,0-1,2 0,-1 1,1 1,1 0,-2 0,-2-1,16-5,-4-1,-5 1,15 1,-11-1,-26-2,-11-1,4 0,-25 6,-35 11,-33 36,2-11,-31 29,7-23,-21 11,-6-7,31-14,-1 0,-36 12,29-9,0 0,-16 10,-3 7,44-18,20-8,7-12,40 11,-8-8,27 9,-21-12,-16 0,-32 14,-27 5,-38 26,27-24,-3 0,0 0,0 2,-14 9,2 0,16-10,3 0,-5 5,3 1,-20 16,21-5,19-15,22-9,8-10,20-1,10 1,45 3,21-6,-32-5,3-2,8-1,1-2,-11 0,0-1,1-2,-5 0,5-1,-18-1,-27 6,3-4,-10 3,6-2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26:54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0 224,'94'-8,"-27"2,8 0,-1 2,7 1,3-1,-12 0,1 0,4-1,3-1,3 1,5-2,2 0,0 0,-4 0,6-1,-3 0,-1 0,2 0,8-1,4 1,-4-1,-7 0,-9-2,-7 0,-2 1,21 2,-11-1,-3-8,-47 12,-27 2,-55 13,-3 7,4-3,-5 2,1 4,-1 0,-1 0,-1 0,-10 5,0 2,0-1,0 2,-2 2,1 0,7 1,4 0,9-4,6-1,-11 20,22-4,18-7,17 3,10-3,21 0,6-4,7-12,-1-1,-10-13,-6 6,-17 0,-9 1,-21 17,-14 3,-18 11,-18 10,-10-6,0 6,12-7,24-10,16-3,14-10,8 1,8-5,7 7,1-9,9 8,-5-8,3 1,-8-6,-7 0,-25 12,1-5,-13 14,13-6,9-3,6 9,16-1,15-1,17 3,31-6,-8-3,20-5,-21-12,-14-5,-15-3,-21 0,-5 0,5 0,11-7,12-1,1-7,2 0,-17-1,-6 5,-15 0,0 0,-3-1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5T22:27:03.359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730 672,'86'-15,"7"3,-10 2,10 1,-12 6,4 1,6 1,-9-2,4 0,4 0,4 0,-12 2,4-1,3 1,1 0,0 0,-1 0,-3-1,0 2,-1-1,1 0,2-1,2 1,-2-1,3 0,1-1,1 1,0-1,-2 0,-3 1,4-1,-2-1,-1 1,-1 0,1-1,0 1,5 0,1 0,1 0,-2 0,-4-1,-5 1,8-2,-6 0,-4 0,-1 0,17 0,-4 1,-12 0,-13 1,-12 0,7-4,-2 7,-37-4,-15 1,-52-8,-6 2,-9 1,-30-1,-8 1,24 4,-3 0,-5 0,0 2,-6-1,-1 1,2 1,8 0,2 1,-1 0,-6 0,-5-1,-5-1,-3 1,1 0,3 1,-11 2,3 2,0 0,-1-1,15-2,-3 0,1 0,2 1,3 1,-4 2,4 2,2-1,3 0,-12-1,4-1,7 1,-3 2,8 1,19 0,5-1,-2-2,30 2,17-7,46-14,-10-2,22-8,-27 5,-14 8,-14 4,-50-11,-23 5,10 1,-7 2,-19 2,-4 2,6 0,-1 1,19 3,-3 0,2 0,-21-1,4 0,9 2,2 1,-3-2,4 0,-23 2,23 0,45-3,29 2,42-9,15 5,-6 0,4-1,0 0,3-1,27-1,2 0,-13-1,3 0,-6 2,5-1,-2 2,-6 0,-2 1,0 0,27-3,-1-1,-5 2,-6-1,-25 3,-5-2,34-7,-18 6,-21-3,-16 3,-18 4,-54-10,-1 5,-45-3,10 2,9 9,14-2,33 3,23 0,51 7,14-5,-15 1,4 0,-1-2,2-2,0 0,1-1,1 0,-1 0,-2-2,0 0,2 0,-1 1,-7-1,2 0,10 2,1 0,-5 0,0 0,11 2,1 0,-5 0,1 0,18 0,1 0,-19 0,-1 0,14 0,-5 0,12 0,-27-3,-34-1,-92-11,-4 6,7 2,-6 0,-4 4,-4 2,9-1,-3 1,-1 0,-5 1,0 0,-6 0,3 0,-6 0,-2 0,-2 0,12 1,-2 1,-1 0,-1-1,-1 1,-5 0,-1-1,-2 1,-1 0,-4 1,15 0,-4 1,-2 0,-1 1,1-1,2 1,3 0,-15 0,2 0,3 1,0 0,1 0,2 1,-1 0,1 1,4 0,7-1,-15 2,8 0,10 1,8-1,11 0,-8 1,48-4,21-1,53 9,23 2,-11-7,7-1,17 0,5-2,-28-2,2-2,1 1,9 2,3 0,1 0,6-1,3 0,0 1,5 0,1 1,-1-1,-5-3,-2 0,-3 0,-12 0,-3 0,-6-1,6-1,-12 0,-14 0,-22 0,-95-4,36 4,-36-4,56 4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07.7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24575,'3'22'0,"1"23"0,4 14 0,-1 19 0,-2 9 0,1 9 0,-1-5 0,-2-33 0,1-2 0,4 32 0,3 11 0,-6-28 0,5-10 0,-9-20 0,6-17 0,-7-16 0,0-16 0,-1-5 0,-2 2 0,3 8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08.3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53 24575,'4'-4'0,"13"-3"0,11 3 0,34-3 0,-14 2 0,47-1 0,-28 5 0,19-6 0,-22 6 0,-18-6 0,-19 7 0,-9-4 0,-1 4 0,17 0 0,38 7 0,12 2 0,-33-2 0,1 1 0,0-2 0,-1 0 0,32 5 0,-27-7 0,-26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09.1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0 224 24575,'11'17'0,"1"31"0,-4 11 0,-1 20 0,-6-24 0,-2 1 0,1 23 0,0 19 0,0-56 0,0-27 0,4-16 0,0-13 0,0-16 0,6-9 0,-5-15 0,6 1 0,-3-7 0,-1-4 0,4-6 0,1-1 0,3 2 0,0 5 0,1 6 0,-1 13 0,-3 14 0,-5 13 0,0 7 0,-3 3 0,4 1 0,-1 2 0,1 6 0,3 16 0,4 25 0,6 26 0,-7-16 0,0 3 0,0 0 0,0 2 0,1 5 0,-2-1-768,-1-7 0,-1-1 768,1-1 0,-2-2 0,6 33 0,3-8 0,-7-14 0,-2-14 0,-5-5 0,1-11 0,-5-12 1536,3-11-1536,-4-9 0,0-6 0,-4-8 0,0-1 0,0 0 0,0 5 0,4 8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09.6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46 24575,'17'0'0,"10"0"0,9 0 0,5 0 0,0 0 0,-2 0 0,6-3 0,-6-1 0,-2-4 0,-10 4 0,-8 1 0,-11-1 0,-2 3 0,-5-5 0,9 5 0,-5-3 0,6 1 0,-3 2 0,-1-2 0,1 3 0,-4 0 0,0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22.4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31 24575,'11'0'0,"48"-3"0,-15-2 0,29-2 0,-32 3 0,-7 0 0,-7 1 0,6 2 0,-9-2 0,2 3 0,-7 0 0,0 0 0,-7 0 0,-5 0 0,-3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23.0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84 24575,'21'-3'0,"17"-5"0,17 0 0,10-3 0,-4 0 0,-8 2 0,-4 2 0,-7 0 0,-1 3 0,-10-4 0,-4 4 0,-16 1 0,-4 3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29.2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398 1 24575,'3'14'0,"-2"-1"0,3 23 0,-8 1 0,-7 31 0,-9 7 0,-7 15 0,9-42 0,-1 2-548,-3 5 1,-1 2 547,-5 11 0,-2 2-806,1-6 1,0 1 805,1 6 0,2-3 0,3-17 0,4-4 0,-5 30 0,6-36 0,14-30 0,0-16 748,11-23-748,-2-4 1958,3-17-1958,-5 19 0,-3 6 0,0 21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29.6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24575,'10'0'0,"6"3"0,0 9 0,9 11 0,-1 5 0,13 13 0,1 1 0,8 5 0,-1-1 0,4 0 0,-9-14 0,4-2 0,-13-8 0,3-6 0,-4 0 0,-3-2 0,-1-5 0,-10-2 0,-5 0 0,-4-6 0,-6 3 0,2-4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0.0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69 24575,'3'-5'0,"5"-1"0,7 5 0,11-9 0,5 1 0,4-3 0,-8 5 0,-5 0 0,-4 3 0,-5 0 0,1 0 0,-6 4 0,0 0 0,-4 0 0,-1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1.1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24575,'4'8'0,"2"13"0,-1 7 0,2 18 0,4 5 0,-2 2 0,2 1 0,-4-10 0,1-3 0,-1-14 0,-2-1 0,-2-9 0,-3-6 0,0-8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2.0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24575,'7'0'0,"1"0"0,0 0 0,3 0 0,0 0 0,1 0 0,2 0 0,2 0 0,13 3 0,10-2 0,11 6 0,3-6 0,-10 2 0,-6 1 0,-18-4 0,-8 7 0,-7-6 0,-4 3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2.3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1 175 24575,'7'-3'0,"1"2"0,3-6 0,-3 6 0,3-6 0,0 7 0,1-7 0,3 3 0,4-4 0,7 0 0,8-3 0,19-4 0,11-1 0,13-2 0,7-1 0,2-4 0,-35 10 0,-10-1 0,-37 14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3.0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246 1 24575,'-3'4'0,"-19"13"0,-10 4 0,-18 17 0,-1 8 0,9 4 0,14 1 0,14-2 0,10-3 0,18-3 0,6-4 0,21-12 0,34 3 0,3-16 0,8 2 0,-18-13 0,-36-3 0,-14 7 0,-19-2 0,-14 9 0,-1 5 0,-7 5 0,3 10 0,5 1 0,4 7 0,3 4 0,4 5 0,0-1 0,8-4 0,0-8 0,4-10 0,-1-6 0,4-7 0,-2-6 0,5-2 0,1-7 0,8-4 0,14-7 0,3-1 0,12-7 0,-16 7 0,-10 5 0,-16 3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3.7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259 78 8191,'-39'0'0,"1"3"5063,0 8-5063,-1 12 2818,4 12-2818,4 8 1719,8 10-1719,11-6 6784,9-1-6784,7-8 0,7-18 0,-2-2 0,1-13 0,5-5 0,4-11 0,12-15 0,3-13 0,1-11 0,5-10 0,-8 5 0,5-1 0,-10 10 0,-4 8 0,-11 12 0,-5 14 0,-7 13 0,0 24 0,-4 15 0,3 14 0,-2 11 0,6 4 0,-2-2 0,6-3 0,-6-10 0,2-8 0,0-7 0,-2-15 0,3-13 0,-4-12 0,-4-10 0,3-4 0,-2 5 0,3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4.2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24575,'0'11'0,"4"12"0,3 18 0,5 22 0,0 11 0,-1 13 0,-7-9 0,-1 9 0,-6-3 0,-1 12-1397,-1-9 1397,2 13 0,10-13 0,-2-7 0,9-4 340,-6-25-340,3-12 0,-6-17 0,1-15 0,5-10 0,2-5 0,-1-1 0,-5 3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4.8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189 1 24091,'-34'29'0,"-1"7"0,-3 21 0,3 5 241,11 4-241,6-8 80,13-9-80,5-14 41,5-12-41,6-12 122,0-7-122,15-11 0,8-12 0,9-8 0,3-11 0,-8 0 0,-8 0 0,-7 3 0,-5 5 0,-6 14 0,-4 9 0,-1 29 0,-3 3 0,7 24 0,-3-9 0,6 5 0,-8-10 0,4-7 0,-10-10 0,4-7 0,-1-10 0,-2-2 0,2-3 0,-3 1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5.5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304 389 24575,'-7'0'0,"-11"7"0,-10 8 0,-14 16 0,-9 12 0,-2 10 0,9 9 0,10-7 0,15 5 0,11-20 0,8 1 0,11-17 0,9-2 0,13-13 0,16-3 0,6-16 0,9-6 0,-3-17 0,-4-10 0,-7-13 0,-5-9 0,-14-4 0,-3-19 0,-13 16 0,-6-10 0,-5 22 0,-4-4 0,0 10 0,-4 1 0,0 8 0,-4 20 0,4 4 0,1 21 0,-1 7 0,3 16 0,-2 16 0,3 8 0,0 10 0,3 11 0,5 3 0,4 5 0,3 0 0,3-9 0,-2-6 0,0-11 0,-5-15 0,-4-2 0,1-9 0,-1 2 0,1-9 0,-4 4 0,-1-12 0,-3 9 0,0-9 0,0-2 0,0-3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6.6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427 1 24575,'0'11'0,"-4"15"0,-3 13 0,-19 25 0,-8 12 0,-16 5 0,23-37 0,-1 0 0,-27 35 0,23-35 0,0-2 0,-10 16 0,-5 0 0,27-34 0,5-1 0,8-19 0,7-5 0,0-23 0,3-2 0,-2 2 0,2 7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7.0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24575,'18'7'0,"5"8"0,12 16 0,9 11 0,10 9 0,4 6 0,-18-22 0,2 1 0,30 29 0,-31-27 0,-1-1 0,20 17 0,-17-8 0,-14-15 0,-14-12 0,-4-12 0,-3-3 0,6-4 0,-1-4 0,-1 4 0,-6-4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7.5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8191,'77'4'0,"0"0"0,-1 0 0,21 2 0,-4 1 1906,-5 0 0,-7 2-1906,13 7 2952,-46-8-2952,-31 3 1866,-13-4-1866,-11 5 6304,-12 14-6304,-13 5 1450,-14 9-1450,3 2 0,-2-1 0,10-5 0,0 5 0,1-6 0,6-3 0,2-2 0,7-11 0,10-3 0,3-5 0,16-7 0,-4 0 0,18-4 0,6-7 0,10 2 0,12-10 0,-26 10 0,-2-1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7.9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16 24575,'7'0'0,"21"0"0,8-3 0,28 2 0,9-2 0,-3-1 0,-13 3 0,-23-2 0,-23 6 0,-12 2 0,-3-1 0,0-1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8.2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24575,'4'5'0,"7"-2"0,11-3 0,16 0 0,19 0 0,12 3 0,26 2 0,2-1 0,1 3 0,-16-6 0,-31 2 0,-18-3 0,-22 0 0,-8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9.0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23 1 24575,'0'11'0,"0"18"0,0 21 0,0 24 0,0-19 0,0 4-678,0 0 0,0 2 678,-2 6 0,1 3 0,0 0 0,1-2 0,-2-9 0,0-2 0,1 4 0,-1-3 0,1 28 330,-2-12-330,-1-35 0,3-14 0,-2-28 0,3-2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39.4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84 24575,'11'0'0,"1"-4"0,0 4 0,5-7 0,3 3 0,14-4 0,14 0 0,29-3 0,17 3 0,-42 2 0,2 1 0,3 1 0,-1 0 0,-4 2 0,-2 0 0,42-1 0,-15 0 0,-28 2 0,-22-3 0,-13 4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40.0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277 1 8191,'-31'18'0,"-17"19"5063,-9 12-5063,-3 16 0,25-4 0,9-3 0,14-4 2818,5-11-2818,7-16 1719,3-9-1719,1-14 6784,4 0-6784,6-11 0,2-12 0,10-15 0,-2-13 0,2-6 0,-6 7 0,-2 5 0,-6 14 0,-4 15 0,-5 16 0,4 19 0,1 16 0,7 4 0,4 3 0,-3-4 0,2-10 0,-9-6 0,1-14 0,-6-5 0,4-10 0,3-5 0,-6 3 0,1-2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40.6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24575,'4'3'0,"6"12"0,-8 12 0,12 16 0,-9 11 0,9 4 0,-2 7 0,3 0 0,-3-3 0,-1-8 0,-7-15 0,-1-23 0,-3-17 0,7-32 0,5-4 0,11-18 0,4 15 0,0 3 0,-1 21 0,-7 6 0,0 10 0,-8 3 0,0 1 0,0 11 0,-2 8 0,5 5 0,-2 13 0,0 2 0,-5 4 0,-3 6 0,-8-3 0,-3 4 0,-5-11 0,-4-2 0,4-20 0,1-7 0,4-10 0,-1-4 0,0 0 0,-6-7 0,-3 2 0,-6-10 0,4 4 0,0-5 0,0 5 0,3-4 0,4 7 0,2-3 0,9 0 0,1 3 0,7-3 0,-2 6 0,2 2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41.3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174 0 24575,'-23'11'0,"-7"11"0,5 10 0,-5 14 0,7 11 0,7 2 0,2 3 0,6-9 0,4-17 0,4-10 0,4-18 0,3-8 0,14-21 0,1-11 0,11-22 0,1-6 0,-6 5 0,1 6 0,-9 15 0,-5 15 0,-4 15 0,-7 9 0,3 21 0,0 5 0,-2 12 0,9 3 0,-12-3 0,4-2 0,-6-6 0,0-4 0,0-4 0,0-8 0,-3 0 0,-1 0 0,-1-3 0,2 6 0,0-2 0,2-4 0,-3-5 0,4-7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47.5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24575,'10'21'0,"6"21"0,11 47 0,-15-40 0,-1 7-1230,0 12 1,-1 9 0,-1-2 1229,1 15 0,-1 2-702,-1-10 0,1 6 0,-1-5 702,1 13 0,0-5 0,-2-14 0,0-5 302,3-10 0,-1-5-302,1 16 0,4-23 0,-10-24 1596,3-15-1596,-3-11 2735,4-4-2735,-1-13 0,-2 10 0,-2-7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48.7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31 24575,'8'-5'0,"13"-1"0,13 2 0,24-4 0,24 4 0,16 0-705,-38 5 0,2 2 705,-6 0 0,-1 1 0,3 2 0,-2 0 343,28 10-343,-19-1 0,-24-3 0,-19-1 0,-11 4 0,-6 1 1067,-6 10-1067,-6 2 0,-5 2 0,-4 1 0,-2-3 0,-2-5 0,0-8 0,2-1 0,2-5 0,1-1 0,3-1 0,1-3 0,3 0 0,-3 3 0,2 1 0,-5 0 0,9 10 0,-2-2 0,7 14 0,3-2 0,2 10 0,6-3 0,0 3 0,-2-6 0,1 1 0,-9-5 0,2 6 0,-6 1 0,-5 3 0,-11 1 0,-8-4 0,-5 2 0,2-12 0,0-3 0,9-11 0,-4-7 0,8 0 0,-5-7 0,6-2 0,-3-6 0,4 3 0,3-6 0,1 9 0,3-2 0,4 3 0,-3 4 0,3-7 0,6 3 0,10-7 0,15 2 0,14-5 0,-1 5 0,-12 2 0,-11 3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49.3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208 31 8191,'-12'0'0,"-3"0"5063,0 0-5063,-1 3 2818,-7 2-2818,0 9 1719,-1 2-1719,1 11 6784,1 4-6784,6 7 0,4-2 0,5-2 0,14-4 0,1-6 0,11-1 0,4-1 0,7-12 0,5 0 0,-4-14 0,-5 0 0,-4-10 0,1-9 0,0-8 0,3-10 0,-10 5 0,-1-4 0,-11 12 0,-1-2 0,-3 8 0,-3 2 0,-5-2 0,-7 6 0,-5 5 0,-6 0 0,2 11 0,-3 0 0,8 4 0,0 4 0,7-1 0,1 1 0,7 0 0,0-4 0,4-1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49.9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23 8191,'23'-7'0,"-4"-1"5063,0 4-5063,-8 1 2818,0 3-2818,-3 0 1719,6 6-1719,-1 13 6784,9 13-6784,-3 14 0,1 14 0,2 14 0,-6-3 0,2 22 0,-3-20 0,0 15 0,1-8 0,-5-9 0,0 1 0,-3-14 0,0-15 0,-4-6 0,2-17 0,-5-2 0,6-2 0,-6-4 0,6 2 0,-6-12 0,2 1 0,-3-18 0,0 9 0,0-4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50.4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23 24575,'7'0'0,"14"0"0,21 0 0,17 0 0,27 0 0,-37 0 0,2 0 0,43 0 0,-2-3 0,-31-1 0,-27-1 0,-13-1 0,-16 5 0,-2-3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51.3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24575,'5'22'0,"5"12"0,-9 18 0,10 16 0,-7-2 0,0 17 0,-1-9 0,1 13 0,-3 2 0,1-38 0,2-1-699,4 43 699,-4-35 0,0 0 0,7 31 0,-5-38 0,-1-2 0,4 31 172,2-21-172,-7-14 0,3-18 0,-7-12 0,4-10 0,-4-13 527,0-22-527,0-6 0,0 1 0,0 13 0,0 15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52.2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11 69 24575,'10'-7'0,"10"-4"0,18-1 0,5-3 0,9 3 0,-9 4 0,-5 5 0,-12 3 0,-7 3 0,-4 8 0,0 6 0,0 12 0,0 10 0,-3 8 0,-1 3 0,-7 6 0,-4-1 0,-11-4 0,-12 5 0,-5-16 0,-6-5 0,10-10 0,5-16 0,15-2 0,4-11 0,11 3 0,5-5 0,0 8 0,-1-1 0,-1 10 0,-9-2 0,2 2 0,-4 3 0,-2 3 0,3 6 0,-4 0 0,-4 0 0,0-4 0,-11 0 0,3-7 0,-11 3 0,4-10 0,-15 2 0,2-7 0,-13 0 0,9 0 0,-2 0 0,11 0 0,7 0 0,6 0 0,6 0 0,4-4 0,4 0 0,4 0 0,0 0 0,0 4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52.7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24575,'4'8'0,"0"7"0,3 4 0,1 5 0,-4 9 0,3-1 0,-6 3 0,2 6 0,-3-5 0,0 6 0,0-4 0,3-6 0,-2-2 0,3-14 0,-1-5 0,-2-11 0,2-8 0,1-7 0,0-4 0,0 6 0,-1 3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54.1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289 20 24575,'-3'-8'0,"-8"-3"0,-5 11 0,-14 0 0,-9 14 0,-1 3 0,-8 23 0,12 0 0,2 14 0,14 7 0,9 1 0,14 0 0,12-8 0,6-12 0,11-11 0,-4-5 0,3-13 0,-5 1 0,-4-13 0,-5 2 0,-7 0 0,-13 9 0,-6 11 0,-13 15 0,9 5 0,-5 17 0,10-8 0,7 2 0,5-12 0,8-8 0,3-14 0,-3-2 0,6-13 0,-6-2 0,7-6 0,-7-2 0,-1-2 0,-7-1 0,6 1 0,-5-4 0,6 6 0,-7-5 0,3 5 0,-3 1 0,4-3 0,3 3 0,4-3 0,8-8 0,-3 3 0,-5 0 0,-8 5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54.9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162 276 12047,'-16'-4'0,"-2"4"4810,3 7-4810,-2 9 2179,-5 10-2179,6 13 1225,-6 8-1225,9 3 4314,-2 3-4314,11-13 0,1-2 0,3-19 0,3-8 0,1-7 0,7-4 0,8-7 0,4-1 0,8-11 0,-1-4 0,4-10 0,0-10 0,1-6 0,-8-4 0,-5-1 0,-10 8 0,-1-5 0,-7 8 0,-1-6 0,-3 10 0,0-2 0,0 10 0,0 1 0,0 28 0,0 12 0,4 28 0,3 15 0,5 3 0,3 2 0,0-2 0,0-16 0,-3-2 0,-4-15 0,-1-11 0,-7-2 0,7-6 0,-3 1 0,7-2 0,1-3 0,7 0 0,0-7 0,0 6 0,-7-6 0,-5 7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55.5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162 8 24575,'-4'-4'0,"0"0"0,-4 4 0,1 4 0,-8 3 0,-4 12 0,-5 8 0,-6 19 0,9-2 0,2 12 0,12-9 0,3-1 0,11-11 0,-2-5 0,9-14 0,2-4 0,6-9 0,5-10 0,7-1 0,-3-18 0,0-1 0,-5-11 0,-7 0 0,-7 7 0,-2 4 0,-9 19 0,2 6 0,-3 23 0,0 0 0,0 13 0,0 1 0,0-7 0,0-2 0,0-7 0,0-7 0,7-4 0,-2-5 0,6-3 0,-3 4 0,-1-4 0,1 0 0,-4 0 0,-1-4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8:56.2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70 366 24575,'-8'0'0,"-6"11"0,4-2 0,-7 20 0,8 3 0,1 10 0,5 1 0,3-1 0,0-11 0,3-4 0,1-12 0,4-7 0,0-5 0,-1-6 0,4-5 0,1-7 0,3-14 0,4 0 0,-3-18 0,2-3 0,-3-5 0,1-5 0,-5 1 0,0 4 0,-6-2 0,-2 8 0,-3 7 0,-3 4 0,-2 8 0,1 7 0,1 15 0,-1 9 0,3 21 0,-2 6 0,3 17 0,0 2 0,7 11 0,-2-4 0,9 10 0,-6-5 0,7-1 0,-7-9 0,3-10 0,-7-12 0,3-5 0,-3-6 0,1-4 0,1 2 0,-1-5 0,-1 2 0,3-7 0,-7-1 0,4-3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00.5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24575,'4'15'0,"6"17"0,7 15 0,2 20 0,-1 13 0,-8-31 0,-1 1 0,7 39 0,-8-36 0,-1-1 0,4 37 0,-7 3 0,3-7 0,-3 5 0,1-18 0,1 2 0,-2-12 0,4-8 0,0-8 0,-4-12 0,3-17 0,-7-14 0,4-8 0,-4-2 0,0 3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01.1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84 24575,'7'0'0,"7"0"0,9 0 0,8 0 0,11-3 0,0-2 0,3 1 0,-2-3 0,5 0 0,-5-2 0,6-2 0,-4 1 0,-6 1 0,-12 1 0,-10 2 0,-9 5 0,0-2 0,-4 3 0,-1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02.6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24575,'7'15'0,"5"18"0,7 15 0,1 21 0,-5 14 0,-4 0 0,-3 15-686,-4-12 686,-1 8 0,-3-1 0,0-3 0,0-5 0,0-5 169,0-14-169,3 6 0,2-10 0,6-7 0,-3-17 0,0-16 517,-5-18-517,-3-8 0,0-11 0,0-8 0,0-4 0,0-3 0,3-10 0,-2 17 0,3-2 0,-4 22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03.98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31 24575,'9'-3'0,"21"-5"0,0 0 0,33 0 0,-8 5 0,15 6 0,-11 1 0,-9 7 0,-13-2 0,-15 6 0,-10-4 0,2 8 0,-5 8 0,2 1 0,0 13 0,-3 2 0,6 7 0,-5 4 0,-2 3 0,-3-6 0,-8 2 0,-3-7 0,-9-3 0,0-2 0,-10-9 0,9-2 0,-5-10 0,3-5 0,7-4 0,-6-7 0,9 0 0,-2-4 0,3 0 0,1 0 0,-1 0 0,-3 0 0,2 0 0,-2 0 0,10 3 0,2-2 0,10 6 0,-2-3 0,2 4 0,-4-1 0,1 1 0,3 3 0,0 1 0,5 4 0,-1 2 0,-3-1 0,-1-2 0,-7 3 0,-1-5 0,-3 9 0,0-2 0,0 6 0,-3-2 0,-2 2 0,-9-6 0,-2-1 0,-7-7 0,3-1 0,-2-3 0,-1-1 0,2-2 0,3-2 0,6-3 0,5 0 0,-1 0 0,-3 0 0,-4-3 0,-5-2 0,-3-2 0,0-1 0,7 4 0,1 1 0,14 3 0,2-4 0,13 0 0,-8-4 0,4 4 0,-10 1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04.7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36 23 24575,'0'-7'0,"0"-1"0,3 4 0,1 1 0,7 3 0,1 0 0,0 0 0,-1 0 0,-7 3 0,0 1 0,-4 11 0,0 1 0,-7 14 0,-2-2 0,-10 10 0,0-3 0,-1-4 0,5-1 0,7-10 0,11-5 0,13-7 0,7-5 0,8-3 0,2 0 0,2-3 0,-1 2 0,-3-2 0,-15-1 0,-3 3 0,-9-2 0,4 3 0,0 0 0,-4-3 0,-1 2 0,-3-3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08.4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32 1 24575,'0'8'0,"3"20"0,-2 19 0,2 23 0,-3 21 0,1-29 0,-2 1-506,0-6 1,-1-1 505,0 8 0,0-2 0,-9 30 248,5-29-248,-4-14 0,9-33 0,-2-13 0,3-15 0,0-17 190,0 14 1,0-6 0,0 18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08.8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24575,'7'0'0,"4"4"0,1 0 0,10 4 0,5 6 0,14-1 0,16 2 0,5-4 0,7-6 0,-5-2 0,-17-3 0,-10 0 0,-22-3 0,-5 2 0,-2-3 0,4 4 0,10 4 0,1 3 0,14-1 0,12 7 0,-21-11 0,2 5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09.4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246 1 24575,'-8'0'0,"-6"0"0,-6 10 0,-10 6 0,-5 18 0,-4 13 0,4 4 0,8 9 0,5-5 0,13-5 0,2-11 0,14-26 0,8-22 0,12-25 0,8-16 0,-1 0 0,0 1 0,-10 11 0,-6 14 0,-7 20 0,-3 10 0,-4 26 0,3 1 0,0 16 0,5 2 0,-4-1 0,6-4 0,-9-7 0,3-16 0,-5-5 0,-3-10 0,7-7 0,1-5 0,4-8 0,2-7 0,-2-3 0,-4 8 0,-1 1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10.0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23 1 24575,'12'22'0,"-1"9"0,-4 8 0,1 17 0,-4-4 0,-1 9 0,-3 0 0,0-16 0,0-1 0,-3-24 0,2-12 0,-2-13 0,3-17 0,0 1 0,7-5 0,1 4 0,11 10 0,0-3 0,4 11 0,-4 1 0,-4 3 0,-4 7 0,-3 1 0,3 14 0,1 9 0,-1 5 0,4 9 0,-10-6 0,1 3 0,-6-7 0,-3-4 0,-1-8 0,-7-11 0,-1-5 0,-4-7 0,-6-3 0,2-2 0,-7-6 0,4 0 0,0-1 0,0-3 0,3 7 0,5-3 0,4 3 0,3 1 0,1-1 0,2-3 0,9-4 0,-3 6 0,6-1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11.0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466 1 8191,'-21'3'0,"-35"15"2799,20-7-2799,-15 15 0,-2 3 2814,2 5-2814,6 0 0,0 5 1992,-9 27-1992,19-12 5796,17 0-5796,25-30 2668,5-2-2668,18-10 315,4-4-315,12-11 0,4-9 0,6-11 0,-5-4 0,-2-7 0,-8 3 0,-10-3 0,-1 1 0,-11 5 0,0-2 0,-11 11 0,-1 11 0,-7 5 0,0 21 0,0 6 0,3 14 0,-2 8 0,6 8 0,-3 4 0,4-3 0,-4-2 0,2-11 0,-5-3 0,6-9 0,-6-6 0,2-9 0,-3-4 0,0-3 0,0-4 0,0-1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16.8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77 24575,'6'-5'0,"-1"2"0,13 0 0,5-2 0,8-2 0,10 3 0,1-3 0,1 3 0,-9-4 0,-1 4 0,-3-6 0,2 8 0,1-5 0,-2 4 0,-1 2 0,-3-2 0,-4 3 0,-5 0 0,-3 0 0,-3 0 0,-1 0 0,-3 0 0,-1 0 0,-6 0 0,-15 3 0,-11 1 0,-14 8 0,1-4 0,0 7 0,3-7 0,4 7 0,4-7 0,4 7 0,4-7 0,0 3 0,7-6 0,4 1 0,1-5 0,3 3 0,-3-4 0,-1 0 0,0 0 0,0 0 0,1 0 0,-1 0 0,-3-4 0,-1 3 0,-3-2 0,3 0 0,1 2 0,3-2 0,0 3 0,1 0 0,-1 0 0,0 0 0,11 0 0,19 3 0,14-2 0,17 2 0,-3-3 0,-1 0 0,-11 0 0,-1 0 0,-10 0 0,-7 0 0,-3 0 0,-8 0 0,5 0 0,-5 0 0,2 0 0,-4 0 0,-6-3 0,-5 2 0,-5-2 0,-9-1 0,5 0 0,-5 0 0,2 0 0,4 1 0,1 2 0,7-2 0,1 3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0.9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 1 24575,'7'24'0,"-2"16"0,3 25 0,-5 13 0,-3 16 0,0-42 0,0 1 0,-1 2 0,-1-1-1345,0 1 0,-1-1 1345,1 0 0,0-2 698,-5 39-698,6 1 0,-2-12 479,0-13-479,2-7 0,-3-10 0,4-8 0,0-10 1384,0-6-1384,0-21 129,0-3-129,0-19 0,0-10 0,0 8 0,0-1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1.9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31 24575,'18'-4'0,"8"-3"0,9 6 0,11-6 0,10 3 0,2 0 0,3 0 0,-8 8 0,-14 4 0,-6 3 0,-7 12 0,-6 1 0,2 13 0,-7-1 0,-3 6 0,-4-4 0,-5-3 0,-7-4 0,-7-8 0,-1-8 0,-11-3 0,7-8 0,-3-1 0,7-3 0,1 0 0,7 4 0,-3 0 0,6 4 0,-2 10 0,6-1 0,2 12 0,9-1 0,-2-1 0,7 6 0,-7-8 0,-1 9 0,-4 0 0,1-2 0,-4 13 0,-4-16 0,-8 11 0,-10-16 0,-13 10 0,-5-14 0,-2 2 0,4-13 0,3-2 0,7-7 0,-2 0 0,10 0 0,1 0 0,4 0 0,3-4 0,-3 4 0,2-7 0,-2 6 0,3-2 0,1 3 0,2-4 0,5 0 0,5 0 0,9-6 0,5 5 0,-2-6 0,-2 6 0,-12 2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2.9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24575,'0'14'0,"3"6"0,1 7 0,0 7 0,3-2 0,-6 6 0,6-7 0,-3 3 0,0-3 0,3 0 0,-3 0 0,0-4 0,3-4 0,-6-4 0,-1-14 0,-1 1 0,-2-10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3.8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216 1 24575,'-7'0'0,"-8"10"0,-4 6 0,-9 18 0,1 22 0,4 5 0,8 11 0,7-10 0,4-12 0,8-12 0,0-11 0,4-15 0,-1-5 0,1-7 0,-4 3 0,-4 8 0,-8 12 0,-7 12 0,-1 11 0,-7 5 0,11-1 0,-6 0 0,13-11 0,-2-2 0,10-9 0,1-5 0,7-8 0,1 0 0,0-7 0,-1 0 0,-4-5 0,-2 1 0,5-3 0,2 2 0,0-3 0,16-7 0,0-1 0,14-7 0,4-4 0,-8 6 0,-14 3 0,-11 6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4.2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239 98 9917,'-31'7'0,"4"8"5097,-6 12-5097,-2 15 0,-1 2 0,-2 12 2547,18-12-2547,5-2 1488,12-15-1488,6-15 5526,1-9-5526,18-17 0,2-13 0,21-19 0,-2-14 0,6-10 0,-4-9 0,-15 18 0,-8 19 0,-17 24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4.5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24575,'0'11'0,"0"11"0,0 17 0,3 12 0,2 17 0,5-2 0,-1 3 0,2 3 0,-4-9 0,1-5 0,-4-9 0,0-18 0,-1-4 0,-2-12 0,2 0 0,-3-7 0,0 7 0,0-7 0,4 7 0,0-10 0,7 8 0,7-7 0,9 1 0,4-3 0,-10-4 0,-8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5.0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200 1 24575,'-8'3'0,"-6"1"0,-6 14 0,-14 10 0,2 7 0,-6 14 0,14-5 0,5-2 0,12-11 0,3-12 0,8-8 0,0-3 0,10-1 0,6-6 0,10-5 0,1-11 0,10-11 0,-6-5 0,-1-4 0,-4 1 0,-14 7 0,-2 11 0,-6 10 0,-4 10 0,3 17 0,0 7 0,2 12 0,2 1 0,-4-2 0,1-8 0,-4-1 0,3-17 0,-6 1 0,6-14 0,0 4 0,2-4 0,15-7 0,-10-1 0,5-1 0,-12 3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5.7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239 495 24575,'-19'3'0,"-4"5"0,-8 11 0,-4 5 0,0 13 0,1 6 0,10 4 0,2-1 0,13-7 0,2-9 0,7-17 0,4-7 0,3-30 0,12-12 0,4-21 0,8-8 0,-4-13 0,2 0 0,-5-5 0,-1-3 0,-1 12 0,-6-2 0,-5 19 0,0 12 0,-11 14 0,4 13 0,-4 17 0,0 20 0,3 13 0,1 24 0,4 10 0,0 8 0,-1 3 0,4-2 0,1-1 0,0-8 0,2 2 0,-9-21 0,5-5 0,-6-15 0,1-12 0,-2-4 0,0-7 0,-2 3 0,9-6 0,-5 3 0,20-4 0,3-4 0,-3 3 0,-4-2 0,-18 3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6.2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70 0 24575,'-6'21'0,"-3"14"0,-3 36 0,-2 9 0,9-28 0,1 1-349,-2-3 1,1 0 348,2 3 0,2 1 0,-1 4 0,0-1 0,2-2 0,0-1 0,2 1 0,0-1 0,-1 31 172,5-17-172,-5-29 0,2-20 0,-3-16 0,0-18 0,4-1 131,-3-6 0,2 9 0,-3 3 1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6.6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1 152 24575,'15'0'0,"14"0"0,10-7 0,25 2 0,12-9 0,5 2 0,-2-6 0,-17-2 0,-13 4 0,-15-2 0,-15 10 0,-1-3 0,-3 0 0,-6 6 0,1-2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7.1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24575,'0'14'0,"3"9"0,5 19 0,7 16 0,-2 12 0,1 13 0,-6 16 0,-4-49 0,-1 2-843,1 6 1,0 1 842,-2-3 0,0-1 0,2 2 0,-1-1-129,-3-5 1,1-2 128,2 40 0,0-26 0,-2-15 0,3-24 0,-4-13 1234,0-15-1234,0-18 708,-7-16-708,2-9 0,-10-9 0,3-1 0,0 0 0,5 23 0,3 7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8.0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63 1 24575,'7'0'0,"4"0"0,-2 0 0,19 3 0,-3 1 0,30 11 0,-4-2 0,10 9 0,-8-3 0,-18 4 0,-6-3 0,-17 6 0,-5 1 0,-7 8 0,-11 14 0,-12-2 0,-12 7 0,-11-1 0,-1-6 0,1-4 0,4-2 0,11-16 0,4-3 0,12-15 0,11-3 0,15-1 0,22 5 0,18 4 0,10 3 0,-3 1 0,-9 2 0,-15-5 0,-14 2 0,-7-4 0,-12 1 0,6 3 0,-10 1 0,-8-1 0,-10 0 0,-16 1 0,-2-1 0,-11-6 0,-4-3 0,-4-6 0,4 0 0,1 0 0,21-3 0,6 2 0,15-6 0,7 3 0,0 0 0,4 1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8.6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23 24575,'18'-4'0,"15"-3"0,20 6 0,14-6 0,9 7 0,-21-4 0,-18 4 0,-23 4 0,-14 0 0,-8 10 0,-7-1 0,-5 9 0,-6-2 0,-8 17 0,-6-4 0,1 12 0,-5 1 0,18-6 0,-3 5 0,21-13 0,-3-6 0,10-11 0,-2-4 0,6-6 0,2 2 0,2-7 0,1 4 0,3-4 0,4-4 0,8 0 0,7-7 0,8-1 0,-3-3 0,-1 4 0,-11 0 0,-5 3 0,-6 0 0,3 1 0,-7 3 0,0 0 0,-5 4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9.1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24575,'0'12'0,"4"20"0,0 4 0,3 29 0,1 8 0,0 8 0,-1 4 0,-3-1 0,3-13 0,-3-8 0,1-20 0,-2-12 0,-3-12 0,0-8 0,0-4 0,-4-9 0,4 4 0,-4-9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39.5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54 24575,'7'0'0,"1"0"0,10 0 0,9 0 0,18 0 0,13 0 0,3-4 0,3 3 0,-7-9 0,-7 5 0,-8-6 0,-12 4 0,-11-1 0,-4 4 0,-11 1 0,-1 3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0.1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373 0 12623,'-77'61'0,"38"-27"0,2 1 3553,-29 35-3553,8 10 2070,11-2-2070,19-7 0,8-9 1370,19-23-1370,2-13 3800,10-15-3800,4-11 887,12-14-887,4-13 272,13-18-272,3-6 0,2-9 0,-6 13 0,-6 2 0,-14 18 0,-7 9 0,-10 14 0,-2 25 0,0 12 0,3 21 0,1 3 0,3-2 0,-3-1 0,3-5 0,-3-13 0,-4-6 0,0-15 0,2-10 0,-4-6 0,15-14 0,-1-4 0,1-1 0,-3 5 0,-11 8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0.8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211 1 24575,'4'7'0,"3"-2"0,-6 2 0,2-3 0,-3 4 0,0-1 0,4 1 0,-3 0 0,5 3 0,-5-3 0,3 10 0,-1 5 0,1 9 0,0 20 0,3-4 0,-6 10 0,2-9 0,-3-13 0,0-3 0,0-23 0,4-4 0,10-17 0,6-1 0,7-3 0,-1 6 0,-6-1 0,-2 9 0,-6-2 0,-4 6 0,-2 9 0,-5 7 0,6 8 0,-6 4 0,-1 0 0,-4 0 0,-11-1 0,-5 5 0,-7-4 0,-7 0 0,-1-8 0,-4-11 0,1-5 0,0-7 0,3-4 0,4 0 0,4-7 0,8 3 0,0-7 0,7 4 0,1-1 0,3 4 0,4 2 0,1 1 0,-1-2 0,3 3 0,-2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2.2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24575,'11'15'0,"-3"8"0,0 12 0,-2 11 0,-1 7 0,-1 2 0,-1 9 0,-3-8 0,0 8 0,-3-6 0,-2-4 0,1-1 0,1-10 0,3-8 0,0-9 0,0-7 0,-4-10 0,0-6 0,0-7 0,0 0 0,4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2.6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1 148 24575,'43'-3'0,"12"-2"0,32-2 0,-36 1 0,2-1-1138,-1 0 1,1-1 1137,2-2 0,0-1 0,33-12 0,-15 4 728,-21 3-728,-25 5 376,-9 4-376,-11 3 0,-2 0 0,-2 4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3.2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24575,'7'3'0,"-2"2"0,1 9 0,2 9 0,4 12 0,0 15 0,2 8 0,1 11 0,1 4 0,-1 0 0,0 6 0,-7-11 0,6 3 0,-2-9 0,3-4 0,0-5 0,1-3 0,-5-11 0,4-5 0,-7-11 0,0-7 0,-5-12 0,-3-8 0,0-8 0,0-13 0,0 4 0,0 1 0,0 10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4.1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24575,'8'0'0,"9"0"0,14 0 0,22 7 0,13 1 0,-1 4 0,-12 0 0,-22-5 0,-17 1 0,-17 3 0,-13 1 0,-8 7 0,-6-3 0,-5 6 0,7-6 0,-5 7 0,13-7 0,1-1 0,11-4 0,5-3 0,6 3 0,11 1 0,10 7 0,14 0 0,1 1 0,2 2 0,-10-6 0,-5 0 0,-14-2 0,-2-5 0,-6 5 0,4-2 0,0 7 0,-1 1 0,1 3 0,-4 0 0,-1-3 0,-3-5 0,0-4 0,-3-3 0,-8-1 0,-9 4 0,-7-5 0,-11 7 0,3-8 0,-11 3 0,7-1 0,4-6 0,12 2 0,12 1 0,4-4 0,10 4 0,-6-4 0,6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4.8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21 30 24575,'11'-3'0,"14"-1"0,11-4 0,24 1 0,-1 2 0,-6 2 0,-19 3 0,-16 0 0,-14 3 0,-4 2 0,-4 2 0,-18 5 0,-2 3 0,-15 1 0,8 3 0,1-4 0,14-3 0,4-1 0,6-3 0,5 0 0,-3-1 0,4 1 0,0 0 0,7 3 0,5 1 0,7 7 0,4 0 0,-4 1 0,0-1 0,-11-4 0,-1 0 0,-7 1 0,0-1 0,-3 7 0,-5-1 0,-4 5 0,-3-3 0,3-6 0,-3-3 0,7-10 0,-7 0 0,3-4 0,-10-7 0,-2-5 0,-3 0 0,0-6 0,11 13 0,2-2 0,6 7 0,4 0 0,0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6.6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358 0 24575,'-15'4'0,"-17"10"0,-12 17 0,-11 9 0,-2 13 0,10-3 0,9 4 0,7 0 0,12-7 0,4-2 0,11-13 0,4-9 0,4-9 0,17-6 0,4-1 0,16-2 0,-2-2 0,-8-3 0,-13 4 0,-8 10 0,-5 7 0,9 16 0,2 2 0,7 8 0,3-5 0,-2-7 0,-5-12 0,-8-15 0,-4-5 0,-3-10 0,3 3 0,11-7 0,2-1 0,17-7 0,-18 10 0,1-1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7.0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274 0 24575,'-12'4'0,"-3"3"0,-15 9 0,-6 13 0,-13 7 0,5 14 0,6 0 0,11 0 0,12-3 0,7-16 0,8-9 0,5-14 0,2-5 0,11-6 0,5-4 0,9-12 0,1-5 0,1-9 0,-6-2 0,5-3 0,-10-7 0,0 6 0,-1-9 0,-13 26 0,1 2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7.3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24575,'3'14'0,"5"9"0,7 12 0,8 8 0,7 10 0,1-6 0,3 0 0,-4-10 0,-9-16 0,-7-3 0,-7-14 0,-6 3 0,5-6 0,-5 5 0,6-1 0,-3 2 0,0 1 0,3-4 0,1 3 0,3-3 0,8 1 0,-3-5 0,-4-1 0,-5-3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7.8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62 17 24575,'-8'8'0,"-3"6"0,-1 6 0,0 7 0,1 4 0,6-7 0,2-2 0,6-13 0,5-2 0,0-7 0,17-7 0,-1-8 0,18-12 0,0-8 0,0 1 0,-11 3 0,-6 12 0,-16 11 0,1 6 0,-2 19 0,10 10 0,9 10 0,4 8 0,3-6 0,-10-11 0,-9-6 0,-5-14 0,-9-5 0,2-3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8.1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70 127 24575,'-16'11'0,"5"-2"0,-1 16 0,1-1 0,3 11 0,0-1 0,5-10 0,3-1 0,0-18 0,3-6 0,5-28 0,7-7 0,1-20 0,2-2 0,-2-2 0,-5 19 0,-3 12 0,-5 23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8.4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24575,'0'11'0,"7"11"0,1 6 0,8 18 0,-1-3 0,3 3 0,5 3 0,7-6 0,8 4 0,1-6 0,-1-9 0,-1 1 0,-9-9 0,-5-8 0,-9-2 0,-10-10 0,3 1 0,-6 1 0,6-5 0,-3 6 0,7-3 0,4 1 0,8-2 0,-10-3 0,1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9.21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24575,'7'14'0,"2"13"0,6 12 0,3 15 0,-5 0 0,5 4 0,-10-8 0,3-4 0,-3-14 0,-4-10 0,-1-11 0,-6-7 0,2-4 0,-2-4 0,3 0 0,0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49.5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1 133 24575,'11'0'0,"0"0"0,5-3 0,-1 2 0,0-6 0,10 6 0,10-5 0,15 2 0,10-4 0,12 0 0,16-4 0,-2 0 0,6-5 0,-23-2 0,-12 10 0,-19-4 0,-12 8 0,-14 1 0,-6 1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0.1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343 0 24575,'-14'3'0,"-9"5"0,-16 14 0,-15 13 0,-1 9 0,-2 9 0,11-3 0,14-3 0,13-12 0,16-16 0,10-16 0,12-17 0,11-10 0,2-10 0,5-4 0,-3 10 0,-6 3 0,-5 13 0,-9 8 0,-3 12 0,8 15 0,1 8 0,9 8 0,-9-8 0,2-1 0,-6-7 0,-5-7 0,0-5 0,-6-4 0,1-6 0,-1 3 0,2-4 0,1-4 0,-1 0 0,-3 0 0,0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0.7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73 1 24575,'8'0'0,"3"6"0,-3 13 0,6 9 0,-2 14 0,7 1 0,0 6 0,0-2 0,0-1 0,-7-7 0,-5-15 0,-3-13 0,-4-12 0,0-13 0,10-2 0,6-4 0,11 2 0,3 6 0,-6 4 0,-6 5 0,-7 3 0,-6 3 0,1 5 0,-1 11 0,2 5 0,-6 3 0,-2 3 0,-10-3 0,-8 1 0,-8 1 0,-12-5 0,-10 3 0,-2-4 0,-3 0 0,11-7 0,13-1 0,11-11 0,8-1 0,3-3 0,-3 0 0,6 0 0,-2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5.1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24575,'0'11'0,"0"1"0,3 7 0,-2 4 0,2 4 0,-3 11 0,0-3 0,4 7 0,-4 0 0,7-3 0,-6 7 0,2-4 0,-3 8 0,4-3 0,-3 6 0,2-3 0,-3 4 0,0 0 0,0-4 0,0-1 0,0 1 0,0-3 0,0 6 0,0 0 0,0 5 0,0 4 0,0 2 0,3-1 0,-2 1 0,3 1 0,-1 1 0,-2 3 0,6 3 0,-7-2 0,7 3 0,-3 14 0,4-10 0,0 18 0,-1-14 0,-3 3 0,6 4 0,-4 0 0,-1-38 0,0 0-1034,8 49 1034,-7-45 0,0 0 0,11 44 0,-7-45 0,0 0 0,-2 0 0,0-2 0,2 0 0,1 1 0,-2 13 0,0 1 0,-1-13 0,0 0 0,2 11 0,-1 0 0,-3-13 0,-1-2 0,1 1 0,-1 0-322,3 39 322,-4 10 0,3-6 0,-3 4 0,0-5 0,0 3 0,-1-6 0,-2 0 0,2 4 0,-3-17 0,0 10 0,0-9 0,0-3 0,0 1 0,-3-6 1017,-1 0-1017,-1-3 339,-1-1-339,1-1 0,-2-5 0,-1 12 0,0-11 0,-3 4 0,-1 0 0,0-5 0,-2 9 0,2 1 0,0-3 0,1 3 0,3-1 0,0-5 0,1-2 0,2 2 0,-1-15 0,5 12 0,-6-9 0,3 9 0,-1 2 0,-1 11 0,5 0 0,-6 7 0,6 4 0,-2 8 0,-1-6 0,3 4 0,-2-19 0,3-6 0,0-16 0,0-7 0,0-10 0,0-6 0,0-11 0,0-3 0,10-8 0,-4-1 0,32 1 0,6 0 0,18 4 0,27-1 0,-9 1 0,-27-6 0,1 0-1141,39 5 1141,-41-7 0,-1 1 0,37 6 0,2-6 0,2 2-199,-10 0 199,2 2 0,-12-1 0,-11-1 0,-1-3 0,-7 0 0,0 0 1130,0 0-1130,4 0 210,0 0-210,4-3 0,6 2 0,6-6 0,7 7 0,-28-2 0,1 0 0,0 2 0,1 0-1043,9 0 0,2 0 1043,4-1 0,0-1 0,-6 0 0,1 0 0,4-2 0,5 0 0,25-2 0,0 0 0,-25 2 0,-1-1 0,-5 1 0,3 0 0,-3 0 0,5 0 0,-1 1 0,11 0 0,3 1 0,-20 1 0,3 0 0,2 0-886,8 1 1,1 0 0,3 0 885,7 0 0,3 1 0,2-2-1173,-12-1 1,3-1-1,1 0 1,-2 0 1172,-5 1 0,0 1 0,-1-1 0,0 0 0,3-3 0,1-1 0,-1 0 0,-3 1-887,9-1 1,-3 1-1,1-2 887,11-1 0,2-1 0,-5 0-104,-20 1 1,-5-1 0,3 1 103,9-1 0,2 1 0,-2 0 0,-9-1 0,-3 0 0,-1 2 0,26-1 0,0 1 0,-24 1 0,2-1 0,-1 1 0,26 2 0,-2 0 0,-9-3 0,-1 0 221,-4 0 0,-2 0-221,-12-2 0,-4-1 3617,32-7-3617,-35 1 3848,-29 6-3848,-19 2 2496,-8 0-2496,-3 1 1999,0-1-1999,0-3 0,-7-11 0,-11-6 0,3 4 0,-3 6 0,15 15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5.8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16 24575,'14'-3'0,"-2"-1"0,0-1 0,-5 2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6.0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61 24575,'7'0'0,"1"-3"0,13-8 0,7-8 0,-6 5 0,-2 1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6.3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54 24575,'10'-7'0,"12"-5"0,6-4 0,-7 4 0,-4 6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6.5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99 24575,'7'-3'0,"1"-4"0,10-9 0,9-13 0,-2 10 0,-3-2 0,-15 18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6.75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23 24575,'4'-3'0,"3"2"0,-3-6 0,4 6 0,3-6 0,-6 7 0,2-4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7.1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16 24575,'8'-3'0,"-4"-2"0,-1 1 0,-3 1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7.61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24575,'0'0'0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7.8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16 24575,'3'-7'0,"-2"2"0,2 2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8.1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 31 24575,'-4'-3'0,"4"-5"0,1 0 0,2 0 0,-3 5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8.3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1 129 8191,'8'-3'0,"-1"2"5063,-3-6-5063,0-14 2818,2-11-2818,-4-1 0,5 8 0,-7 18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8.7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53 24575,'8'-4'0,"-1"1"0,1 3 0,-1 0 0,-2-4 0,1 4 0,2-4 0,0 1 0,20-1 0,11-11 0,2 9 0,-7-4 0,-21 10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8.9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68 24575,'7'-10'0,"4"-2"0,8-10 0,-9 12 0,3-4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9.1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16 24575,'3'-5'0,"12"-1"0,-2 5 0,2-3 0,-8 4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9.3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15 1 24575,'-4'12'0,"1"-1"0,3-3 0,-4-1 0,4 1 0,-4 3 0,4-2 0,0-2 0,0-3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9.60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24575,'0'0'0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39:59.8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8 24575,'8'0'0,"-1"-3"0,-3 2 0,0-2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0.1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24575,'0'0'0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0.3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1 244 24575,'4'-15'0,"3"3"0,-3-6 0,0 5 0,3-12 0,-3 2 0,4-11 0,6-1 0,-5 1 0,2 13 0,-7 8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0.86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70 23 24575,'-16'-8'0,"-2"4"0,9 1 0,-2-1 0,3 4 0,4-4 0,1 4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1.0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85 8 24575,'-7'0'0,"-4"-4"0,-1 4 0,0-4 0,-3 8 0,3 0 0,4 0 0,1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1.435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16 24575,'8'0'0,"0"0"0,-4-4 0,6 4 0,-2-7 0,4 6 0,-4-2 0,-5 3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1.5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24575,'4'7'0,"0"-5"0,-4 5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3.759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24575,'11'18'0,"8"19"0,-2 25 0,-3-6 0,0 5 0,-5-5 0,-1 2-1552,6 22 0,1 1 1552,-3-12 0,-1-3 0,3 4 0,-1-1 0,1-5 0,-1-2 0,-2-1 0,0-2-61,-1-8 1,0 0 60,-1 0 0,0-3 755,6 25-755,1-11 0,-1-9 0,-3-18 1543,-5-8-1543,-3-23 927,-4-12-927,3-28 0,8-22 0,-5 18 0,4-2 0,-10 39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4.30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1 357 24575,'11'0'0,"4"0"0,4-3 0,14-5 0,13-7 0,15-5 0,15-9 0,-3-2 0,-8-4 0,-9-2 0,-11-1 0,-9 3 0,-7 1 0,-7 11 0,-6 5 0,10 2 0,-16 8 0,3 1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4.93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1 389 8191,'16'51'0,"-2"1"5063,-7-13-5063,-2-4 2818,-2-8-2818,0-12 1719,2-7-1719,-1-8 6784,-1-4-6784,1-4 0,-4-6 0,4-12 0,-4-17 0,0-11 0,0-10 0,0 3 0,7-10 0,1 12 0,7-4 0,0 13 0,0 8 0,-3 12 0,-4 11 0,-1 11 0,-3 8 0,3 5 0,4 9 0,11 16 0,-1 10 0,16 28 0,-13-1 0,6 16 0,-8 8 0,1 6-1278,-4 0 1278,-9-46 0,-1-1 0,6 26-213,0-1 213,-3-18 0,-4-13 0,-5-10 0,-3-26 0,0-6 1264,-3-20-1264,-5-1 0,3 6 0,-2-1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5.36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81 122 8191,'-25'-18'0,"7"5"5063,-8-6-5063,18 8 2818,4 7-2818,8 1 1719,4 3-1719,0 0 6784,13 0-6784,7 3 0,27 2 0,18-1 0,15-1 0,4-6-853,-2-1 853,-10-11 0,-17 6 0,-19-5 0,-22 6 0,-11 1 0,-6 2 0,-2 2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6.8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171 0 24575,'-6'6'0,"-6"7"0,2 14 0,-7 11 0,19 1 0,-8 4 0,19-1 0,-7-11 0,15-1 0,-5-7 0,10-3 0,-2-8 0,-5-5 0,-11-4 0,-12-2 0,-19 9 0,-12 6 0,-12 8 0,-3 13 0,7 2 0,13 4 0,14-1 0,9 0 0,11-6 0,10 5 0,6-13 0,14-2 0,4-14 0,4-5 0,-3-7 0,-2-3 0,-10-2 0,-4-5 0,-5 1 0,1-9 0,-3 6 0,6-7 0,4 1 0,2-2 0,12-3 0,2 1 0,-15 9 0,-4 3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7.69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262 111 24575,'-11'-4'0,"-1"1"0,-3 3 0,-1 0 0,-9 10 0,3 6 0,-14 18 0,7 2 0,-1 9 0,7 1 0,4-2 0,7-2 0,4-12 0,5-6 0,6-13 0,8-10 0,5-6 0,10-10 0,-2 0 0,2-1 0,0-9 0,-2 1 0,5-6 0,-9-4 0,2 3 0,-6-6 0,-5 6 0,0-3 0,-3 0 0,0 3 0,-4-3 0,2 11 0,-5 4 0,3 15 0,2 12 0,-1 11 0,10 19 0,-3 9 0,-1 1 0,7 7 0,-5-11 0,5-5 0,-6-6 0,-1-13 0,-3-1 0,-1-7 0,-3-1 0,3-4 0,-6 1 0,6-4 0,-3 0 0,4-4 0,9-4 0,4-3 0,16-2 0,5-8 0,-9 11 0,-8-4 0,-18 10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8.5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147 0 24575,'-19'11'0,"-1"5"0,-3 3 0,0 11 0,0 9 0,7 4 0,1 3 0,11 0 0,1-11 0,6-4 0,1-9 0,7-13 0,8-2 0,1-11 0,6-7 0,4-8 0,-2-11 0,2-1 0,-1-10 0,-5 2 0,-1-3 0,-5 8 0,-9 4 0,-3 14 0,-6 12 0,0 6 0,0 22 0,4 1 0,3 17 0,-2-3 0,9 0 0,-12-5 0,8-14 0,-9-2 0,5-14 0,-1 0 0,2-4 0,8-7 0,1 2 0,3-6 0,-7 7 0,-6 1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8.97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212 3 24575,'-19'7'0,"-4"5"0,-4 18 0,-7 12 0,2 13 0,1 10 0,8-3 0,8-4 0,7-15 0,12-14 0,4-10 0,11-10 0,7-2 0,8-11 0,12-3 0,10-9 0,-1-6 0,5-12 0,-14-1 0,-4-13 0,-15 5 0,-6-6 0,-9 0 0,-1 2 0,-7 2 0,0 20 0,-4 9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09.28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24575,'0'13'0,"4"4"0,3 25 0,5 8 0,7 1 0,0 6 0,1-3 0,-2-10 0,-6-3 0,-1-14 0,-7-4 0,3-8 0,-6-4 0,2-3 0,-3 0 0,0 0 0,0-1 0,0 4 0,0-2 0,0 2 0,-3-7 0,-2 0 0,1-4 0,1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10.72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24575,'4'23'0,"3"4"0,2-7 0,1 6 0,-2-6 0,-4-1 0,3 3 0,-3-2 0,4 3 0,-1 4 0,1 3 0,-4-1 0,0 0 0,-4 1 0,3-2 0,-2 3 0,2 3 0,-3-10 0,0 6 0,0-7 0,4-3 0,-4-5 0,4-4 0,-4-3 0,3 3 0,-2-2 0,6 2 0,-6-4 0,2 1 0,-3-4 0,0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23.9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24575,'0'0'0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26.8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24575,'0'0'0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32.8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1343 24575,'4'-4'0,"0"1"0,4 3 0,-4-4 0,3 4 0,-3-7 0,7 6 0,1-6 0,10 6 0,-2-9 0,9 5 0,-5-2 0,9-4 0,-9 6 0,6-6 0,-8 7 0,-2-2 0,-2 5 0,1-6 0,-6 6 0,8-2 0,-9 3 0,10 0 0,-6 0 0,3 0 0,-1 0 0,-2-4 0,6 4 0,-6-4 0,-1 4 0,-4 0 0,-3-3 0,0 2 0,3-2 0,0 3 0,5 0 0,-1 0 0,0-4 0,3 3 0,-2-5 0,3 5 0,0-3 0,-3 1 0,-1 2 0,-1-2 0,-2 3 0,0 0 0,-1-4 0,-4 4 0,1-4 0,-1 4 0,1-3 0,0 2 0,-1-2 0,4 3 0,1 0 0,3 0 0,0 0 0,-3 0 0,-1 0 0,-3 0 0,-1 0 0,-3-4 0,3 3 0,-3-2 0,4 3 0,0 0 0,-1 0 0,4 0 0,1 0 0,0-3 0,2 2 0,1-6 0,1 6 0,3-2 0,-1 3 0,-2-4 0,3 4 0,-4-4 0,0 4 0,-3 0 0,2-3 0,-2 2 0,3-6 0,4 6 0,0-2 0,4 0 0,0-2 0,0-2 0,-4 3 0,3-3 0,-9 3 0,8 0 0,-9-3 0,7 6 0,-4-2 0,0-1 0,0 3 0,0-5 0,1 5 0,-1-3 0,3 1 0,2 2 0,-1-6 0,3 7 0,-3-7 0,4 6 0,3-6 0,-2 3 0,5-4 0,2 1 0,-3 3 0,5-3 0,-3 3 0,-2-4 0,8 4 0,-8-3 0,2 6 0,0-5 0,-7 5 0,7-6 0,-7 3 0,7 0 0,-7-3 0,7 6 0,-3-2 0,3-1 0,-3 3 0,3-2 0,-3 0 0,3 2 0,-3-6 0,-1 6 0,-3-6 0,3 3 0,1 0 0,3-3 0,1 3 0,-4-4 0,-1 4 0,0-2 0,-2 1 0,5 1 0,-2-3 0,0 6 0,-1-5 0,-3 5 0,0-2 0,-1-1 0,-2 0 0,2 0 0,-3 0 0,4 1 0,-4 2 0,3-6 0,-2 3 0,2 0 0,5 1 0,0-1 0,3 0 0,4 0 0,0-3 0,1 6 0,-2-6 0,-2 7 0,-4-7 0,-4 6 0,-5-6 0,-3 3 0,-3 0 0,2 0 0,-2 1 0,0 2 0,2-5 0,-2 5 0,0-3 0,2 1 0,-2 2 0,3-2 0,0-1 0,1 0 0,-1 0 0,3 1 0,-2-1 0,0 3 0,-2-5 0,-2 1 0,3 1 0,0 1 0,4-1 0,-7 4 0,6-7 0,-3 6 0,4-6 0,8 3 0,-4 0 0,7-3 0,-3 3 0,6-4 0,-1 1 0,1-1 0,1 0 0,-3 1 0,3-1 0,-7 1 0,-1-1 0,-3 4 0,-4-3 0,0 3 0,-4-4 0,0 4 0,-3 1 0,2-1 0,-2 0 0,3 0 0,0-3 0,4 6 0,-3-5 0,9 1 0,-5 1 0,7-3 0,-1 3 0,-3-3 0,7-1 0,0-3 0,5 6 0,3-8 0,3 8 0,1-10 0,0 7 0,3-3 0,-10 3 0,3 1 0,-12-1 0,-3 4 0,-4 0 0,-7 1 0,2 2 0,-6-5 0,3 5 0,-3-3 0,-1 4 0,1-3 0,3 2 0,4-6 0,1 3 0,6 0 0,1-3 0,-3 3 0,5 0 0,-9-3 0,6 3 0,-6-4 0,6 4 0,-9-3 0,5 6 0,-7-5 0,5 5 0,-1-3 0,0 1 0,4 2 0,-3-2 0,2-1 0,1 4 0,-3-7 0,6 3 0,-3-1 0,-3-1 0,5 5 0,-5-6 0,3 3 0,0 0 0,-4-3 0,0 3 0,1 0 0,2-7 0,-2 10 0,3-9 0,-1 9 0,-2-6 0,13 3 0,-8-4 0,12 1 0,-6 2 0,7-1 0,3 1 0,-4-2 0,9-1 0,-9 1 0,4-1 0,-3 0 0,-7 1 0,3 3 0,-3-3 0,0 3 0,-1-4 0,-3 4 0,-4-3 0,-4 6 0,-1-2 0,-5 0 0,5 2 0,-5-3 0,5 4 0,-2-3 0,3 2 0,0-6 0,0 7 0,0-7 0,4 6 0,-3-2 0,3-1 0,-4 3 0,0-5 0,0 5 0,0-6 0,4 6 0,4-6 0,0 3 0,7-3 0,-3-1 0,0 4 0,2-3 0,-12 6 0,1-5 0,-11 5 0,1-3 0,-1 4 0,1 0 0,0 0 0,-1-3 0,1 2 0,-1-6 0,1 7 0,0-4 0,-1 1 0,1 2 0,-1-2 0,1 3 0,-4-4 0,3 3 0,-6-5 0,5 5 0,-5-3 0,3 4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36.1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139 396 24575,'0'8'0,"-4"13"0,-4 0 0,-7 13 0,2-6 0,-1-5 0,6-11 0,4-9 0,-3-10 0,-1-22 0,-7-7 0,2-17 0,-1 3 0,6 4 0,4 12 0,0 8 0,8 14 0,3 9 0,2 7 0,18 17 0,9 7 0,31 25 0,11 3-563,-27-22 1,2 0 562,-4-6 0,0-1 0,4 1 0,0-3-164,41 7 164,-13-10 0,-26-14 0,-20-8 0,-21-14 0,2-20 1115,-4-20-1115,3-9 174,-11-1-174,-1 5 0,-3 11 0,-3 0 0,-2 14 0,-2 0 0,-1 10 0,0 2 0,4 11 0,-3-4 0,3 7 0,-4-6 0,1 5 0,-1-5 0,0 5 0,1-2 0,2 4 0,-1-1 0,5 1 0,-3-1 0,8-3 0,3 3 0,-2 0 0,2 5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36.6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51 334 24575,'-4'11'0,"-3"11"0,-5 16 0,0 17 0,1 27-1067,6 13 1067,7-38 0,3 1 0,2 9 0,4-2 0,3-12 0,2-1 0,1 0 0,3-3 262,28 16-262,2-25 0,11-18 0,10-36 0,14-35-572,-42 18 0,0-5 572,5-11 0,-1-3 0,-9 8 0,-3-2 0,1-8 0,-3-1 90,-7 8 0,-3-1-90,0-6 0,-3 0 0,9-35-149,-8 0 149,-6 17 0,-11 3 0,-1 6 1145,-10 4-1145,-1 4 610,-11 7-610,-1 15 163,-3 6-163,-6 13 0,-3 5 0,-10 7 0,-7 7 0,-2 9 0,-25 10 0,14 5 0,-14 4 0,22-1 0,1 0 0,20-6 0,4-1 0,21-12 0,1-7 0,7-5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41.3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85 46 24575,'-7'-4'0,"-1"0"0,0 4 0,1-3 0,-8-1 0,-1-11 0,3 9 0,3-4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43.7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3643 1 24575,'0'7'0,"0"1"0,0 0 0,0 6 0,0 2 0,0 7 0,-3 4 0,-2-3 0,-2 2 0,-1 1 0,0-3 0,-3 2 0,-1 4 0,-3-2 0,-4 10 0,3-3 0,-6 3 0,6 4 0,-10 4 0,2 1 0,-3-1 0,-3 3 0,2-9 0,1 2 0,-3-1 0,6-6 0,-6 11 0,7-4 0,-4 1 0,4-5 0,0 0 0,0-6 0,0 2 0,0 0 0,-4 1 0,3 3 0,-2 1 0,0-1 0,2-3 0,-3 3 0,7-7 0,-5 3 0,8 1 0,-9-4 0,7 7 0,-5-7 0,1 4 0,0-5 0,4 4 0,-3-2 0,2 6 0,-3-3 0,0 0 0,3 2 0,-2-5 0,2 2 0,-3-3 0,0 3 0,0 1 0,-3 3 0,2-3 0,-6 3 0,6-3 0,-6 0 0,6-4 0,-2-2 0,3-1 0,3-1 0,-2 3 0,2-6 0,-3 6 0,-3 0 0,5 2 0,-4 2 0,2 0 0,-1-2 0,-3 2 0,4-3 0,0 0 0,-3-1 0,2 4 0,-3-2 0,4-1 0,3-1 0,-2-6 0,6 2 0,-3 0 0,4-2 0,0 3 0,-1-1 0,-3 2 0,0 2 0,-4 5 0,0 0 0,3-4 0,-2 6 0,2-9 0,1 3 0,-4-1 0,0-3 0,3 4 0,-9 3 0,5-3 0,-7 4 0,0-1 0,4-3 0,1 7 0,-1-6 0,3 5 0,-2-5 0,-1 5 0,3-2 0,-2 0 0,-1 3 0,7-7 0,-6 4 0,7-5 0,-1 1 0,1 0 0,0 0 0,3 3 0,-3-6 0,1 12 0,1-11 0,-1 9 0,2-8 0,1 1 0,0 0 0,-1 0 0,1 3 0,-4-3 0,3 7 0,-3-3 0,4 0 0,-1-1 0,1-7 0,3 3 0,-3-6 0,7-1 0,-3-1 0,0-2 0,2 7 0,-2-7 0,3 6 0,-3-3 0,3-3 0,-7 9 0,7-8 0,-3 9 0,-4-7 0,2 7 0,-6-2 0,4 2 0,0 1 0,-1-4 0,1 0 0,-7 3 0,1 1 0,-5 8 0,3-1 0,0-3 0,-4 3 0,3-10 0,-2 8 0,3-7 0,0 5 0,3-7 0,-2 3 0,6-6 0,-6 9 0,2-1 0,-3 3 0,3-1 0,-2-3 0,6-4 0,-3-4 0,7-1 0,-2-2 0,2 0 0,0 2 0,-3-3 0,3 1 0,-3 2 0,-1-6 0,4 3 0,1-3 0,4-4 0,-1-1 0,4-4 0,-3-2 0,6-5 0,-2-1 0,3-3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45.1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136 24 24575,'-4'-8'0,"0"1"0,-3 2 0,-5 2 0,0 3 0,-3 0 0,0 7 0,-1 1 0,1 8 0,0 2 0,6 6 0,-1-1 0,9 14 0,4-4 0,9 8 0,11 5 0,11-3 0,19 12 0,3-15 0,6 3 0,-9-19 0,-18 1 0,1-8 0,-16 5 0,6-3 0,-14-6 0,3 4 0,-11-12 0,-1 10 0,1-3 0,-3 0 0,2 2 0,-10-2 0,-5 4 0,-11-1 0,-4 0 0,-7 1 0,-5-1 0,3-3 0,6-1 0,7-7 0,15-4 0,1-11 0,10-1 0,5-10 0,4 3 0,0-1 0,-5 8 0,-3 6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45.5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24575,'4'4'0,"0"0"0,-1 11 0,1 8 0,7 19 0,-2 9 0,5 7 0,1 9 0,-2-14 0,1 7 0,-6-14 0,-1-10 0,1-3 0,-4-14 0,-1-3 0,1-2 0,-3-2 0,5 0 0,-5-1 0,3-3 0,-4-4 0,0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55.6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0 190 24575,'8'0'0,"-1"0"0,1 0 0,0 0 0,-1-3 0,4 2 0,4-6 0,8 6 0,7-6 0,12 7 0,1-7 0,6 6 0,-1-2 0,-1 3 0,2 0 0,-4 0 0,1 0 0,6-4 0,5 3 0,8-2 0,20 3 0,3 0 0,11 0-1151,-3 0 1151,-5 0-41,-10-3 41,-17 2 0,-12-3 0,-24 1 0,-6 2 0,-11-2 0,0 3 1148,4 0-1148,7 0 44,5-3-44,4 2 0,-4-3 0,2 1 0,-5-1 0,2 0 0,-10 0 0,2 1 0,-10 2 0,7-6 0,-7 6 0,3-2 0,-7 0 0,3 2 0,-3-3 0,4 4 0,9-3 0,0-1 0,9-4 0,-6 1 0,-2 2 0,-6 2 0,-1 3 0,-7-3 0,3 2 0,-3-3 0,17-2 0,-6 4 0,13-5 0,-12 4 0,10-1 0,-6-1 0,3-1 0,-5 5 0,-3-2 0,-3 3 0,-1-4 0,-3 3 0,-1-2 0,1 3 0,-1 0 0,1 0 0,0 0 0,-1 0 0,1 0 0,-1 0 0,1 0 0,0-3 0,-1 2 0,1-3 0,-4 4 0,-1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57.7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4166 0 24575,'-4'21'0,"-3"4"0,1 3 0,-4 5 0,3-9 0,-5 10 0,-4 1 0,1 7 0,-4 4 0,-1 4 0,-3 4 0,-3 10 0,2-1 0,-6 9 0,3 1 0,-4-4 0,4 0 0,0 3 0,4-6 0,4 0 0,-4 4 0,6-2 0,-6 6 0,2 6 0,-2-6 0,0 21-442,0-11 442,0 8 0,0 0 0,0-16 0,-1 8 0,5-19 0,-7 4 0,6-7 0,-14 9 0,6-4 0,-9 5 0,-5 11 0,2-11-559,-9 14 559,3-9 0,-4 0 0,-4-3 0,-3 1 0,2-16 0,-5 12 0,2-12 0,3-1-1,-1-9 1,5 0 0,-9-9 0,-2 9 0,-12-9-91,30-16 1,-1 0 90,-36 20 0,33-18 0,1-1 0,-31 15-134,5 1 134,5-10 550,13-7-550,-1 2 1,-5-7-1,2 1 0,-20-1 0,2-1 0,-5-1 0,-6-2 0,13-4 623,-2-3-623,15-1 143,1-2-143,14-2 0,-1-3 0,8 0 0,-12 0 0,8-3 0,-12-1 0,5-1 0,8-1 0,2 1 0,13 1 0,2-3 0,6 7 0,-5-11 0,4 6 0,-12-6 0,-2 0 0,-15 0 0,-11-8 0,-9 3 0,-3-2 0,-3 2 0,9 1 0,3 3 0,17 1 0,9 4 0,15 3 0,11-3 0,5 6 0,7-2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0:58.7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139 78 24575,'-5'3'0,"2"2"0,3 13 0,0 5 0,0 9 0,0 2 0,0-6 0,-3-2 0,2-6 0,-3-5 0,4-11 0,0-11 0,0-16 0,0-5 0,0-9 0,0 6 0,0-6 0,0 6 0,0 4 0,-3 1 0,2 10 0,-2 1 0,-1 8 0,0 7 0,-11 7 0,3 5 0,-11 0 0,7 3 0,1-3 0,4 0 0,7 2 0,0-2 0,4 7 0,0 1 0,-3 3 0,2 0 0,-3 0 0,4-4 0,0 0 0,0-7 0,4-4 0,-3-1 0,5-7 0,-1 4 0,2-1 0,8-2 0,4 6 0,5-3 0,2 1 0,-4-2 0,-6-3 0,2 0 0,-9 0 0,-2-3 0,-3 5 0,-4-4 0,0 5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1:06.9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903 236 24575,'23'-18'0,"-10"8"0,36-15 0,-13 9 0,24-7 0,-2 4 0,13-3 0,5 6 0,5-2 0,12 2 0,-1 1 0,0 3 0,2 1 0,-10 7 0,0-2 0,-9 5 0,-3-3 0,-14 4 0,1 0 0,-16 0 0,5 0 0,-6 0 0,11 0 0,1 0 0,10 0 0,7 4 0,9-3 0,12 9-525,-1-8 525,4 8 0,-45-6 0,1-1 0,3 1 0,0 1 0,6 2 0,0 1 0,1-3 0,1 1-658,12 4 1,0 0 657,-10-2 0,1 1 0,16 3 0,-1 0 0,-19-4 0,-2 1 0,-1 1 0,-2 0 0,33 5 0,-23 0 0,-3 1 0,-7-1 0,-5 0 0,5 4 490,0 1-490,-4-1 1350,0 0-1350,-11 0 0,1-3 0,-7 3 0,5-4 0,-2 8 0,1-3 0,6 7 0,-6-1 0,5 1 0,2 11 0,0-2 0,6 9 0,-2-2 0,3 6 0,0 2 0,-3-1 0,-1 3 0,-3-3 0,-1 7 0,4 5 0,1 0 0,6 10-426,-2-3 426,3 1 0,-4 2 0,0-3 0,-3 1 0,-5-1 0,0-1 0,-10-6 0,-1-1 0,6 13 0,-11-5 0,16 19 0,-10-7 0,1 4 0,2 0 0,-4 6 0,1-5 0,-16-36 0,0 2 0,-1-3 0,-1-1 0,0 1 0,-1 1 0,1 1 0,-1-1 0,8 36 0,2 8 0,-4-9 0,-2 6 0,-2-9 0,-6 5 0,-1 2 0,-3-3 0,-1 10 0,-2 2 0,-2-32 0,0 1-454,-2-7 1,-1 1 453,2 10 0,-1-1 0,0-15 0,-2-3 0,1 45 0,-1-46 0,-1 0-319,1 47 319,-4-48 0,0 1 0,3-1 0,-1-1 0,-15 40 0,5 2 0,-6-6 0,1 6 0,6-42 0,0 1-345,-1 7 0,-2 1 345,0-4 0,-1 0 0,-2 11 0,-1-1 0,0-11 0,0 0 0,-5 14 0,-1 1 0,-3-7 0,0-2 0,3 1 0,-2-1 0,-5-5 0,-1-3 0,4-4 0,-1-2 0,-3-1 0,-2-1 0,-1 1 0,0 0 0,3-5 0,-1 0 0,-1 0 0,-1 0 0,-30 33 0,30-37 0,0-1 0,-31 32 0,-4-2 0,9-2 0,25-28 0,-1 0 0,-29 29 0,28-27 0,-2 0 0,1-3 0,0-1 0,-34 30 0,32-27 0,1-2 0,-26 19 198,-4 4-198,12-13 0,-20 0 0,14-4 0,-20 4 868,8-4-868,8-1 0,-20 5 0,24-7 0,-19 11 0,11-11 0,-8 10 0,-9-12-299,37-10 1,0 0 298,3-5 0,0 0 0,-3 2 0,0 1 0,5-3 0,0 1 0,-8 3 0,1 2 0,5-3 0,1 0 0,-5 5 0,1-1 0,6-4 0,1 0 420,-40 24-420,-2-5 0,4 4 0,-6-4 0,1-2 0,0 0 0,5-8 0,2 2 195,1-3-195,17-5 0,4 2 0,18-8 953,0 0-953,7-3 305,-3-1-305,3-3 0,-6 2 0,-9-2 0,2 0 0,-15-1 0,8-6 0,-7-2 0,5-3 0,0 0 0,3-3 0,-7-2 0,-4-9 0,-8 2 0,-15-7-456,-2 0 456,4 3 0,2-2 0,24 3 0,-6-1 0,25 5 0,-7-4 0,24 7 0,-9-6 456,9 2-456,-10-3 0,2-1 0,2 1 0,3 0 0,8 3 0,-4 1 0,11 4 0,-10-1 0,10-3 0,-11-1 0,-3-6 0,-6-5 0,-6-1 0,3-2 0,4 7 0,5-3 0,3 3 0,-4-4 0,3 0 0,-6 0 0,10 4 0,-2 0 0,6 8 0,4 0 0,1 6 0,3 2 0,-6 7 0,-2 0 0,-11 0 0,10 3 0,3-6 0,10 2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1:08.8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5452 2521 24575,'-5'3'0,"-5"2"0,5 2 0,-10 4 0,-3 1 0,-10 4 0,-10 2 0,-12-1 0,-8 5 0,-4-6 0,-3 3 0,0-7 0,0-1 0,-4-7 0,-11 3 0,-1-6 0,-15 2-368,43-2 1,-3-2 367,-13 2 0,-2-2-1300,4-2 0,0-2 1300,-20 1 0,1-2 0,25-3 0,2-1-553,-7 1 1,2-2 552,-32-10 0,16-1 0,22 3-2657,3-1 1,-19-9 2656,15 5 0,-15-8 0,-11-5 0,-6-3 0,-2-1 0,2 1 0,8 3 0,10 6-822,-7-3 1,11 4-1,0 1 1,-12-5 821,5 1 0,-13-6 0,-7-3 0,-3-1 0,2 0 0,6 4 0,11 4 0,16 8 122,-16-6 0,12 5-122,-12-7 0,-2-2 0,19 13 0,-1 1 0,1-1 0,-18-12 0,2 0 0,-1 5 0,2 0 0,14 2 0,1-1 0,-8-1 0,1-2 0,16 0 0,2-1 0,-14-4 0,3-1 162,23 6 0,3 0-162,-7 0 0,3-1 0,-18-34 3912,9 6-3912,9-5 0,7-4 0,2-3 0,-2-12 0,3 5 0,4 5 0,4 12 0,11 7 5905,5 14-5905,7 3 2051,0 13-2051,3 7 510,-2 6-510,6 6 93,-6 1-93,2-1 0,7 1 0,0-1 0,8 0 0,7 1 0,0-4 0,15-1 0,2 0 0,8-2 0,18-3 0,11 1 0,16-4 0,-2 5 0,-5-4 0,-25 6 0,-18-4 0,-24 12 0,-10-2 0,-13 7 0,-3-3 0,-7 2 0,4-3 0,5 4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1:09.7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0 255 24575,'14'10'0,"9"13"0,5 10 0,6 9 0,0-4 0,-7-6 0,3-3 0,-11-16 0,-7 1 0,-2-13 0,-6 2 0,4-3 0,-4-7 0,0 2 0,-4-9 0,0-5 0,-4-7 0,-4-9 0,-4-6 0,-3 2 0,0-6 0,3 6 0,-3 5 0,10 4 0,-5 14 0,9 2 0,-2 6 0,3 1 0,6-1 0,-1 1 0,10-4 0,3-1 0,9-3 0,11 0 0,4-1 0,-3 5 0,-8 0 0,-13 6 0,-7 2 0,-3 3 0,-1 0 0,1 3 0,3 5 0,4 7 0,1 9 0,-1-1 0,-1 7 0,-5-6 0,-2 3 0,-3-4 0,-4 0 0,0-4 0,0-3 0,-4-2 0,4-2 0,-7 0 0,-1-1 0,3-3 0,-5-4 0,9 3 0,-6-6 0,6 2 0,-2-3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2:05.9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24575,'14'0'0,"16"3"0,29-2 0,16 2 0,17-3 0,-2 0 0,-6 0 0,10-3-405,4 2 405,-40-1 0,3 1-1737,13 1 0,6 3 1737,16 3 0,1 1 0,-9-1 0,-2 1-261,1 5 1,-9 0 260,1 1 0,-33-2 0,-32-8 324,-6-3-324,0 0 0,-4 0 0,-1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2:07.5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31 24575,'14'0'0,"29"-4"0,10 3 0,40-5 0,-7 5 0,2-6 0,2 6 0,-26-2 0,1 3 0,-21 0 0,-13-4 0,-8 4 0,-8-4 0,-5 4 0,19 0 0,14 0 0,32 0 0,7 0 0,16 0-406,-13 0 406,1 4 0,-20-3 0,-10 2 0,-25-3 0,-10 0 0,-13 0 0,-4 0 0,0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2:42:14.5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5439 240 8191,'-42'4'0,"-1"0"5063,-25 7-5063,6 1 0,-17 3 0,-9 6 0,39-12 0,-1 2 0,-3 1 0,0 0 0,-3 1 0,0-1 720,1-2 0,0 0-720,-8 2 0,-3 0 0,-3 1 0,-2 0 0,-7 0 0,-4 2 0,14-2 0,-4 1 0,1-2 23,-26 3 0,-2-1-23,16 0 0,-4 2 0,4-1 0,14-4 0,2-2 0,0 2 0,-5 3 0,-1 0 0,2 0 1930,-17 0 0,3-1-1930,2 3 0,2-2 0,10-6 0,0 0 0,-9 3 0,1 0 0,11-4 0,0-1-331,-1-1 0,1 0 331,6 0 0,2 0 0,8-4 0,1-1 0,-2 1 0,0 1 0,-6-2 0,-1 0 0,4 0 0,-2 0 0,-24-1 0,0-1 0,21-1 0,0-2 0,-16-1 0,0-1 0,20-1 0,3-1 0,2 0 0,2 1 1329,-32-9-1329,18 5 2638,22 1-2638,11 4 1735,12 2-1735,8 2 0,7 0 935,-7-5-935,3-4 0,-14-6 0,-2-5 0,-7-4 0,0-3 0,-3 3 0,2 0 0,5 8 0,5 0 0,13 8 0,-1 3 0,6 1 0,0 3 0,0-3 0,1-4 0,-1 2 0,-1-2 0,-2 4 0,7-1 0,-4 0 0,1 1 0,2-4 0,-3-1 0,4-6 0,0 2 0,0-3 0,0 4 0,0 3 0,0 1 0,0 3 0,0 1 0,0-1 0,0 1 0,-6 6 0,-6 9 0,-18 8 0,-3 3 0,-5 0 0,0 0 0,7-3 0,-7 6 0,0 2 0,5-1 0,0-3 0,20-12 0,3-16 0,13-11 0,5-8 0,7-3 0,8-1 0,4 4 0,3 1 0,1 3 0,-4 4 0,-5 4 0,-7 4 0,-14 10 0,-16 9 0,-13 8 0,-14 4 0,6 2 0,-2-6 0,8-1 0,-4-4 0,9-3 0,-1-4 0,18-7 0,4-15 0,12-10 0,7-10 0,1-4 0,6 0 0,-6 4 0,2 4 0,1 8 0,-10 10 0,5 5 0,-10 7 0,4 4 0,-1 0 0,1 0 0,-1 4 0,1 0 0,10 7 0,2 8 0,10 1 0,4 10 0,1-2 0,-8-4 0,-1-6 0,-18-10 0,-1-5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5T23:06:56.0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 62 24575,'5'-10'0,"-4"-1"0,4 1 0,-10 4 0,-1-3 0,-4 3 0,4 1 0,2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A4CF4-EA95-2119-57EB-C89044BF70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0C2EBF-7F59-2EE1-2758-C7B7DA3AF4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03BED-2C3B-6E3C-46D0-5CF6B43F5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7DB646-2067-3652-886E-4C8284247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6CE25-6F30-F03C-394E-FEF6EC065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411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6DC43-D759-4A55-9F5E-2282C1C0D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C9EC8-C7D7-7F8F-EB80-BF3ED5793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71004-53AC-FA5D-7344-7C813D15A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76B7FC-9D98-EA8E-F0E3-FCE81878A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E220D-D0B9-6414-3DC0-C6FBAB493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945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B69C8-988B-61AE-E0FA-94B03D22F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80D7C6-221B-ED2B-79A7-DCCCC1C816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CB4DF7-F6C3-2B6C-D3B6-E4AA6CA06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7E8AA-2414-3D30-C79E-F251CFA4D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6D43E9-4FF8-5200-76AF-C522DAED3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304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3EE6A-7F27-BB95-101F-D27C4358B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BAD7D-EF5D-0CFB-3B37-4ED72E01AF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6E254B-318E-8E5B-F140-3FD01D2EB9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5E8726-0811-4524-20B6-AC2A8797C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BD182A-0F69-8615-096C-6D13F055F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3F39FC-6E1F-0ADD-6326-DA52A3D69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556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5EBCA-6529-59EF-44CA-1B4E3DD83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B93B51-0772-1636-DDF9-DE5A31362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3CD986-F3EF-4668-2A9D-325B8D1004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67A859-2ED3-241C-D667-1C8CC14B72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AE9BC2-9D44-38F4-5315-B5DDEBEA9F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685E53-EB2B-C801-B33A-068B2D9D7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E6CED4-D906-5DF4-0231-801AD34FC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25202F-75FE-A418-34A0-017132C66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067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B24D0-E39C-BDE6-FC2C-D001BE121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0407AC-3E9A-3EBD-26FE-B69CA31FB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F41F17-5D67-8130-C18B-AFD9D9FE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2B568A-7A11-679E-BE5E-2653C06FC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166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A3B899-8E84-D0F5-40B0-A6D2172D3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895282-CC0C-BABA-A4C7-345CA6D10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86005E-FCD9-C010-1B44-FF4AA10D4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802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B095-D94C-677E-31EA-04A018E96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44D39-2957-2A7B-2BD3-ACA221FF6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7184A7-6BA7-C4C6-5986-D0CA5D7977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A9D3C3-A94A-C4C3-A703-9678149D2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73568-F86B-D999-826F-1C000F72D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B9D1C-7A5D-7F28-CD5A-C60663882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29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6AE2F-BFC9-FA4E-E633-4694519A5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A11D72-AA1F-18E3-726B-FA060707E01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61775-BF06-F149-1E81-C101E36BD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74B31D-890B-F491-1E46-DDCCD6D2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9A6D98-9139-B984-E979-EEA7C5C02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9470A-359D-4D9D-8AEA-E151390DD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99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CA1EE-3083-80A8-260D-D2C063EA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E77F83-33CD-4E2A-4A70-7DAD64316D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56498-80A7-23E6-0ED8-AD6F6EC48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59249-D702-605B-2917-6298B785A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7325E8-F941-8886-DA2D-3B778FF0A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104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5B8BAF-1EF5-577D-0DF8-6412AE92CB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6267C5-989D-8DBE-8270-D1D51D3071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76A4C-B0D8-84BC-58E3-0646B2057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F0AB1-9044-3946-7D04-BACA05F0D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38366-739B-BBD2-45E9-C3562EB35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441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A5B052-1C6D-481E-E7F6-27004A01E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65AA42-4BB8-0DAD-23CF-D14C49E935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E3544D-AAF5-4DF4-1F93-C900215D32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4158CF-4CA1-5D45-8A4C-C9C61BC807A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E0331-0F3C-19C7-8E8D-A5AEBEB64F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C87E3-7F99-D30E-82E5-C6FCA1D3DF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4B3AC0-82F9-754C-B4F0-D398B9A1B8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967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4.png"/><Relationship Id="rId21" Type="http://schemas.openxmlformats.org/officeDocument/2006/relationships/customXml" Target="../ink/ink10.xml"/><Relationship Id="rId42" Type="http://schemas.openxmlformats.org/officeDocument/2006/relationships/image" Target="../media/image22.png"/><Relationship Id="rId47" Type="http://schemas.openxmlformats.org/officeDocument/2006/relationships/customXml" Target="../ink/ink23.xml"/><Relationship Id="rId63" Type="http://schemas.openxmlformats.org/officeDocument/2006/relationships/customXml" Target="../ink/ink31.xml"/><Relationship Id="rId68" Type="http://schemas.openxmlformats.org/officeDocument/2006/relationships/image" Target="../media/image35.png"/><Relationship Id="rId2" Type="http://schemas.openxmlformats.org/officeDocument/2006/relationships/image" Target="../media/image2.png"/><Relationship Id="rId16" Type="http://schemas.openxmlformats.org/officeDocument/2006/relationships/image" Target="../media/image9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13.png"/><Relationship Id="rId32" Type="http://schemas.openxmlformats.org/officeDocument/2006/relationships/image" Target="../media/image17.png"/><Relationship Id="rId37" Type="http://schemas.openxmlformats.org/officeDocument/2006/relationships/customXml" Target="../ink/ink18.xml"/><Relationship Id="rId40" Type="http://schemas.openxmlformats.org/officeDocument/2006/relationships/image" Target="../media/image21.png"/><Relationship Id="rId45" Type="http://schemas.openxmlformats.org/officeDocument/2006/relationships/customXml" Target="../ink/ink22.xml"/><Relationship Id="rId53" Type="http://schemas.openxmlformats.org/officeDocument/2006/relationships/customXml" Target="../ink/ink26.xml"/><Relationship Id="rId58" Type="http://schemas.openxmlformats.org/officeDocument/2006/relationships/image" Target="../media/image30.png"/><Relationship Id="rId66" Type="http://schemas.openxmlformats.org/officeDocument/2006/relationships/image" Target="../media/image34.png"/><Relationship Id="rId74" Type="http://schemas.openxmlformats.org/officeDocument/2006/relationships/image" Target="../media/image38.png"/><Relationship Id="rId5" Type="http://schemas.openxmlformats.org/officeDocument/2006/relationships/customXml" Target="../ink/ink2.xml"/><Relationship Id="rId61" Type="http://schemas.openxmlformats.org/officeDocument/2006/relationships/customXml" Target="../ink/ink30.xml"/><Relationship Id="rId19" Type="http://schemas.openxmlformats.org/officeDocument/2006/relationships/customXml" Target="../ink/ink9.xml"/><Relationship Id="rId14" Type="http://schemas.openxmlformats.org/officeDocument/2006/relationships/image" Target="../media/image8.png"/><Relationship Id="rId22" Type="http://schemas.openxmlformats.org/officeDocument/2006/relationships/image" Target="../media/image12.png"/><Relationship Id="rId27" Type="http://schemas.openxmlformats.org/officeDocument/2006/relationships/customXml" Target="../ink/ink13.xml"/><Relationship Id="rId30" Type="http://schemas.openxmlformats.org/officeDocument/2006/relationships/image" Target="../media/image16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25.png"/><Relationship Id="rId56" Type="http://schemas.openxmlformats.org/officeDocument/2006/relationships/image" Target="../media/image29.png"/><Relationship Id="rId64" Type="http://schemas.openxmlformats.org/officeDocument/2006/relationships/image" Target="../media/image33.png"/><Relationship Id="rId69" Type="http://schemas.openxmlformats.org/officeDocument/2006/relationships/customXml" Target="../ink/ink34.xml"/><Relationship Id="rId8" Type="http://schemas.openxmlformats.org/officeDocument/2006/relationships/image" Target="../media/image5.png"/><Relationship Id="rId51" Type="http://schemas.openxmlformats.org/officeDocument/2006/relationships/customXml" Target="../ink/ink25.xml"/><Relationship Id="rId72" Type="http://schemas.openxmlformats.org/officeDocument/2006/relationships/image" Target="../media/image37.png"/><Relationship Id="rId3" Type="http://schemas.openxmlformats.org/officeDocument/2006/relationships/customXml" Target="../ink/ink1.xml"/><Relationship Id="rId12" Type="http://schemas.openxmlformats.org/officeDocument/2006/relationships/image" Target="../media/image7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20.png"/><Relationship Id="rId46" Type="http://schemas.openxmlformats.org/officeDocument/2006/relationships/image" Target="../media/image24.png"/><Relationship Id="rId59" Type="http://schemas.openxmlformats.org/officeDocument/2006/relationships/customXml" Target="../ink/ink29.xml"/><Relationship Id="rId67" Type="http://schemas.openxmlformats.org/officeDocument/2006/relationships/customXml" Target="../ink/ink33.xml"/><Relationship Id="rId20" Type="http://schemas.openxmlformats.org/officeDocument/2006/relationships/image" Target="../media/image11.png"/><Relationship Id="rId41" Type="http://schemas.openxmlformats.org/officeDocument/2006/relationships/customXml" Target="../ink/ink20.xml"/><Relationship Id="rId54" Type="http://schemas.openxmlformats.org/officeDocument/2006/relationships/image" Target="../media/image28.png"/><Relationship Id="rId62" Type="http://schemas.openxmlformats.org/officeDocument/2006/relationships/image" Target="../media/image32.png"/><Relationship Id="rId7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5.png"/><Relationship Id="rId36" Type="http://schemas.openxmlformats.org/officeDocument/2006/relationships/image" Target="../media/image19.png"/><Relationship Id="rId49" Type="http://schemas.openxmlformats.org/officeDocument/2006/relationships/customXml" Target="../ink/ink24.xml"/><Relationship Id="rId57" Type="http://schemas.openxmlformats.org/officeDocument/2006/relationships/customXml" Target="../ink/ink28.xml"/><Relationship Id="rId10" Type="http://schemas.openxmlformats.org/officeDocument/2006/relationships/image" Target="../media/image6.png"/><Relationship Id="rId31" Type="http://schemas.openxmlformats.org/officeDocument/2006/relationships/customXml" Target="../ink/ink15.xml"/><Relationship Id="rId44" Type="http://schemas.openxmlformats.org/officeDocument/2006/relationships/image" Target="../media/image23.png"/><Relationship Id="rId52" Type="http://schemas.openxmlformats.org/officeDocument/2006/relationships/image" Target="../media/image27.png"/><Relationship Id="rId60" Type="http://schemas.openxmlformats.org/officeDocument/2006/relationships/image" Target="../media/image31.png"/><Relationship Id="rId65" Type="http://schemas.openxmlformats.org/officeDocument/2006/relationships/customXml" Target="../ink/ink32.xml"/><Relationship Id="rId73" Type="http://schemas.openxmlformats.org/officeDocument/2006/relationships/customXml" Target="../ink/ink36.xml"/><Relationship Id="rId4" Type="http://schemas.openxmlformats.org/officeDocument/2006/relationships/image" Target="../media/image3.png"/><Relationship Id="rId9" Type="http://schemas.openxmlformats.org/officeDocument/2006/relationships/customXml" Target="../ink/ink4.xml"/><Relationship Id="rId13" Type="http://schemas.openxmlformats.org/officeDocument/2006/relationships/customXml" Target="../ink/ink6.xml"/><Relationship Id="rId18" Type="http://schemas.openxmlformats.org/officeDocument/2006/relationships/image" Target="../media/image10.png"/><Relationship Id="rId39" Type="http://schemas.openxmlformats.org/officeDocument/2006/relationships/customXml" Target="../ink/ink19.xml"/><Relationship Id="rId34" Type="http://schemas.openxmlformats.org/officeDocument/2006/relationships/image" Target="../media/image18.png"/><Relationship Id="rId50" Type="http://schemas.openxmlformats.org/officeDocument/2006/relationships/image" Target="../media/image26.png"/><Relationship Id="rId55" Type="http://schemas.openxmlformats.org/officeDocument/2006/relationships/customXml" Target="../ink/ink27.xml"/><Relationship Id="rId7" Type="http://schemas.openxmlformats.org/officeDocument/2006/relationships/customXml" Target="../ink/ink3.xml"/><Relationship Id="rId71" Type="http://schemas.openxmlformats.org/officeDocument/2006/relationships/customXml" Target="../ink/ink3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40.xml"/><Relationship Id="rId3" Type="http://schemas.openxmlformats.org/officeDocument/2006/relationships/image" Target="../media/image40.png"/><Relationship Id="rId7" Type="http://schemas.openxmlformats.org/officeDocument/2006/relationships/image" Target="../media/image42.png"/><Relationship Id="rId2" Type="http://schemas.openxmlformats.org/officeDocument/2006/relationships/customXml" Target="../ink/ink3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9.xml"/><Relationship Id="rId11" Type="http://schemas.openxmlformats.org/officeDocument/2006/relationships/image" Target="../media/image44.png"/><Relationship Id="rId5" Type="http://schemas.openxmlformats.org/officeDocument/2006/relationships/image" Target="../media/image41.png"/><Relationship Id="rId10" Type="http://schemas.openxmlformats.org/officeDocument/2006/relationships/customXml" Target="../ink/ink41.xml"/><Relationship Id="rId4" Type="http://schemas.openxmlformats.org/officeDocument/2006/relationships/customXml" Target="../ink/ink38.xml"/><Relationship Id="rId9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6.png"/><Relationship Id="rId21" Type="http://schemas.openxmlformats.org/officeDocument/2006/relationships/customXml" Target="../ink/ink51.xml"/><Relationship Id="rId42" Type="http://schemas.openxmlformats.org/officeDocument/2006/relationships/image" Target="../media/image64.png"/><Relationship Id="rId47" Type="http://schemas.openxmlformats.org/officeDocument/2006/relationships/image" Target="../media/image66.png"/><Relationship Id="rId63" Type="http://schemas.openxmlformats.org/officeDocument/2006/relationships/image" Target="../media/image74.png"/><Relationship Id="rId68" Type="http://schemas.openxmlformats.org/officeDocument/2006/relationships/customXml" Target="../ink/ink75.xml"/><Relationship Id="rId16" Type="http://schemas.openxmlformats.org/officeDocument/2006/relationships/image" Target="../media/image51.png"/><Relationship Id="rId11" Type="http://schemas.openxmlformats.org/officeDocument/2006/relationships/customXml" Target="../ink/ink46.xml"/><Relationship Id="rId32" Type="http://schemas.openxmlformats.org/officeDocument/2006/relationships/image" Target="../media/image59.png"/><Relationship Id="rId37" Type="http://schemas.openxmlformats.org/officeDocument/2006/relationships/customXml" Target="../ink/ink59.xml"/><Relationship Id="rId53" Type="http://schemas.openxmlformats.org/officeDocument/2006/relationships/image" Target="../media/image69.png"/><Relationship Id="rId58" Type="http://schemas.openxmlformats.org/officeDocument/2006/relationships/customXml" Target="../ink/ink70.xml"/><Relationship Id="rId74" Type="http://schemas.openxmlformats.org/officeDocument/2006/relationships/customXml" Target="../ink/ink78.xml"/><Relationship Id="rId79" Type="http://schemas.openxmlformats.org/officeDocument/2006/relationships/image" Target="../media/image82.png"/><Relationship Id="rId5" Type="http://schemas.openxmlformats.org/officeDocument/2006/relationships/customXml" Target="../ink/ink43.xml"/><Relationship Id="rId61" Type="http://schemas.openxmlformats.org/officeDocument/2006/relationships/image" Target="../media/image73.png"/><Relationship Id="rId82" Type="http://schemas.openxmlformats.org/officeDocument/2006/relationships/customXml" Target="../ink/ink82.xml"/><Relationship Id="rId19" Type="http://schemas.openxmlformats.org/officeDocument/2006/relationships/customXml" Target="../ink/ink50.xml"/><Relationship Id="rId14" Type="http://schemas.openxmlformats.org/officeDocument/2006/relationships/image" Target="../media/image50.png"/><Relationship Id="rId22" Type="http://schemas.openxmlformats.org/officeDocument/2006/relationships/image" Target="../media/image54.png"/><Relationship Id="rId27" Type="http://schemas.openxmlformats.org/officeDocument/2006/relationships/customXml" Target="../ink/ink54.xml"/><Relationship Id="rId30" Type="http://schemas.openxmlformats.org/officeDocument/2006/relationships/image" Target="../media/image58.png"/><Relationship Id="rId35" Type="http://schemas.openxmlformats.org/officeDocument/2006/relationships/customXml" Target="../ink/ink58.xml"/><Relationship Id="rId43" Type="http://schemas.openxmlformats.org/officeDocument/2006/relationships/customXml" Target="../ink/ink62.xml"/><Relationship Id="rId48" Type="http://schemas.openxmlformats.org/officeDocument/2006/relationships/customXml" Target="../ink/ink65.xml"/><Relationship Id="rId56" Type="http://schemas.openxmlformats.org/officeDocument/2006/relationships/customXml" Target="../ink/ink69.xml"/><Relationship Id="rId64" Type="http://schemas.openxmlformats.org/officeDocument/2006/relationships/customXml" Target="../ink/ink73.xml"/><Relationship Id="rId69" Type="http://schemas.openxmlformats.org/officeDocument/2006/relationships/image" Target="../media/image77.png"/><Relationship Id="rId77" Type="http://schemas.openxmlformats.org/officeDocument/2006/relationships/image" Target="../media/image81.png"/><Relationship Id="rId8" Type="http://schemas.openxmlformats.org/officeDocument/2006/relationships/image" Target="../media/image47.png"/><Relationship Id="rId51" Type="http://schemas.openxmlformats.org/officeDocument/2006/relationships/image" Target="../media/image68.png"/><Relationship Id="rId72" Type="http://schemas.openxmlformats.org/officeDocument/2006/relationships/customXml" Target="../ink/ink77.xml"/><Relationship Id="rId80" Type="http://schemas.openxmlformats.org/officeDocument/2006/relationships/customXml" Target="../ink/ink81.xml"/><Relationship Id="rId3" Type="http://schemas.openxmlformats.org/officeDocument/2006/relationships/image" Target="../media/image24.png"/><Relationship Id="rId12" Type="http://schemas.openxmlformats.org/officeDocument/2006/relationships/image" Target="../media/image49.png"/><Relationship Id="rId17" Type="http://schemas.openxmlformats.org/officeDocument/2006/relationships/customXml" Target="../ink/ink49.xml"/><Relationship Id="rId25" Type="http://schemas.openxmlformats.org/officeDocument/2006/relationships/customXml" Target="../ink/ink53.xml"/><Relationship Id="rId33" Type="http://schemas.openxmlformats.org/officeDocument/2006/relationships/customXml" Target="../ink/ink57.xml"/><Relationship Id="rId38" Type="http://schemas.openxmlformats.org/officeDocument/2006/relationships/image" Target="../media/image62.png"/><Relationship Id="rId46" Type="http://schemas.openxmlformats.org/officeDocument/2006/relationships/customXml" Target="../ink/ink64.xml"/><Relationship Id="rId59" Type="http://schemas.openxmlformats.org/officeDocument/2006/relationships/image" Target="../media/image72.png"/><Relationship Id="rId67" Type="http://schemas.openxmlformats.org/officeDocument/2006/relationships/image" Target="../media/image76.png"/><Relationship Id="rId20" Type="http://schemas.openxmlformats.org/officeDocument/2006/relationships/image" Target="../media/image53.png"/><Relationship Id="rId41" Type="http://schemas.openxmlformats.org/officeDocument/2006/relationships/customXml" Target="../ink/ink61.xml"/><Relationship Id="rId54" Type="http://schemas.openxmlformats.org/officeDocument/2006/relationships/customXml" Target="../ink/ink68.xml"/><Relationship Id="rId62" Type="http://schemas.openxmlformats.org/officeDocument/2006/relationships/customXml" Target="../ink/ink72.xml"/><Relationship Id="rId70" Type="http://schemas.openxmlformats.org/officeDocument/2006/relationships/customXml" Target="../ink/ink76.xml"/><Relationship Id="rId75" Type="http://schemas.openxmlformats.org/officeDocument/2006/relationships/image" Target="../media/image80.png"/><Relationship Id="rId83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5" Type="http://schemas.openxmlformats.org/officeDocument/2006/relationships/customXml" Target="../ink/ink48.xml"/><Relationship Id="rId23" Type="http://schemas.openxmlformats.org/officeDocument/2006/relationships/customXml" Target="../ink/ink52.xml"/><Relationship Id="rId28" Type="http://schemas.openxmlformats.org/officeDocument/2006/relationships/image" Target="../media/image57.png"/><Relationship Id="rId36" Type="http://schemas.openxmlformats.org/officeDocument/2006/relationships/image" Target="../media/image61.png"/><Relationship Id="rId49" Type="http://schemas.openxmlformats.org/officeDocument/2006/relationships/image" Target="../media/image67.png"/><Relationship Id="rId57" Type="http://schemas.openxmlformats.org/officeDocument/2006/relationships/image" Target="../media/image71.png"/><Relationship Id="rId10" Type="http://schemas.openxmlformats.org/officeDocument/2006/relationships/image" Target="../media/image48.png"/><Relationship Id="rId31" Type="http://schemas.openxmlformats.org/officeDocument/2006/relationships/customXml" Target="../ink/ink56.xml"/><Relationship Id="rId44" Type="http://schemas.openxmlformats.org/officeDocument/2006/relationships/image" Target="../media/image65.png"/><Relationship Id="rId52" Type="http://schemas.openxmlformats.org/officeDocument/2006/relationships/customXml" Target="../ink/ink67.xml"/><Relationship Id="rId60" Type="http://schemas.openxmlformats.org/officeDocument/2006/relationships/customXml" Target="../ink/ink71.xml"/><Relationship Id="rId65" Type="http://schemas.openxmlformats.org/officeDocument/2006/relationships/image" Target="../media/image75.png"/><Relationship Id="rId73" Type="http://schemas.openxmlformats.org/officeDocument/2006/relationships/image" Target="../media/image79.png"/><Relationship Id="rId78" Type="http://schemas.openxmlformats.org/officeDocument/2006/relationships/customXml" Target="../ink/ink80.xml"/><Relationship Id="rId81" Type="http://schemas.openxmlformats.org/officeDocument/2006/relationships/image" Target="../media/image83.png"/><Relationship Id="rId4" Type="http://schemas.openxmlformats.org/officeDocument/2006/relationships/image" Target="../media/image45.png"/><Relationship Id="rId9" Type="http://schemas.openxmlformats.org/officeDocument/2006/relationships/customXml" Target="../ink/ink45.xml"/><Relationship Id="rId13" Type="http://schemas.openxmlformats.org/officeDocument/2006/relationships/customXml" Target="../ink/ink47.xml"/><Relationship Id="rId18" Type="http://schemas.openxmlformats.org/officeDocument/2006/relationships/image" Target="../media/image52.png"/><Relationship Id="rId39" Type="http://schemas.openxmlformats.org/officeDocument/2006/relationships/customXml" Target="../ink/ink60.xml"/><Relationship Id="rId34" Type="http://schemas.openxmlformats.org/officeDocument/2006/relationships/image" Target="../media/image60.png"/><Relationship Id="rId50" Type="http://schemas.openxmlformats.org/officeDocument/2006/relationships/customXml" Target="../ink/ink66.xml"/><Relationship Id="rId55" Type="http://schemas.openxmlformats.org/officeDocument/2006/relationships/image" Target="../media/image70.png"/><Relationship Id="rId76" Type="http://schemas.openxmlformats.org/officeDocument/2006/relationships/customXml" Target="../ink/ink79.xml"/><Relationship Id="rId7" Type="http://schemas.openxmlformats.org/officeDocument/2006/relationships/customXml" Target="../ink/ink44.xml"/><Relationship Id="rId71" Type="http://schemas.openxmlformats.org/officeDocument/2006/relationships/image" Target="../media/image78.png"/><Relationship Id="rId2" Type="http://schemas.openxmlformats.org/officeDocument/2006/relationships/customXml" Target="../ink/ink42.xml"/><Relationship Id="rId29" Type="http://schemas.openxmlformats.org/officeDocument/2006/relationships/customXml" Target="../ink/ink55.xml"/><Relationship Id="rId24" Type="http://schemas.openxmlformats.org/officeDocument/2006/relationships/image" Target="../media/image55.png"/><Relationship Id="rId40" Type="http://schemas.openxmlformats.org/officeDocument/2006/relationships/image" Target="../media/image63.png"/><Relationship Id="rId45" Type="http://schemas.openxmlformats.org/officeDocument/2006/relationships/customXml" Target="../ink/ink63.xml"/><Relationship Id="rId66" Type="http://schemas.openxmlformats.org/officeDocument/2006/relationships/customXml" Target="../ink/ink74.xml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96.png"/><Relationship Id="rId117" Type="http://schemas.openxmlformats.org/officeDocument/2006/relationships/image" Target="../media/image140.png"/><Relationship Id="rId21" Type="http://schemas.openxmlformats.org/officeDocument/2006/relationships/customXml" Target="../ink/ink92.xml"/><Relationship Id="rId42" Type="http://schemas.openxmlformats.org/officeDocument/2006/relationships/customXml" Target="../ink/ink103.xml"/><Relationship Id="rId47" Type="http://schemas.openxmlformats.org/officeDocument/2006/relationships/image" Target="../media/image106.png"/><Relationship Id="rId63" Type="http://schemas.openxmlformats.org/officeDocument/2006/relationships/customXml" Target="../ink/ink114.xml"/><Relationship Id="rId68" Type="http://schemas.openxmlformats.org/officeDocument/2006/relationships/image" Target="../media/image116.png"/><Relationship Id="rId84" Type="http://schemas.openxmlformats.org/officeDocument/2006/relationships/customXml" Target="../ink/ink125.xml"/><Relationship Id="rId89" Type="http://schemas.openxmlformats.org/officeDocument/2006/relationships/image" Target="../media/image126.png"/><Relationship Id="rId112" Type="http://schemas.openxmlformats.org/officeDocument/2006/relationships/customXml" Target="../ink/ink139.xml"/><Relationship Id="rId16" Type="http://schemas.openxmlformats.org/officeDocument/2006/relationships/image" Target="../media/image92.png"/><Relationship Id="rId107" Type="http://schemas.openxmlformats.org/officeDocument/2006/relationships/image" Target="../media/image135.png"/><Relationship Id="rId11" Type="http://schemas.openxmlformats.org/officeDocument/2006/relationships/customXml" Target="../ink/ink87.xml"/><Relationship Id="rId32" Type="http://schemas.openxmlformats.org/officeDocument/2006/relationships/customXml" Target="../ink/ink98.xml"/><Relationship Id="rId37" Type="http://schemas.openxmlformats.org/officeDocument/2006/relationships/image" Target="../media/image101.png"/><Relationship Id="rId53" Type="http://schemas.openxmlformats.org/officeDocument/2006/relationships/image" Target="../media/image109.png"/><Relationship Id="rId58" Type="http://schemas.openxmlformats.org/officeDocument/2006/relationships/customXml" Target="../ink/ink111.xml"/><Relationship Id="rId74" Type="http://schemas.openxmlformats.org/officeDocument/2006/relationships/customXml" Target="../ink/ink120.xml"/><Relationship Id="rId79" Type="http://schemas.openxmlformats.org/officeDocument/2006/relationships/image" Target="../media/image121.png"/><Relationship Id="rId102" Type="http://schemas.openxmlformats.org/officeDocument/2006/relationships/customXml" Target="../ink/ink134.xml"/><Relationship Id="rId5" Type="http://schemas.openxmlformats.org/officeDocument/2006/relationships/customXml" Target="../ink/ink84.xml"/><Relationship Id="rId90" Type="http://schemas.openxmlformats.org/officeDocument/2006/relationships/customXml" Target="../ink/ink128.xml"/><Relationship Id="rId95" Type="http://schemas.openxmlformats.org/officeDocument/2006/relationships/image" Target="../media/image129.png"/><Relationship Id="rId22" Type="http://schemas.openxmlformats.org/officeDocument/2006/relationships/image" Target="../media/image95.png"/><Relationship Id="rId27" Type="http://schemas.openxmlformats.org/officeDocument/2006/relationships/customXml" Target="../ink/ink95.xml"/><Relationship Id="rId43" Type="http://schemas.openxmlformats.org/officeDocument/2006/relationships/image" Target="../media/image104.png"/><Relationship Id="rId48" Type="http://schemas.openxmlformats.org/officeDocument/2006/relationships/customXml" Target="../ink/ink106.xml"/><Relationship Id="rId64" Type="http://schemas.openxmlformats.org/officeDocument/2006/relationships/image" Target="../media/image114.png"/><Relationship Id="rId69" Type="http://schemas.openxmlformats.org/officeDocument/2006/relationships/customXml" Target="../ink/ink117.xml"/><Relationship Id="rId113" Type="http://schemas.openxmlformats.org/officeDocument/2006/relationships/image" Target="../media/image138.png"/><Relationship Id="rId118" Type="http://schemas.openxmlformats.org/officeDocument/2006/relationships/customXml" Target="../ink/ink142.xml"/><Relationship Id="rId80" Type="http://schemas.openxmlformats.org/officeDocument/2006/relationships/customXml" Target="../ink/ink123.xml"/><Relationship Id="rId85" Type="http://schemas.openxmlformats.org/officeDocument/2006/relationships/image" Target="../media/image124.png"/><Relationship Id="rId12" Type="http://schemas.openxmlformats.org/officeDocument/2006/relationships/image" Target="../media/image90.png"/><Relationship Id="rId17" Type="http://schemas.openxmlformats.org/officeDocument/2006/relationships/customXml" Target="../ink/ink90.xml"/><Relationship Id="rId33" Type="http://schemas.openxmlformats.org/officeDocument/2006/relationships/image" Target="../media/image99.png"/><Relationship Id="rId38" Type="http://schemas.openxmlformats.org/officeDocument/2006/relationships/customXml" Target="../ink/ink101.xml"/><Relationship Id="rId59" Type="http://schemas.openxmlformats.org/officeDocument/2006/relationships/customXml" Target="../ink/ink112.xml"/><Relationship Id="rId103" Type="http://schemas.openxmlformats.org/officeDocument/2006/relationships/image" Target="../media/image133.png"/><Relationship Id="rId108" Type="http://schemas.openxmlformats.org/officeDocument/2006/relationships/customXml" Target="../ink/ink137.xml"/><Relationship Id="rId54" Type="http://schemas.openxmlformats.org/officeDocument/2006/relationships/customXml" Target="../ink/ink109.xml"/><Relationship Id="rId70" Type="http://schemas.openxmlformats.org/officeDocument/2006/relationships/image" Target="../media/image117.png"/><Relationship Id="rId75" Type="http://schemas.openxmlformats.org/officeDocument/2006/relationships/image" Target="../media/image119.png"/><Relationship Id="rId91" Type="http://schemas.openxmlformats.org/officeDocument/2006/relationships/image" Target="../media/image127.png"/><Relationship Id="rId96" Type="http://schemas.openxmlformats.org/officeDocument/2006/relationships/customXml" Target="../ink/ink1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23" Type="http://schemas.openxmlformats.org/officeDocument/2006/relationships/customXml" Target="../ink/ink93.xml"/><Relationship Id="rId28" Type="http://schemas.openxmlformats.org/officeDocument/2006/relationships/image" Target="../media/image97.png"/><Relationship Id="rId49" Type="http://schemas.openxmlformats.org/officeDocument/2006/relationships/image" Target="../media/image107.png"/><Relationship Id="rId114" Type="http://schemas.openxmlformats.org/officeDocument/2006/relationships/customXml" Target="../ink/ink140.xml"/><Relationship Id="rId119" Type="http://schemas.openxmlformats.org/officeDocument/2006/relationships/image" Target="../media/image141.png"/><Relationship Id="rId10" Type="http://schemas.openxmlformats.org/officeDocument/2006/relationships/image" Target="../media/image89.png"/><Relationship Id="rId31" Type="http://schemas.openxmlformats.org/officeDocument/2006/relationships/customXml" Target="../ink/ink97.xml"/><Relationship Id="rId44" Type="http://schemas.openxmlformats.org/officeDocument/2006/relationships/customXml" Target="../ink/ink104.xml"/><Relationship Id="rId52" Type="http://schemas.openxmlformats.org/officeDocument/2006/relationships/customXml" Target="../ink/ink108.xml"/><Relationship Id="rId60" Type="http://schemas.openxmlformats.org/officeDocument/2006/relationships/image" Target="../media/image112.png"/><Relationship Id="rId65" Type="http://schemas.openxmlformats.org/officeDocument/2006/relationships/customXml" Target="../ink/ink115.xml"/><Relationship Id="rId73" Type="http://schemas.openxmlformats.org/officeDocument/2006/relationships/customXml" Target="../ink/ink119.xml"/><Relationship Id="rId78" Type="http://schemas.openxmlformats.org/officeDocument/2006/relationships/customXml" Target="../ink/ink122.xml"/><Relationship Id="rId81" Type="http://schemas.openxmlformats.org/officeDocument/2006/relationships/image" Target="../media/image122.png"/><Relationship Id="rId86" Type="http://schemas.openxmlformats.org/officeDocument/2006/relationships/customXml" Target="../ink/ink126.xml"/><Relationship Id="rId94" Type="http://schemas.openxmlformats.org/officeDocument/2006/relationships/customXml" Target="../ink/ink130.xml"/><Relationship Id="rId99" Type="http://schemas.openxmlformats.org/officeDocument/2006/relationships/image" Target="../media/image131.png"/><Relationship Id="rId101" Type="http://schemas.openxmlformats.org/officeDocument/2006/relationships/image" Target="../media/image132.png"/><Relationship Id="rId4" Type="http://schemas.openxmlformats.org/officeDocument/2006/relationships/image" Target="../media/image86.png"/><Relationship Id="rId9" Type="http://schemas.openxmlformats.org/officeDocument/2006/relationships/customXml" Target="../ink/ink86.xml"/><Relationship Id="rId13" Type="http://schemas.openxmlformats.org/officeDocument/2006/relationships/customXml" Target="../ink/ink88.xml"/><Relationship Id="rId18" Type="http://schemas.openxmlformats.org/officeDocument/2006/relationships/image" Target="../media/image93.png"/><Relationship Id="rId39" Type="http://schemas.openxmlformats.org/officeDocument/2006/relationships/image" Target="../media/image102.png"/><Relationship Id="rId109" Type="http://schemas.openxmlformats.org/officeDocument/2006/relationships/image" Target="../media/image136.png"/><Relationship Id="rId34" Type="http://schemas.openxmlformats.org/officeDocument/2006/relationships/customXml" Target="../ink/ink99.xml"/><Relationship Id="rId50" Type="http://schemas.openxmlformats.org/officeDocument/2006/relationships/customXml" Target="../ink/ink107.xml"/><Relationship Id="rId55" Type="http://schemas.openxmlformats.org/officeDocument/2006/relationships/image" Target="../media/image110.png"/><Relationship Id="rId76" Type="http://schemas.openxmlformats.org/officeDocument/2006/relationships/customXml" Target="../ink/ink121.xml"/><Relationship Id="rId97" Type="http://schemas.openxmlformats.org/officeDocument/2006/relationships/image" Target="../media/image130.png"/><Relationship Id="rId104" Type="http://schemas.openxmlformats.org/officeDocument/2006/relationships/customXml" Target="../ink/ink135.xml"/><Relationship Id="rId7" Type="http://schemas.openxmlformats.org/officeDocument/2006/relationships/customXml" Target="../ink/ink85.xml"/><Relationship Id="rId71" Type="http://schemas.openxmlformats.org/officeDocument/2006/relationships/customXml" Target="../ink/ink118.xml"/><Relationship Id="rId92" Type="http://schemas.openxmlformats.org/officeDocument/2006/relationships/customXml" Target="../ink/ink129.xml"/><Relationship Id="rId2" Type="http://schemas.openxmlformats.org/officeDocument/2006/relationships/image" Target="../media/image85.png"/><Relationship Id="rId29" Type="http://schemas.openxmlformats.org/officeDocument/2006/relationships/customXml" Target="../ink/ink96.xml"/><Relationship Id="rId24" Type="http://schemas.openxmlformats.org/officeDocument/2006/relationships/image" Target="../media/image24.png"/><Relationship Id="rId40" Type="http://schemas.openxmlformats.org/officeDocument/2006/relationships/customXml" Target="../ink/ink102.xml"/><Relationship Id="rId45" Type="http://schemas.openxmlformats.org/officeDocument/2006/relationships/image" Target="../media/image105.png"/><Relationship Id="rId66" Type="http://schemas.openxmlformats.org/officeDocument/2006/relationships/image" Target="../media/image115.png"/><Relationship Id="rId87" Type="http://schemas.openxmlformats.org/officeDocument/2006/relationships/image" Target="../media/image125.png"/><Relationship Id="rId110" Type="http://schemas.openxmlformats.org/officeDocument/2006/relationships/customXml" Target="../ink/ink138.xml"/><Relationship Id="rId115" Type="http://schemas.openxmlformats.org/officeDocument/2006/relationships/image" Target="../media/image139.png"/><Relationship Id="rId61" Type="http://schemas.openxmlformats.org/officeDocument/2006/relationships/customXml" Target="../ink/ink113.xml"/><Relationship Id="rId82" Type="http://schemas.openxmlformats.org/officeDocument/2006/relationships/customXml" Target="../ink/ink124.xml"/><Relationship Id="rId19" Type="http://schemas.openxmlformats.org/officeDocument/2006/relationships/customXml" Target="../ink/ink91.xml"/><Relationship Id="rId14" Type="http://schemas.openxmlformats.org/officeDocument/2006/relationships/image" Target="../media/image91.png"/><Relationship Id="rId30" Type="http://schemas.openxmlformats.org/officeDocument/2006/relationships/image" Target="../media/image98.png"/><Relationship Id="rId35" Type="http://schemas.openxmlformats.org/officeDocument/2006/relationships/image" Target="../media/image100.png"/><Relationship Id="rId56" Type="http://schemas.openxmlformats.org/officeDocument/2006/relationships/customXml" Target="../ink/ink110.xml"/><Relationship Id="rId77" Type="http://schemas.openxmlformats.org/officeDocument/2006/relationships/image" Target="../media/image120.png"/><Relationship Id="rId100" Type="http://schemas.openxmlformats.org/officeDocument/2006/relationships/customXml" Target="../ink/ink133.xml"/><Relationship Id="rId105" Type="http://schemas.openxmlformats.org/officeDocument/2006/relationships/image" Target="../media/image134.png"/><Relationship Id="rId8" Type="http://schemas.openxmlformats.org/officeDocument/2006/relationships/image" Target="../media/image88.png"/><Relationship Id="rId51" Type="http://schemas.openxmlformats.org/officeDocument/2006/relationships/image" Target="../media/image108.png"/><Relationship Id="rId72" Type="http://schemas.openxmlformats.org/officeDocument/2006/relationships/image" Target="../media/image118.png"/><Relationship Id="rId93" Type="http://schemas.openxmlformats.org/officeDocument/2006/relationships/image" Target="../media/image128.png"/><Relationship Id="rId98" Type="http://schemas.openxmlformats.org/officeDocument/2006/relationships/customXml" Target="../ink/ink132.xml"/><Relationship Id="rId3" Type="http://schemas.openxmlformats.org/officeDocument/2006/relationships/customXml" Target="../ink/ink83.xml"/><Relationship Id="rId25" Type="http://schemas.openxmlformats.org/officeDocument/2006/relationships/customXml" Target="../ink/ink94.xml"/><Relationship Id="rId46" Type="http://schemas.openxmlformats.org/officeDocument/2006/relationships/customXml" Target="../ink/ink105.xml"/><Relationship Id="rId67" Type="http://schemas.openxmlformats.org/officeDocument/2006/relationships/customXml" Target="../ink/ink116.xml"/><Relationship Id="rId116" Type="http://schemas.openxmlformats.org/officeDocument/2006/relationships/customXml" Target="../ink/ink141.xml"/><Relationship Id="rId20" Type="http://schemas.openxmlformats.org/officeDocument/2006/relationships/image" Target="../media/image94.png"/><Relationship Id="rId41" Type="http://schemas.openxmlformats.org/officeDocument/2006/relationships/image" Target="../media/image103.png"/><Relationship Id="rId62" Type="http://schemas.openxmlformats.org/officeDocument/2006/relationships/image" Target="../media/image113.png"/><Relationship Id="rId83" Type="http://schemas.openxmlformats.org/officeDocument/2006/relationships/image" Target="../media/image123.png"/><Relationship Id="rId88" Type="http://schemas.openxmlformats.org/officeDocument/2006/relationships/customXml" Target="../ink/ink127.xml"/><Relationship Id="rId111" Type="http://schemas.openxmlformats.org/officeDocument/2006/relationships/image" Target="../media/image137.png"/><Relationship Id="rId15" Type="http://schemas.openxmlformats.org/officeDocument/2006/relationships/customXml" Target="../ink/ink89.xml"/><Relationship Id="rId36" Type="http://schemas.openxmlformats.org/officeDocument/2006/relationships/customXml" Target="../ink/ink100.xml"/><Relationship Id="rId57" Type="http://schemas.openxmlformats.org/officeDocument/2006/relationships/image" Target="../media/image111.png"/><Relationship Id="rId106" Type="http://schemas.openxmlformats.org/officeDocument/2006/relationships/customXml" Target="../ink/ink136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01.xml"/><Relationship Id="rId299" Type="http://schemas.openxmlformats.org/officeDocument/2006/relationships/image" Target="../media/image286.png"/><Relationship Id="rId21" Type="http://schemas.openxmlformats.org/officeDocument/2006/relationships/image" Target="../media/image151.png"/><Relationship Id="rId63" Type="http://schemas.openxmlformats.org/officeDocument/2006/relationships/image" Target="../media/image171.png"/><Relationship Id="rId159" Type="http://schemas.openxmlformats.org/officeDocument/2006/relationships/image" Target="../media/image218.png"/><Relationship Id="rId170" Type="http://schemas.openxmlformats.org/officeDocument/2006/relationships/image" Target="../media/image223.png"/><Relationship Id="rId226" Type="http://schemas.openxmlformats.org/officeDocument/2006/relationships/image" Target="../media/image251.png"/><Relationship Id="rId268" Type="http://schemas.openxmlformats.org/officeDocument/2006/relationships/image" Target="../media/image271.png"/><Relationship Id="rId32" Type="http://schemas.openxmlformats.org/officeDocument/2006/relationships/customXml" Target="../ink/ink157.xml"/><Relationship Id="rId74" Type="http://schemas.openxmlformats.org/officeDocument/2006/relationships/customXml" Target="../ink/ink179.xml"/><Relationship Id="rId128" Type="http://schemas.openxmlformats.org/officeDocument/2006/relationships/image" Target="../media/image203.png"/><Relationship Id="rId5" Type="http://schemas.openxmlformats.org/officeDocument/2006/relationships/customXml" Target="../ink/ink144.xml"/><Relationship Id="rId181" Type="http://schemas.openxmlformats.org/officeDocument/2006/relationships/customXml" Target="../ink/ink234.xml"/><Relationship Id="rId237" Type="http://schemas.openxmlformats.org/officeDocument/2006/relationships/image" Target="../media/image256.png"/><Relationship Id="rId279" Type="http://schemas.openxmlformats.org/officeDocument/2006/relationships/customXml" Target="../ink/ink284.xml"/><Relationship Id="rId43" Type="http://schemas.openxmlformats.org/officeDocument/2006/relationships/customXml" Target="../ink/ink163.xml"/><Relationship Id="rId139" Type="http://schemas.openxmlformats.org/officeDocument/2006/relationships/image" Target="../media/image208.png"/><Relationship Id="rId290" Type="http://schemas.openxmlformats.org/officeDocument/2006/relationships/customXml" Target="../ink/ink290.xml"/><Relationship Id="rId85" Type="http://schemas.openxmlformats.org/officeDocument/2006/relationships/image" Target="../media/image182.png"/><Relationship Id="rId150" Type="http://schemas.openxmlformats.org/officeDocument/2006/relationships/customXml" Target="../ink/ink218.xml"/><Relationship Id="rId192" Type="http://schemas.openxmlformats.org/officeDocument/2006/relationships/image" Target="../media/image234.png"/><Relationship Id="rId206" Type="http://schemas.openxmlformats.org/officeDocument/2006/relationships/image" Target="../media/image241.png"/><Relationship Id="rId248" Type="http://schemas.openxmlformats.org/officeDocument/2006/relationships/image" Target="../media/image261.png"/><Relationship Id="rId12" Type="http://schemas.openxmlformats.org/officeDocument/2006/relationships/image" Target="../media/image146.png"/><Relationship Id="rId108" Type="http://schemas.openxmlformats.org/officeDocument/2006/relationships/customXml" Target="../ink/ink196.xml"/><Relationship Id="rId54" Type="http://schemas.openxmlformats.org/officeDocument/2006/relationships/customXml" Target="../ink/ink169.xml"/><Relationship Id="rId75" Type="http://schemas.openxmlformats.org/officeDocument/2006/relationships/image" Target="../media/image177.png"/><Relationship Id="rId96" Type="http://schemas.openxmlformats.org/officeDocument/2006/relationships/customXml" Target="../ink/ink190.xml"/><Relationship Id="rId140" Type="http://schemas.openxmlformats.org/officeDocument/2006/relationships/customXml" Target="../ink/ink213.xml"/><Relationship Id="rId161" Type="http://schemas.openxmlformats.org/officeDocument/2006/relationships/image" Target="../media/image219.png"/><Relationship Id="rId182" Type="http://schemas.openxmlformats.org/officeDocument/2006/relationships/image" Target="../media/image229.png"/><Relationship Id="rId217" Type="http://schemas.openxmlformats.org/officeDocument/2006/relationships/customXml" Target="../ink/ink252.xml"/><Relationship Id="rId6" Type="http://schemas.openxmlformats.org/officeDocument/2006/relationships/image" Target="../media/image141.png"/><Relationship Id="rId238" Type="http://schemas.openxmlformats.org/officeDocument/2006/relationships/customXml" Target="../ink/ink263.xml"/><Relationship Id="rId259" Type="http://schemas.openxmlformats.org/officeDocument/2006/relationships/customXml" Target="../ink/ink274.xml"/><Relationship Id="rId23" Type="http://schemas.openxmlformats.org/officeDocument/2006/relationships/image" Target="../media/image152.png"/><Relationship Id="rId119" Type="http://schemas.openxmlformats.org/officeDocument/2006/relationships/customXml" Target="../ink/ink202.xml"/><Relationship Id="rId270" Type="http://schemas.openxmlformats.org/officeDocument/2006/relationships/image" Target="../media/image272.png"/><Relationship Id="rId291" Type="http://schemas.openxmlformats.org/officeDocument/2006/relationships/image" Target="../media/image282.png"/><Relationship Id="rId44" Type="http://schemas.openxmlformats.org/officeDocument/2006/relationships/image" Target="../media/image162.png"/><Relationship Id="rId65" Type="http://schemas.openxmlformats.org/officeDocument/2006/relationships/image" Target="../media/image172.png"/><Relationship Id="rId86" Type="http://schemas.openxmlformats.org/officeDocument/2006/relationships/customXml" Target="../ink/ink185.xml"/><Relationship Id="rId130" Type="http://schemas.openxmlformats.org/officeDocument/2006/relationships/customXml" Target="../ink/ink208.xml"/><Relationship Id="rId151" Type="http://schemas.openxmlformats.org/officeDocument/2006/relationships/image" Target="../media/image214.png"/><Relationship Id="rId172" Type="http://schemas.openxmlformats.org/officeDocument/2006/relationships/image" Target="../media/image224.png"/><Relationship Id="rId193" Type="http://schemas.openxmlformats.org/officeDocument/2006/relationships/customXml" Target="../ink/ink240.xml"/><Relationship Id="rId207" Type="http://schemas.openxmlformats.org/officeDocument/2006/relationships/customXml" Target="../ink/ink247.xml"/><Relationship Id="rId228" Type="http://schemas.openxmlformats.org/officeDocument/2006/relationships/image" Target="../media/image252.png"/><Relationship Id="rId249" Type="http://schemas.openxmlformats.org/officeDocument/2006/relationships/customXml" Target="../ink/ink269.xml"/><Relationship Id="rId13" Type="http://schemas.openxmlformats.org/officeDocument/2006/relationships/image" Target="../media/image147.png"/><Relationship Id="rId109" Type="http://schemas.openxmlformats.org/officeDocument/2006/relationships/image" Target="../media/image194.png"/><Relationship Id="rId260" Type="http://schemas.openxmlformats.org/officeDocument/2006/relationships/image" Target="../media/image267.png"/><Relationship Id="rId281" Type="http://schemas.openxmlformats.org/officeDocument/2006/relationships/customXml" Target="../ink/ink285.xml"/><Relationship Id="rId34" Type="http://schemas.openxmlformats.org/officeDocument/2006/relationships/customXml" Target="../ink/ink158.xml"/><Relationship Id="rId55" Type="http://schemas.openxmlformats.org/officeDocument/2006/relationships/image" Target="../media/image167.png"/><Relationship Id="rId76" Type="http://schemas.openxmlformats.org/officeDocument/2006/relationships/customXml" Target="../ink/ink180.xml"/><Relationship Id="rId97" Type="http://schemas.openxmlformats.org/officeDocument/2006/relationships/image" Target="../media/image188.png"/><Relationship Id="rId120" Type="http://schemas.openxmlformats.org/officeDocument/2006/relationships/image" Target="../media/image199.png"/><Relationship Id="rId141" Type="http://schemas.openxmlformats.org/officeDocument/2006/relationships/image" Target="../media/image209.png"/><Relationship Id="rId7" Type="http://schemas.openxmlformats.org/officeDocument/2006/relationships/customXml" Target="../ink/ink145.xml"/><Relationship Id="rId162" Type="http://schemas.openxmlformats.org/officeDocument/2006/relationships/customXml" Target="../ink/ink224.xml"/><Relationship Id="rId183" Type="http://schemas.openxmlformats.org/officeDocument/2006/relationships/customXml" Target="../ink/ink235.xml"/><Relationship Id="rId218" Type="http://schemas.openxmlformats.org/officeDocument/2006/relationships/image" Target="../media/image247.png"/><Relationship Id="rId239" Type="http://schemas.openxmlformats.org/officeDocument/2006/relationships/image" Target="../media/image257.png"/><Relationship Id="rId250" Type="http://schemas.openxmlformats.org/officeDocument/2006/relationships/image" Target="../media/image262.png"/><Relationship Id="rId271" Type="http://schemas.openxmlformats.org/officeDocument/2006/relationships/customXml" Target="../ink/ink280.xml"/><Relationship Id="rId292" Type="http://schemas.openxmlformats.org/officeDocument/2006/relationships/customXml" Target="../ink/ink291.xml"/><Relationship Id="rId24" Type="http://schemas.openxmlformats.org/officeDocument/2006/relationships/customXml" Target="../ink/ink153.xml"/><Relationship Id="rId45" Type="http://schemas.openxmlformats.org/officeDocument/2006/relationships/customXml" Target="../ink/ink164.xml"/><Relationship Id="rId66" Type="http://schemas.openxmlformats.org/officeDocument/2006/relationships/customXml" Target="../ink/ink175.xml"/><Relationship Id="rId87" Type="http://schemas.openxmlformats.org/officeDocument/2006/relationships/image" Target="../media/image183.png"/><Relationship Id="rId110" Type="http://schemas.openxmlformats.org/officeDocument/2006/relationships/customXml" Target="../ink/ink197.xml"/><Relationship Id="rId131" Type="http://schemas.openxmlformats.org/officeDocument/2006/relationships/image" Target="../media/image204.png"/><Relationship Id="rId152" Type="http://schemas.openxmlformats.org/officeDocument/2006/relationships/customXml" Target="../ink/ink219.xml"/><Relationship Id="rId173" Type="http://schemas.openxmlformats.org/officeDocument/2006/relationships/customXml" Target="../ink/ink230.xml"/><Relationship Id="rId194" Type="http://schemas.openxmlformats.org/officeDocument/2006/relationships/image" Target="../media/image235.png"/><Relationship Id="rId208" Type="http://schemas.openxmlformats.org/officeDocument/2006/relationships/image" Target="../media/image242.png"/><Relationship Id="rId229" Type="http://schemas.openxmlformats.org/officeDocument/2006/relationships/customXml" Target="../ink/ink258.xml"/><Relationship Id="rId240" Type="http://schemas.openxmlformats.org/officeDocument/2006/relationships/customXml" Target="../ink/ink264.xml"/><Relationship Id="rId261" Type="http://schemas.openxmlformats.org/officeDocument/2006/relationships/customXml" Target="../ink/ink275.xml"/><Relationship Id="rId14" Type="http://schemas.openxmlformats.org/officeDocument/2006/relationships/customXml" Target="../ink/ink148.xml"/><Relationship Id="rId35" Type="http://schemas.openxmlformats.org/officeDocument/2006/relationships/image" Target="../media/image158.png"/><Relationship Id="rId56" Type="http://schemas.openxmlformats.org/officeDocument/2006/relationships/customXml" Target="../ink/ink170.xml"/><Relationship Id="rId77" Type="http://schemas.openxmlformats.org/officeDocument/2006/relationships/image" Target="../media/image178.png"/><Relationship Id="rId100" Type="http://schemas.openxmlformats.org/officeDocument/2006/relationships/customXml" Target="../ink/ink192.xml"/><Relationship Id="rId282" Type="http://schemas.openxmlformats.org/officeDocument/2006/relationships/image" Target="../media/image278.png"/><Relationship Id="rId8" Type="http://schemas.openxmlformats.org/officeDocument/2006/relationships/image" Target="../media/image144.png"/><Relationship Id="rId98" Type="http://schemas.openxmlformats.org/officeDocument/2006/relationships/customXml" Target="../ink/ink191.xml"/><Relationship Id="rId121" Type="http://schemas.openxmlformats.org/officeDocument/2006/relationships/customXml" Target="../ink/ink203.xml"/><Relationship Id="rId142" Type="http://schemas.openxmlformats.org/officeDocument/2006/relationships/customXml" Target="../ink/ink214.xml"/><Relationship Id="rId163" Type="http://schemas.openxmlformats.org/officeDocument/2006/relationships/customXml" Target="../ink/ink225.xml"/><Relationship Id="rId184" Type="http://schemas.openxmlformats.org/officeDocument/2006/relationships/image" Target="../media/image230.png"/><Relationship Id="rId219" Type="http://schemas.openxmlformats.org/officeDocument/2006/relationships/customXml" Target="../ink/ink253.xml"/><Relationship Id="rId230" Type="http://schemas.openxmlformats.org/officeDocument/2006/relationships/customXml" Target="../ink/ink259.xml"/><Relationship Id="rId251" Type="http://schemas.openxmlformats.org/officeDocument/2006/relationships/customXml" Target="../ink/ink270.xml"/><Relationship Id="rId25" Type="http://schemas.openxmlformats.org/officeDocument/2006/relationships/image" Target="../media/image153.png"/><Relationship Id="rId46" Type="http://schemas.openxmlformats.org/officeDocument/2006/relationships/customXml" Target="../ink/ink165.xml"/><Relationship Id="rId67" Type="http://schemas.openxmlformats.org/officeDocument/2006/relationships/image" Target="../media/image173.png"/><Relationship Id="rId272" Type="http://schemas.openxmlformats.org/officeDocument/2006/relationships/image" Target="../media/image273.png"/><Relationship Id="rId293" Type="http://schemas.openxmlformats.org/officeDocument/2006/relationships/image" Target="../media/image283.png"/><Relationship Id="rId88" Type="http://schemas.openxmlformats.org/officeDocument/2006/relationships/customXml" Target="../ink/ink186.xml"/><Relationship Id="rId111" Type="http://schemas.openxmlformats.org/officeDocument/2006/relationships/image" Target="../media/image195.png"/><Relationship Id="rId132" Type="http://schemas.openxmlformats.org/officeDocument/2006/relationships/customXml" Target="../ink/ink209.xml"/><Relationship Id="rId153" Type="http://schemas.openxmlformats.org/officeDocument/2006/relationships/image" Target="../media/image215.png"/><Relationship Id="rId174" Type="http://schemas.openxmlformats.org/officeDocument/2006/relationships/image" Target="../media/image225.png"/><Relationship Id="rId195" Type="http://schemas.openxmlformats.org/officeDocument/2006/relationships/customXml" Target="../ink/ink241.xml"/><Relationship Id="rId209" Type="http://schemas.openxmlformats.org/officeDocument/2006/relationships/customXml" Target="../ink/ink248.xml"/><Relationship Id="rId220" Type="http://schemas.openxmlformats.org/officeDocument/2006/relationships/image" Target="../media/image248.png"/><Relationship Id="rId241" Type="http://schemas.openxmlformats.org/officeDocument/2006/relationships/image" Target="../media/image258.png"/><Relationship Id="rId15" Type="http://schemas.openxmlformats.org/officeDocument/2006/relationships/image" Target="../media/image148.png"/><Relationship Id="rId36" Type="http://schemas.openxmlformats.org/officeDocument/2006/relationships/customXml" Target="../ink/ink159.xml"/><Relationship Id="rId57" Type="http://schemas.openxmlformats.org/officeDocument/2006/relationships/image" Target="../media/image168.png"/><Relationship Id="rId262" Type="http://schemas.openxmlformats.org/officeDocument/2006/relationships/image" Target="../media/image268.png"/><Relationship Id="rId283" Type="http://schemas.openxmlformats.org/officeDocument/2006/relationships/customXml" Target="../ink/ink286.xml"/><Relationship Id="rId78" Type="http://schemas.openxmlformats.org/officeDocument/2006/relationships/customXml" Target="../ink/ink181.xml"/><Relationship Id="rId99" Type="http://schemas.openxmlformats.org/officeDocument/2006/relationships/image" Target="../media/image189.png"/><Relationship Id="rId101" Type="http://schemas.openxmlformats.org/officeDocument/2006/relationships/image" Target="../media/image190.png"/><Relationship Id="rId122" Type="http://schemas.openxmlformats.org/officeDocument/2006/relationships/image" Target="../media/image200.png"/><Relationship Id="rId143" Type="http://schemas.openxmlformats.org/officeDocument/2006/relationships/image" Target="../media/image210.png"/><Relationship Id="rId164" Type="http://schemas.openxmlformats.org/officeDocument/2006/relationships/image" Target="../media/image220.png"/><Relationship Id="rId185" Type="http://schemas.openxmlformats.org/officeDocument/2006/relationships/customXml" Target="../ink/ink236.xml"/><Relationship Id="rId9" Type="http://schemas.openxmlformats.org/officeDocument/2006/relationships/customXml" Target="../ink/ink146.xml"/><Relationship Id="rId210" Type="http://schemas.openxmlformats.org/officeDocument/2006/relationships/image" Target="../media/image243.png"/><Relationship Id="rId26" Type="http://schemas.openxmlformats.org/officeDocument/2006/relationships/customXml" Target="../ink/ink154.xml"/><Relationship Id="rId231" Type="http://schemas.openxmlformats.org/officeDocument/2006/relationships/image" Target="../media/image253.png"/><Relationship Id="rId252" Type="http://schemas.openxmlformats.org/officeDocument/2006/relationships/image" Target="../media/image263.png"/><Relationship Id="rId273" Type="http://schemas.openxmlformats.org/officeDocument/2006/relationships/customXml" Target="../ink/ink281.xml"/><Relationship Id="rId294" Type="http://schemas.openxmlformats.org/officeDocument/2006/relationships/customXml" Target="../ink/ink292.xml"/><Relationship Id="rId47" Type="http://schemas.openxmlformats.org/officeDocument/2006/relationships/image" Target="../media/image163.png"/><Relationship Id="rId68" Type="http://schemas.openxmlformats.org/officeDocument/2006/relationships/customXml" Target="../ink/ink176.xml"/><Relationship Id="rId89" Type="http://schemas.openxmlformats.org/officeDocument/2006/relationships/image" Target="../media/image184.png"/><Relationship Id="rId112" Type="http://schemas.openxmlformats.org/officeDocument/2006/relationships/customXml" Target="../ink/ink198.xml"/><Relationship Id="rId133" Type="http://schemas.openxmlformats.org/officeDocument/2006/relationships/image" Target="../media/image205.png"/><Relationship Id="rId154" Type="http://schemas.openxmlformats.org/officeDocument/2006/relationships/customXml" Target="../ink/ink220.xml"/><Relationship Id="rId175" Type="http://schemas.openxmlformats.org/officeDocument/2006/relationships/customXml" Target="../ink/ink231.xml"/><Relationship Id="rId196" Type="http://schemas.openxmlformats.org/officeDocument/2006/relationships/image" Target="../media/image236.png"/><Relationship Id="rId200" Type="http://schemas.openxmlformats.org/officeDocument/2006/relationships/image" Target="../media/image238.png"/><Relationship Id="rId16" Type="http://schemas.openxmlformats.org/officeDocument/2006/relationships/customXml" Target="../ink/ink149.xml"/><Relationship Id="rId221" Type="http://schemas.openxmlformats.org/officeDocument/2006/relationships/customXml" Target="../ink/ink254.xml"/><Relationship Id="rId242" Type="http://schemas.openxmlformats.org/officeDocument/2006/relationships/customXml" Target="../ink/ink265.xml"/><Relationship Id="rId263" Type="http://schemas.openxmlformats.org/officeDocument/2006/relationships/customXml" Target="../ink/ink276.xml"/><Relationship Id="rId284" Type="http://schemas.openxmlformats.org/officeDocument/2006/relationships/customXml" Target="../ink/ink287.xml"/><Relationship Id="rId37" Type="http://schemas.openxmlformats.org/officeDocument/2006/relationships/customXml" Target="../ink/ink160.xml"/><Relationship Id="rId58" Type="http://schemas.openxmlformats.org/officeDocument/2006/relationships/customXml" Target="../ink/ink171.xml"/><Relationship Id="rId79" Type="http://schemas.openxmlformats.org/officeDocument/2006/relationships/image" Target="../media/image179.png"/><Relationship Id="rId102" Type="http://schemas.openxmlformats.org/officeDocument/2006/relationships/customXml" Target="../ink/ink193.xml"/><Relationship Id="rId123" Type="http://schemas.openxmlformats.org/officeDocument/2006/relationships/customXml" Target="../ink/ink204.xml"/><Relationship Id="rId144" Type="http://schemas.openxmlformats.org/officeDocument/2006/relationships/customXml" Target="../ink/ink215.xml"/><Relationship Id="rId90" Type="http://schemas.openxmlformats.org/officeDocument/2006/relationships/customXml" Target="../ink/ink187.xml"/><Relationship Id="rId165" Type="http://schemas.openxmlformats.org/officeDocument/2006/relationships/customXml" Target="../ink/ink226.xml"/><Relationship Id="rId186" Type="http://schemas.openxmlformats.org/officeDocument/2006/relationships/image" Target="../media/image231.png"/><Relationship Id="rId211" Type="http://schemas.openxmlformats.org/officeDocument/2006/relationships/customXml" Target="../ink/ink249.xml"/><Relationship Id="rId232" Type="http://schemas.openxmlformats.org/officeDocument/2006/relationships/customXml" Target="../ink/ink260.xml"/><Relationship Id="rId253" Type="http://schemas.openxmlformats.org/officeDocument/2006/relationships/customXml" Target="../ink/ink271.xml"/><Relationship Id="rId274" Type="http://schemas.openxmlformats.org/officeDocument/2006/relationships/image" Target="../media/image274.png"/><Relationship Id="rId295" Type="http://schemas.openxmlformats.org/officeDocument/2006/relationships/image" Target="../media/image284.png"/><Relationship Id="rId27" Type="http://schemas.openxmlformats.org/officeDocument/2006/relationships/image" Target="../media/image154.png"/><Relationship Id="rId48" Type="http://schemas.openxmlformats.org/officeDocument/2006/relationships/customXml" Target="../ink/ink166.xml"/><Relationship Id="rId69" Type="http://schemas.openxmlformats.org/officeDocument/2006/relationships/image" Target="../media/image174.png"/><Relationship Id="rId113" Type="http://schemas.openxmlformats.org/officeDocument/2006/relationships/image" Target="../media/image196.png"/><Relationship Id="rId134" Type="http://schemas.openxmlformats.org/officeDocument/2006/relationships/customXml" Target="../ink/ink210.xml"/><Relationship Id="rId80" Type="http://schemas.openxmlformats.org/officeDocument/2006/relationships/customXml" Target="../ink/ink182.xml"/><Relationship Id="rId155" Type="http://schemas.openxmlformats.org/officeDocument/2006/relationships/image" Target="../media/image216.png"/><Relationship Id="rId176" Type="http://schemas.openxmlformats.org/officeDocument/2006/relationships/image" Target="../media/image226.png"/><Relationship Id="rId197" Type="http://schemas.openxmlformats.org/officeDocument/2006/relationships/customXml" Target="../ink/ink242.xml"/><Relationship Id="rId201" Type="http://schemas.openxmlformats.org/officeDocument/2006/relationships/customXml" Target="../ink/ink244.xml"/><Relationship Id="rId222" Type="http://schemas.openxmlformats.org/officeDocument/2006/relationships/image" Target="../media/image249.png"/><Relationship Id="rId243" Type="http://schemas.openxmlformats.org/officeDocument/2006/relationships/customXml" Target="../ink/ink266.xml"/><Relationship Id="rId264" Type="http://schemas.openxmlformats.org/officeDocument/2006/relationships/image" Target="../media/image269.png"/><Relationship Id="rId285" Type="http://schemas.openxmlformats.org/officeDocument/2006/relationships/image" Target="../media/image279.png"/><Relationship Id="rId17" Type="http://schemas.openxmlformats.org/officeDocument/2006/relationships/image" Target="../media/image149.png"/><Relationship Id="rId38" Type="http://schemas.openxmlformats.org/officeDocument/2006/relationships/image" Target="../media/image159.png"/><Relationship Id="rId59" Type="http://schemas.openxmlformats.org/officeDocument/2006/relationships/image" Target="../media/image169.png"/><Relationship Id="rId103" Type="http://schemas.openxmlformats.org/officeDocument/2006/relationships/image" Target="../media/image191.png"/><Relationship Id="rId124" Type="http://schemas.openxmlformats.org/officeDocument/2006/relationships/image" Target="../media/image201.png"/><Relationship Id="rId70" Type="http://schemas.openxmlformats.org/officeDocument/2006/relationships/customXml" Target="../ink/ink177.xml"/><Relationship Id="rId91" Type="http://schemas.openxmlformats.org/officeDocument/2006/relationships/image" Target="../media/image185.png"/><Relationship Id="rId145" Type="http://schemas.openxmlformats.org/officeDocument/2006/relationships/image" Target="../media/image211.png"/><Relationship Id="rId166" Type="http://schemas.openxmlformats.org/officeDocument/2006/relationships/image" Target="../media/image221.png"/><Relationship Id="rId187" Type="http://schemas.openxmlformats.org/officeDocument/2006/relationships/customXml" Target="../ink/ink237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44.png"/><Relationship Id="rId233" Type="http://schemas.openxmlformats.org/officeDocument/2006/relationships/image" Target="../media/image254.png"/><Relationship Id="rId254" Type="http://schemas.openxmlformats.org/officeDocument/2006/relationships/image" Target="../media/image264.png"/><Relationship Id="rId28" Type="http://schemas.openxmlformats.org/officeDocument/2006/relationships/customXml" Target="../ink/ink155.xml"/><Relationship Id="rId49" Type="http://schemas.openxmlformats.org/officeDocument/2006/relationships/image" Target="../media/image164.png"/><Relationship Id="rId114" Type="http://schemas.openxmlformats.org/officeDocument/2006/relationships/customXml" Target="../ink/ink199.xml"/><Relationship Id="rId275" Type="http://schemas.openxmlformats.org/officeDocument/2006/relationships/customXml" Target="../ink/ink282.xml"/><Relationship Id="rId296" Type="http://schemas.openxmlformats.org/officeDocument/2006/relationships/customXml" Target="../ink/ink293.xml"/><Relationship Id="rId60" Type="http://schemas.openxmlformats.org/officeDocument/2006/relationships/customXml" Target="../ink/ink172.xml"/><Relationship Id="rId81" Type="http://schemas.openxmlformats.org/officeDocument/2006/relationships/image" Target="../media/image180.png"/><Relationship Id="rId135" Type="http://schemas.openxmlformats.org/officeDocument/2006/relationships/image" Target="../media/image206.png"/><Relationship Id="rId156" Type="http://schemas.openxmlformats.org/officeDocument/2006/relationships/customXml" Target="../ink/ink221.xml"/><Relationship Id="rId177" Type="http://schemas.openxmlformats.org/officeDocument/2006/relationships/customXml" Target="../ink/ink232.xml"/><Relationship Id="rId198" Type="http://schemas.openxmlformats.org/officeDocument/2006/relationships/image" Target="../media/image237.png"/><Relationship Id="rId202" Type="http://schemas.openxmlformats.org/officeDocument/2006/relationships/image" Target="../media/image239.png"/><Relationship Id="rId223" Type="http://schemas.openxmlformats.org/officeDocument/2006/relationships/customXml" Target="../ink/ink255.xml"/><Relationship Id="rId244" Type="http://schemas.openxmlformats.org/officeDocument/2006/relationships/image" Target="../media/image259.png"/><Relationship Id="rId18" Type="http://schemas.openxmlformats.org/officeDocument/2006/relationships/customXml" Target="../ink/ink150.xml"/><Relationship Id="rId39" Type="http://schemas.openxmlformats.org/officeDocument/2006/relationships/customXml" Target="../ink/ink161.xml"/><Relationship Id="rId265" Type="http://schemas.openxmlformats.org/officeDocument/2006/relationships/customXml" Target="../ink/ink277.xml"/><Relationship Id="rId286" Type="http://schemas.openxmlformats.org/officeDocument/2006/relationships/customXml" Target="../ink/ink288.xml"/><Relationship Id="rId50" Type="http://schemas.openxmlformats.org/officeDocument/2006/relationships/customXml" Target="../ink/ink167.xml"/><Relationship Id="rId104" Type="http://schemas.openxmlformats.org/officeDocument/2006/relationships/customXml" Target="../ink/ink194.xml"/><Relationship Id="rId125" Type="http://schemas.openxmlformats.org/officeDocument/2006/relationships/customXml" Target="../ink/ink205.xml"/><Relationship Id="rId146" Type="http://schemas.openxmlformats.org/officeDocument/2006/relationships/customXml" Target="../ink/ink216.xml"/><Relationship Id="rId167" Type="http://schemas.openxmlformats.org/officeDocument/2006/relationships/customXml" Target="../ink/ink227.xml"/><Relationship Id="rId188" Type="http://schemas.openxmlformats.org/officeDocument/2006/relationships/image" Target="../media/image232.png"/><Relationship Id="rId71" Type="http://schemas.openxmlformats.org/officeDocument/2006/relationships/image" Target="../media/image175.png"/><Relationship Id="rId92" Type="http://schemas.openxmlformats.org/officeDocument/2006/relationships/customXml" Target="../ink/ink188.xml"/><Relationship Id="rId213" Type="http://schemas.openxmlformats.org/officeDocument/2006/relationships/customXml" Target="../ink/ink250.xml"/><Relationship Id="rId234" Type="http://schemas.openxmlformats.org/officeDocument/2006/relationships/customXml" Target="../ink/ink261.xml"/><Relationship Id="rId2" Type="http://schemas.openxmlformats.org/officeDocument/2006/relationships/image" Target="../media/image142.png"/><Relationship Id="rId29" Type="http://schemas.openxmlformats.org/officeDocument/2006/relationships/image" Target="../media/image155.png"/><Relationship Id="rId255" Type="http://schemas.openxmlformats.org/officeDocument/2006/relationships/customXml" Target="../ink/ink272.xml"/><Relationship Id="rId276" Type="http://schemas.openxmlformats.org/officeDocument/2006/relationships/image" Target="../media/image275.png"/><Relationship Id="rId297" Type="http://schemas.openxmlformats.org/officeDocument/2006/relationships/image" Target="../media/image285.png"/><Relationship Id="rId40" Type="http://schemas.openxmlformats.org/officeDocument/2006/relationships/image" Target="../media/image160.png"/><Relationship Id="rId115" Type="http://schemas.openxmlformats.org/officeDocument/2006/relationships/image" Target="../media/image197.png"/><Relationship Id="rId136" Type="http://schemas.openxmlformats.org/officeDocument/2006/relationships/customXml" Target="../ink/ink211.xml"/><Relationship Id="rId157" Type="http://schemas.openxmlformats.org/officeDocument/2006/relationships/image" Target="../media/image217.png"/><Relationship Id="rId178" Type="http://schemas.openxmlformats.org/officeDocument/2006/relationships/image" Target="../media/image227.png"/><Relationship Id="rId61" Type="http://schemas.openxmlformats.org/officeDocument/2006/relationships/image" Target="../media/image170.png"/><Relationship Id="rId82" Type="http://schemas.openxmlformats.org/officeDocument/2006/relationships/customXml" Target="../ink/ink183.xml"/><Relationship Id="rId199" Type="http://schemas.openxmlformats.org/officeDocument/2006/relationships/customXml" Target="../ink/ink243.xml"/><Relationship Id="rId203" Type="http://schemas.openxmlformats.org/officeDocument/2006/relationships/customXml" Target="../ink/ink245.xml"/><Relationship Id="rId19" Type="http://schemas.openxmlformats.org/officeDocument/2006/relationships/image" Target="../media/image150.png"/><Relationship Id="rId224" Type="http://schemas.openxmlformats.org/officeDocument/2006/relationships/image" Target="../media/image250.png"/><Relationship Id="rId245" Type="http://schemas.openxmlformats.org/officeDocument/2006/relationships/customXml" Target="../ink/ink267.xml"/><Relationship Id="rId266" Type="http://schemas.openxmlformats.org/officeDocument/2006/relationships/image" Target="../media/image270.png"/><Relationship Id="rId287" Type="http://schemas.openxmlformats.org/officeDocument/2006/relationships/image" Target="../media/image280.png"/><Relationship Id="rId30" Type="http://schemas.openxmlformats.org/officeDocument/2006/relationships/customXml" Target="../ink/ink156.xml"/><Relationship Id="rId105" Type="http://schemas.openxmlformats.org/officeDocument/2006/relationships/image" Target="../media/image192.png"/><Relationship Id="rId126" Type="http://schemas.openxmlformats.org/officeDocument/2006/relationships/image" Target="../media/image202.png"/><Relationship Id="rId147" Type="http://schemas.openxmlformats.org/officeDocument/2006/relationships/image" Target="../media/image212.png"/><Relationship Id="rId168" Type="http://schemas.openxmlformats.org/officeDocument/2006/relationships/image" Target="../media/image222.png"/><Relationship Id="rId51" Type="http://schemas.openxmlformats.org/officeDocument/2006/relationships/image" Target="../media/image165.png"/><Relationship Id="rId72" Type="http://schemas.openxmlformats.org/officeDocument/2006/relationships/customXml" Target="../ink/ink178.xml"/><Relationship Id="rId93" Type="http://schemas.openxmlformats.org/officeDocument/2006/relationships/image" Target="../media/image186.png"/><Relationship Id="rId189" Type="http://schemas.openxmlformats.org/officeDocument/2006/relationships/customXml" Target="../ink/ink238.xml"/><Relationship Id="rId3" Type="http://schemas.openxmlformats.org/officeDocument/2006/relationships/customXml" Target="../ink/ink143.xml"/><Relationship Id="rId214" Type="http://schemas.openxmlformats.org/officeDocument/2006/relationships/image" Target="../media/image245.png"/><Relationship Id="rId235" Type="http://schemas.openxmlformats.org/officeDocument/2006/relationships/image" Target="../media/image255.png"/><Relationship Id="rId256" Type="http://schemas.openxmlformats.org/officeDocument/2006/relationships/image" Target="../media/image265.png"/><Relationship Id="rId277" Type="http://schemas.openxmlformats.org/officeDocument/2006/relationships/customXml" Target="../ink/ink283.xml"/><Relationship Id="rId298" Type="http://schemas.openxmlformats.org/officeDocument/2006/relationships/customXml" Target="../ink/ink294.xml"/><Relationship Id="rId116" Type="http://schemas.openxmlformats.org/officeDocument/2006/relationships/customXml" Target="../ink/ink200.xml"/><Relationship Id="rId137" Type="http://schemas.openxmlformats.org/officeDocument/2006/relationships/image" Target="../media/image207.png"/><Relationship Id="rId158" Type="http://schemas.openxmlformats.org/officeDocument/2006/relationships/customXml" Target="../ink/ink222.xml"/><Relationship Id="rId20" Type="http://schemas.openxmlformats.org/officeDocument/2006/relationships/customXml" Target="../ink/ink151.xml"/><Relationship Id="rId41" Type="http://schemas.openxmlformats.org/officeDocument/2006/relationships/customXml" Target="../ink/ink162.xml"/><Relationship Id="rId62" Type="http://schemas.openxmlformats.org/officeDocument/2006/relationships/customXml" Target="../ink/ink173.xml"/><Relationship Id="rId83" Type="http://schemas.openxmlformats.org/officeDocument/2006/relationships/image" Target="../media/image181.png"/><Relationship Id="rId179" Type="http://schemas.openxmlformats.org/officeDocument/2006/relationships/customXml" Target="../ink/ink233.xml"/><Relationship Id="rId190" Type="http://schemas.openxmlformats.org/officeDocument/2006/relationships/image" Target="../media/image233.png"/><Relationship Id="rId204" Type="http://schemas.openxmlformats.org/officeDocument/2006/relationships/image" Target="../media/image240.png"/><Relationship Id="rId225" Type="http://schemas.openxmlformats.org/officeDocument/2006/relationships/customXml" Target="../ink/ink256.xml"/><Relationship Id="rId246" Type="http://schemas.openxmlformats.org/officeDocument/2006/relationships/image" Target="../media/image260.png"/><Relationship Id="rId267" Type="http://schemas.openxmlformats.org/officeDocument/2006/relationships/customXml" Target="../ink/ink278.xml"/><Relationship Id="rId288" Type="http://schemas.openxmlformats.org/officeDocument/2006/relationships/customXml" Target="../ink/ink289.xml"/><Relationship Id="rId106" Type="http://schemas.openxmlformats.org/officeDocument/2006/relationships/customXml" Target="../ink/ink195.xml"/><Relationship Id="rId127" Type="http://schemas.openxmlformats.org/officeDocument/2006/relationships/customXml" Target="../ink/ink206.xml"/><Relationship Id="rId10" Type="http://schemas.openxmlformats.org/officeDocument/2006/relationships/image" Target="../media/image145.png"/><Relationship Id="rId31" Type="http://schemas.openxmlformats.org/officeDocument/2006/relationships/image" Target="../media/image156.png"/><Relationship Id="rId52" Type="http://schemas.openxmlformats.org/officeDocument/2006/relationships/customXml" Target="../ink/ink168.xml"/><Relationship Id="rId73" Type="http://schemas.openxmlformats.org/officeDocument/2006/relationships/image" Target="../media/image176.png"/><Relationship Id="rId94" Type="http://schemas.openxmlformats.org/officeDocument/2006/relationships/customXml" Target="../ink/ink189.xml"/><Relationship Id="rId148" Type="http://schemas.openxmlformats.org/officeDocument/2006/relationships/customXml" Target="../ink/ink217.xml"/><Relationship Id="rId169" Type="http://schemas.openxmlformats.org/officeDocument/2006/relationships/customXml" Target="../ink/ink228.xml"/><Relationship Id="rId4" Type="http://schemas.openxmlformats.org/officeDocument/2006/relationships/image" Target="../media/image143.png"/><Relationship Id="rId180" Type="http://schemas.openxmlformats.org/officeDocument/2006/relationships/image" Target="../media/image228.png"/><Relationship Id="rId215" Type="http://schemas.openxmlformats.org/officeDocument/2006/relationships/customXml" Target="../ink/ink251.xml"/><Relationship Id="rId236" Type="http://schemas.openxmlformats.org/officeDocument/2006/relationships/customXml" Target="../ink/ink262.xml"/><Relationship Id="rId257" Type="http://schemas.openxmlformats.org/officeDocument/2006/relationships/customXml" Target="../ink/ink273.xml"/><Relationship Id="rId278" Type="http://schemas.openxmlformats.org/officeDocument/2006/relationships/image" Target="../media/image276.png"/><Relationship Id="rId42" Type="http://schemas.openxmlformats.org/officeDocument/2006/relationships/image" Target="../media/image161.png"/><Relationship Id="rId84" Type="http://schemas.openxmlformats.org/officeDocument/2006/relationships/customXml" Target="../ink/ink184.xml"/><Relationship Id="rId138" Type="http://schemas.openxmlformats.org/officeDocument/2006/relationships/customXml" Target="../ink/ink212.xml"/><Relationship Id="rId191" Type="http://schemas.openxmlformats.org/officeDocument/2006/relationships/customXml" Target="../ink/ink239.xml"/><Relationship Id="rId205" Type="http://schemas.openxmlformats.org/officeDocument/2006/relationships/customXml" Target="../ink/ink246.xml"/><Relationship Id="rId247" Type="http://schemas.openxmlformats.org/officeDocument/2006/relationships/customXml" Target="../ink/ink268.xml"/><Relationship Id="rId107" Type="http://schemas.openxmlformats.org/officeDocument/2006/relationships/image" Target="../media/image193.png"/><Relationship Id="rId289" Type="http://schemas.openxmlformats.org/officeDocument/2006/relationships/image" Target="../media/image281.png"/><Relationship Id="rId11" Type="http://schemas.openxmlformats.org/officeDocument/2006/relationships/customXml" Target="../ink/ink147.xml"/><Relationship Id="rId53" Type="http://schemas.openxmlformats.org/officeDocument/2006/relationships/image" Target="../media/image166.png"/><Relationship Id="rId149" Type="http://schemas.openxmlformats.org/officeDocument/2006/relationships/image" Target="../media/image213.png"/><Relationship Id="rId95" Type="http://schemas.openxmlformats.org/officeDocument/2006/relationships/image" Target="../media/image187.png"/><Relationship Id="rId160" Type="http://schemas.openxmlformats.org/officeDocument/2006/relationships/customXml" Target="../ink/ink223.xml"/><Relationship Id="rId216" Type="http://schemas.openxmlformats.org/officeDocument/2006/relationships/image" Target="../media/image246.png"/><Relationship Id="rId258" Type="http://schemas.openxmlformats.org/officeDocument/2006/relationships/image" Target="../media/image266.png"/><Relationship Id="rId22" Type="http://schemas.openxmlformats.org/officeDocument/2006/relationships/customXml" Target="../ink/ink152.xml"/><Relationship Id="rId64" Type="http://schemas.openxmlformats.org/officeDocument/2006/relationships/customXml" Target="../ink/ink174.xml"/><Relationship Id="rId118" Type="http://schemas.openxmlformats.org/officeDocument/2006/relationships/image" Target="../media/image198.png"/><Relationship Id="rId171" Type="http://schemas.openxmlformats.org/officeDocument/2006/relationships/customXml" Target="../ink/ink229.xml"/><Relationship Id="rId227" Type="http://schemas.openxmlformats.org/officeDocument/2006/relationships/customXml" Target="../ink/ink257.xml"/><Relationship Id="rId269" Type="http://schemas.openxmlformats.org/officeDocument/2006/relationships/customXml" Target="../ink/ink279.xml"/><Relationship Id="rId33" Type="http://schemas.openxmlformats.org/officeDocument/2006/relationships/image" Target="../media/image157.png"/><Relationship Id="rId129" Type="http://schemas.openxmlformats.org/officeDocument/2006/relationships/customXml" Target="../ink/ink207.xml"/><Relationship Id="rId280" Type="http://schemas.openxmlformats.org/officeDocument/2006/relationships/image" Target="../media/image277.png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44.png"/><Relationship Id="rId21" Type="http://schemas.openxmlformats.org/officeDocument/2006/relationships/image" Target="../media/image296.png"/><Relationship Id="rId42" Type="http://schemas.openxmlformats.org/officeDocument/2006/relationships/customXml" Target="../ink/ink315.xml"/><Relationship Id="rId47" Type="http://schemas.openxmlformats.org/officeDocument/2006/relationships/image" Target="../media/image309.png"/><Relationship Id="rId63" Type="http://schemas.openxmlformats.org/officeDocument/2006/relationships/image" Target="../media/image317.png"/><Relationship Id="rId68" Type="http://schemas.openxmlformats.org/officeDocument/2006/relationships/customXml" Target="../ink/ink328.xml"/><Relationship Id="rId84" Type="http://schemas.openxmlformats.org/officeDocument/2006/relationships/customXml" Target="../ink/ink336.xml"/><Relationship Id="rId89" Type="http://schemas.openxmlformats.org/officeDocument/2006/relationships/image" Target="../media/image330.png"/><Relationship Id="rId112" Type="http://schemas.openxmlformats.org/officeDocument/2006/relationships/customXml" Target="../ink/ink350.xml"/><Relationship Id="rId16" Type="http://schemas.openxmlformats.org/officeDocument/2006/relationships/customXml" Target="../ink/ink302.xml"/><Relationship Id="rId107" Type="http://schemas.openxmlformats.org/officeDocument/2006/relationships/image" Target="../media/image339.png"/><Relationship Id="rId11" Type="http://schemas.openxmlformats.org/officeDocument/2006/relationships/image" Target="../media/image291.png"/><Relationship Id="rId32" Type="http://schemas.openxmlformats.org/officeDocument/2006/relationships/customXml" Target="../ink/ink310.xml"/><Relationship Id="rId37" Type="http://schemas.openxmlformats.org/officeDocument/2006/relationships/image" Target="../media/image304.png"/><Relationship Id="rId53" Type="http://schemas.openxmlformats.org/officeDocument/2006/relationships/image" Target="../media/image312.png"/><Relationship Id="rId58" Type="http://schemas.openxmlformats.org/officeDocument/2006/relationships/customXml" Target="../ink/ink323.xml"/><Relationship Id="rId74" Type="http://schemas.openxmlformats.org/officeDocument/2006/relationships/customXml" Target="../ink/ink331.xml"/><Relationship Id="rId79" Type="http://schemas.openxmlformats.org/officeDocument/2006/relationships/image" Target="../media/image325.png"/><Relationship Id="rId102" Type="http://schemas.openxmlformats.org/officeDocument/2006/relationships/customXml" Target="../ink/ink345.xml"/><Relationship Id="rId123" Type="http://schemas.openxmlformats.org/officeDocument/2006/relationships/image" Target="../media/image347.png"/><Relationship Id="rId128" Type="http://schemas.openxmlformats.org/officeDocument/2006/relationships/customXml" Target="../ink/ink358.xml"/><Relationship Id="rId5" Type="http://schemas.openxmlformats.org/officeDocument/2006/relationships/image" Target="../media/image288.png"/><Relationship Id="rId90" Type="http://schemas.openxmlformats.org/officeDocument/2006/relationships/customXml" Target="../ink/ink339.xml"/><Relationship Id="rId95" Type="http://schemas.openxmlformats.org/officeDocument/2006/relationships/image" Target="../media/image333.png"/><Relationship Id="rId22" Type="http://schemas.openxmlformats.org/officeDocument/2006/relationships/customXml" Target="../ink/ink305.xml"/><Relationship Id="rId27" Type="http://schemas.openxmlformats.org/officeDocument/2006/relationships/image" Target="../media/image299.png"/><Relationship Id="rId43" Type="http://schemas.openxmlformats.org/officeDocument/2006/relationships/image" Target="../media/image307.png"/><Relationship Id="rId48" Type="http://schemas.openxmlformats.org/officeDocument/2006/relationships/customXml" Target="../ink/ink318.xml"/><Relationship Id="rId64" Type="http://schemas.openxmlformats.org/officeDocument/2006/relationships/customXml" Target="../ink/ink326.xml"/><Relationship Id="rId69" Type="http://schemas.openxmlformats.org/officeDocument/2006/relationships/image" Target="../media/image320.png"/><Relationship Id="rId113" Type="http://schemas.openxmlformats.org/officeDocument/2006/relationships/image" Target="../media/image342.png"/><Relationship Id="rId118" Type="http://schemas.openxmlformats.org/officeDocument/2006/relationships/customXml" Target="../ink/ink353.xml"/><Relationship Id="rId80" Type="http://schemas.openxmlformats.org/officeDocument/2006/relationships/customXml" Target="../ink/ink334.xml"/><Relationship Id="rId85" Type="http://schemas.openxmlformats.org/officeDocument/2006/relationships/image" Target="../media/image328.png"/><Relationship Id="rId12" Type="http://schemas.openxmlformats.org/officeDocument/2006/relationships/customXml" Target="../ink/ink300.xml"/><Relationship Id="rId17" Type="http://schemas.openxmlformats.org/officeDocument/2006/relationships/image" Target="../media/image294.png"/><Relationship Id="rId33" Type="http://schemas.openxmlformats.org/officeDocument/2006/relationships/image" Target="../media/image302.png"/><Relationship Id="rId38" Type="http://schemas.openxmlformats.org/officeDocument/2006/relationships/customXml" Target="../ink/ink313.xml"/><Relationship Id="rId59" Type="http://schemas.openxmlformats.org/officeDocument/2006/relationships/image" Target="../media/image315.png"/><Relationship Id="rId103" Type="http://schemas.openxmlformats.org/officeDocument/2006/relationships/image" Target="../media/image337.png"/><Relationship Id="rId108" Type="http://schemas.openxmlformats.org/officeDocument/2006/relationships/customXml" Target="../ink/ink348.xml"/><Relationship Id="rId124" Type="http://schemas.openxmlformats.org/officeDocument/2006/relationships/customXml" Target="../ink/ink356.xml"/><Relationship Id="rId129" Type="http://schemas.openxmlformats.org/officeDocument/2006/relationships/image" Target="../media/image350.png"/><Relationship Id="rId54" Type="http://schemas.openxmlformats.org/officeDocument/2006/relationships/customXml" Target="../ink/ink321.xml"/><Relationship Id="rId70" Type="http://schemas.openxmlformats.org/officeDocument/2006/relationships/customXml" Target="../ink/ink329.xml"/><Relationship Id="rId75" Type="http://schemas.openxmlformats.org/officeDocument/2006/relationships/image" Target="../media/image323.png"/><Relationship Id="rId91" Type="http://schemas.openxmlformats.org/officeDocument/2006/relationships/image" Target="../media/image331.png"/><Relationship Id="rId96" Type="http://schemas.openxmlformats.org/officeDocument/2006/relationships/customXml" Target="../ink/ink34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7.xml"/><Relationship Id="rId23" Type="http://schemas.openxmlformats.org/officeDocument/2006/relationships/image" Target="../media/image297.png"/><Relationship Id="rId28" Type="http://schemas.openxmlformats.org/officeDocument/2006/relationships/customXml" Target="../ink/ink308.xml"/><Relationship Id="rId49" Type="http://schemas.openxmlformats.org/officeDocument/2006/relationships/image" Target="../media/image310.png"/><Relationship Id="rId114" Type="http://schemas.openxmlformats.org/officeDocument/2006/relationships/customXml" Target="../ink/ink351.xml"/><Relationship Id="rId119" Type="http://schemas.openxmlformats.org/officeDocument/2006/relationships/image" Target="../media/image345.png"/><Relationship Id="rId44" Type="http://schemas.openxmlformats.org/officeDocument/2006/relationships/customXml" Target="../ink/ink316.xml"/><Relationship Id="rId60" Type="http://schemas.openxmlformats.org/officeDocument/2006/relationships/customXml" Target="../ink/ink324.xml"/><Relationship Id="rId65" Type="http://schemas.openxmlformats.org/officeDocument/2006/relationships/image" Target="../media/image318.png"/><Relationship Id="rId81" Type="http://schemas.openxmlformats.org/officeDocument/2006/relationships/image" Target="../media/image326.png"/><Relationship Id="rId86" Type="http://schemas.openxmlformats.org/officeDocument/2006/relationships/customXml" Target="../ink/ink337.xml"/><Relationship Id="rId130" Type="http://schemas.openxmlformats.org/officeDocument/2006/relationships/customXml" Target="../ink/ink359.xml"/><Relationship Id="rId13" Type="http://schemas.openxmlformats.org/officeDocument/2006/relationships/image" Target="../media/image292.png"/><Relationship Id="rId18" Type="http://schemas.openxmlformats.org/officeDocument/2006/relationships/customXml" Target="../ink/ink303.xml"/><Relationship Id="rId39" Type="http://schemas.openxmlformats.org/officeDocument/2006/relationships/image" Target="../media/image305.png"/><Relationship Id="rId109" Type="http://schemas.openxmlformats.org/officeDocument/2006/relationships/image" Target="../media/image340.png"/><Relationship Id="rId34" Type="http://schemas.openxmlformats.org/officeDocument/2006/relationships/customXml" Target="../ink/ink311.xml"/><Relationship Id="rId50" Type="http://schemas.openxmlformats.org/officeDocument/2006/relationships/customXml" Target="../ink/ink319.xml"/><Relationship Id="rId55" Type="http://schemas.openxmlformats.org/officeDocument/2006/relationships/image" Target="../media/image313.png"/><Relationship Id="rId76" Type="http://schemas.openxmlformats.org/officeDocument/2006/relationships/customXml" Target="../ink/ink332.xml"/><Relationship Id="rId97" Type="http://schemas.openxmlformats.org/officeDocument/2006/relationships/image" Target="../media/image334.png"/><Relationship Id="rId104" Type="http://schemas.openxmlformats.org/officeDocument/2006/relationships/customXml" Target="../ink/ink346.xml"/><Relationship Id="rId120" Type="http://schemas.openxmlformats.org/officeDocument/2006/relationships/customXml" Target="../ink/ink354.xml"/><Relationship Id="rId125" Type="http://schemas.openxmlformats.org/officeDocument/2006/relationships/image" Target="../media/image348.png"/><Relationship Id="rId7" Type="http://schemas.openxmlformats.org/officeDocument/2006/relationships/image" Target="../media/image289.png"/><Relationship Id="rId71" Type="http://schemas.openxmlformats.org/officeDocument/2006/relationships/image" Target="../media/image321.png"/><Relationship Id="rId92" Type="http://schemas.openxmlformats.org/officeDocument/2006/relationships/customXml" Target="../ink/ink340.xml"/><Relationship Id="rId2" Type="http://schemas.openxmlformats.org/officeDocument/2006/relationships/customXml" Target="../ink/ink295.xml"/><Relationship Id="rId29" Type="http://schemas.openxmlformats.org/officeDocument/2006/relationships/image" Target="../media/image300.png"/><Relationship Id="rId24" Type="http://schemas.openxmlformats.org/officeDocument/2006/relationships/customXml" Target="../ink/ink306.xml"/><Relationship Id="rId40" Type="http://schemas.openxmlformats.org/officeDocument/2006/relationships/customXml" Target="../ink/ink314.xml"/><Relationship Id="rId45" Type="http://schemas.openxmlformats.org/officeDocument/2006/relationships/image" Target="../media/image308.png"/><Relationship Id="rId66" Type="http://schemas.openxmlformats.org/officeDocument/2006/relationships/customXml" Target="../ink/ink327.xml"/><Relationship Id="rId87" Type="http://schemas.openxmlformats.org/officeDocument/2006/relationships/image" Target="../media/image329.png"/><Relationship Id="rId110" Type="http://schemas.openxmlformats.org/officeDocument/2006/relationships/customXml" Target="../ink/ink349.xml"/><Relationship Id="rId115" Type="http://schemas.openxmlformats.org/officeDocument/2006/relationships/image" Target="../media/image343.png"/><Relationship Id="rId131" Type="http://schemas.openxmlformats.org/officeDocument/2006/relationships/image" Target="../media/image351.png"/><Relationship Id="rId61" Type="http://schemas.openxmlformats.org/officeDocument/2006/relationships/image" Target="../media/image316.png"/><Relationship Id="rId82" Type="http://schemas.openxmlformats.org/officeDocument/2006/relationships/customXml" Target="../ink/ink335.xml"/><Relationship Id="rId19" Type="http://schemas.openxmlformats.org/officeDocument/2006/relationships/image" Target="../media/image295.png"/><Relationship Id="rId14" Type="http://schemas.openxmlformats.org/officeDocument/2006/relationships/customXml" Target="../ink/ink301.xml"/><Relationship Id="rId30" Type="http://schemas.openxmlformats.org/officeDocument/2006/relationships/customXml" Target="../ink/ink309.xml"/><Relationship Id="rId35" Type="http://schemas.openxmlformats.org/officeDocument/2006/relationships/image" Target="../media/image303.png"/><Relationship Id="rId56" Type="http://schemas.openxmlformats.org/officeDocument/2006/relationships/customXml" Target="../ink/ink322.xml"/><Relationship Id="rId77" Type="http://schemas.openxmlformats.org/officeDocument/2006/relationships/image" Target="../media/image324.png"/><Relationship Id="rId100" Type="http://schemas.openxmlformats.org/officeDocument/2006/relationships/customXml" Target="../ink/ink344.xml"/><Relationship Id="rId105" Type="http://schemas.openxmlformats.org/officeDocument/2006/relationships/image" Target="../media/image338.png"/><Relationship Id="rId126" Type="http://schemas.openxmlformats.org/officeDocument/2006/relationships/customXml" Target="../ink/ink357.xml"/><Relationship Id="rId8" Type="http://schemas.openxmlformats.org/officeDocument/2006/relationships/customXml" Target="../ink/ink298.xml"/><Relationship Id="rId51" Type="http://schemas.openxmlformats.org/officeDocument/2006/relationships/image" Target="../media/image311.png"/><Relationship Id="rId72" Type="http://schemas.openxmlformats.org/officeDocument/2006/relationships/customXml" Target="../ink/ink330.xml"/><Relationship Id="rId93" Type="http://schemas.openxmlformats.org/officeDocument/2006/relationships/image" Target="../media/image332.png"/><Relationship Id="rId98" Type="http://schemas.openxmlformats.org/officeDocument/2006/relationships/customXml" Target="../ink/ink343.xml"/><Relationship Id="rId121" Type="http://schemas.openxmlformats.org/officeDocument/2006/relationships/image" Target="../media/image346.png"/><Relationship Id="rId3" Type="http://schemas.openxmlformats.org/officeDocument/2006/relationships/image" Target="../media/image287.png"/><Relationship Id="rId25" Type="http://schemas.openxmlformats.org/officeDocument/2006/relationships/image" Target="../media/image298.png"/><Relationship Id="rId46" Type="http://schemas.openxmlformats.org/officeDocument/2006/relationships/customXml" Target="../ink/ink317.xml"/><Relationship Id="rId67" Type="http://schemas.openxmlformats.org/officeDocument/2006/relationships/image" Target="../media/image319.png"/><Relationship Id="rId116" Type="http://schemas.openxmlformats.org/officeDocument/2006/relationships/customXml" Target="../ink/ink352.xml"/><Relationship Id="rId20" Type="http://schemas.openxmlformats.org/officeDocument/2006/relationships/customXml" Target="../ink/ink304.xml"/><Relationship Id="rId41" Type="http://schemas.openxmlformats.org/officeDocument/2006/relationships/image" Target="../media/image306.png"/><Relationship Id="rId62" Type="http://schemas.openxmlformats.org/officeDocument/2006/relationships/customXml" Target="../ink/ink325.xml"/><Relationship Id="rId83" Type="http://schemas.openxmlformats.org/officeDocument/2006/relationships/image" Target="../media/image327.png"/><Relationship Id="rId88" Type="http://schemas.openxmlformats.org/officeDocument/2006/relationships/customXml" Target="../ink/ink338.xml"/><Relationship Id="rId111" Type="http://schemas.openxmlformats.org/officeDocument/2006/relationships/image" Target="../media/image341.png"/><Relationship Id="rId15" Type="http://schemas.openxmlformats.org/officeDocument/2006/relationships/image" Target="../media/image293.png"/><Relationship Id="rId36" Type="http://schemas.openxmlformats.org/officeDocument/2006/relationships/customXml" Target="../ink/ink312.xml"/><Relationship Id="rId57" Type="http://schemas.openxmlformats.org/officeDocument/2006/relationships/image" Target="../media/image314.png"/><Relationship Id="rId106" Type="http://schemas.openxmlformats.org/officeDocument/2006/relationships/customXml" Target="../ink/ink347.xml"/><Relationship Id="rId127" Type="http://schemas.openxmlformats.org/officeDocument/2006/relationships/image" Target="../media/image349.png"/><Relationship Id="rId10" Type="http://schemas.openxmlformats.org/officeDocument/2006/relationships/customXml" Target="../ink/ink299.xml"/><Relationship Id="rId31" Type="http://schemas.openxmlformats.org/officeDocument/2006/relationships/image" Target="../media/image301.png"/><Relationship Id="rId52" Type="http://schemas.openxmlformats.org/officeDocument/2006/relationships/customXml" Target="../ink/ink320.xml"/><Relationship Id="rId73" Type="http://schemas.openxmlformats.org/officeDocument/2006/relationships/image" Target="../media/image322.png"/><Relationship Id="rId78" Type="http://schemas.openxmlformats.org/officeDocument/2006/relationships/customXml" Target="../ink/ink333.xml"/><Relationship Id="rId94" Type="http://schemas.openxmlformats.org/officeDocument/2006/relationships/customXml" Target="../ink/ink341.xml"/><Relationship Id="rId99" Type="http://schemas.openxmlformats.org/officeDocument/2006/relationships/image" Target="../media/image335.png"/><Relationship Id="rId101" Type="http://schemas.openxmlformats.org/officeDocument/2006/relationships/image" Target="../media/image336.png"/><Relationship Id="rId122" Type="http://schemas.openxmlformats.org/officeDocument/2006/relationships/customXml" Target="../ink/ink355.xml"/><Relationship Id="rId4" Type="http://schemas.openxmlformats.org/officeDocument/2006/relationships/customXml" Target="../ink/ink296.xml"/><Relationship Id="rId9" Type="http://schemas.openxmlformats.org/officeDocument/2006/relationships/image" Target="../media/image290.png"/><Relationship Id="rId26" Type="http://schemas.openxmlformats.org/officeDocument/2006/relationships/customXml" Target="../ink/ink30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09.png"/><Relationship Id="rId21" Type="http://schemas.openxmlformats.org/officeDocument/2006/relationships/image" Target="../media/image361.png"/><Relationship Id="rId42" Type="http://schemas.openxmlformats.org/officeDocument/2006/relationships/customXml" Target="../ink/ink380.xml"/><Relationship Id="rId63" Type="http://schemas.openxmlformats.org/officeDocument/2006/relationships/image" Target="../media/image382.png"/><Relationship Id="rId84" Type="http://schemas.openxmlformats.org/officeDocument/2006/relationships/customXml" Target="../ink/ink401.xml"/><Relationship Id="rId138" Type="http://schemas.openxmlformats.org/officeDocument/2006/relationships/customXml" Target="../ink/ink428.xml"/><Relationship Id="rId159" Type="http://schemas.openxmlformats.org/officeDocument/2006/relationships/image" Target="../media/image430.png"/><Relationship Id="rId170" Type="http://schemas.openxmlformats.org/officeDocument/2006/relationships/customXml" Target="../ink/ink444.xml"/><Relationship Id="rId191" Type="http://schemas.openxmlformats.org/officeDocument/2006/relationships/image" Target="../media/image446.png"/><Relationship Id="rId205" Type="http://schemas.openxmlformats.org/officeDocument/2006/relationships/image" Target="../media/image453.png"/><Relationship Id="rId107" Type="http://schemas.openxmlformats.org/officeDocument/2006/relationships/image" Target="../media/image404.png"/><Relationship Id="rId11" Type="http://schemas.openxmlformats.org/officeDocument/2006/relationships/image" Target="../media/image356.png"/><Relationship Id="rId32" Type="http://schemas.openxmlformats.org/officeDocument/2006/relationships/customXml" Target="../ink/ink375.xml"/><Relationship Id="rId53" Type="http://schemas.openxmlformats.org/officeDocument/2006/relationships/image" Target="../media/image377.png"/><Relationship Id="rId74" Type="http://schemas.openxmlformats.org/officeDocument/2006/relationships/customXml" Target="../ink/ink396.xml"/><Relationship Id="rId128" Type="http://schemas.openxmlformats.org/officeDocument/2006/relationships/customXml" Target="../ink/ink423.xml"/><Relationship Id="rId149" Type="http://schemas.openxmlformats.org/officeDocument/2006/relationships/image" Target="../media/image425.png"/><Relationship Id="rId5" Type="http://schemas.openxmlformats.org/officeDocument/2006/relationships/image" Target="../media/image353.png"/><Relationship Id="rId95" Type="http://schemas.openxmlformats.org/officeDocument/2006/relationships/image" Target="../media/image398.png"/><Relationship Id="rId160" Type="http://schemas.openxmlformats.org/officeDocument/2006/relationships/customXml" Target="../ink/ink439.xml"/><Relationship Id="rId181" Type="http://schemas.openxmlformats.org/officeDocument/2006/relationships/image" Target="../media/image441.png"/><Relationship Id="rId22" Type="http://schemas.openxmlformats.org/officeDocument/2006/relationships/customXml" Target="../ink/ink370.xml"/><Relationship Id="rId43" Type="http://schemas.openxmlformats.org/officeDocument/2006/relationships/image" Target="../media/image372.png"/><Relationship Id="rId64" Type="http://schemas.openxmlformats.org/officeDocument/2006/relationships/customXml" Target="../ink/ink391.xml"/><Relationship Id="rId118" Type="http://schemas.openxmlformats.org/officeDocument/2006/relationships/customXml" Target="../ink/ink418.xml"/><Relationship Id="rId139" Type="http://schemas.openxmlformats.org/officeDocument/2006/relationships/image" Target="../media/image420.png"/><Relationship Id="rId85" Type="http://schemas.openxmlformats.org/officeDocument/2006/relationships/image" Target="../media/image393.png"/><Relationship Id="rId150" Type="http://schemas.openxmlformats.org/officeDocument/2006/relationships/customXml" Target="../ink/ink434.xml"/><Relationship Id="rId171" Type="http://schemas.openxmlformats.org/officeDocument/2006/relationships/image" Target="../media/image436.png"/><Relationship Id="rId192" Type="http://schemas.openxmlformats.org/officeDocument/2006/relationships/customXml" Target="../ink/ink455.xml"/><Relationship Id="rId206" Type="http://schemas.openxmlformats.org/officeDocument/2006/relationships/customXml" Target="../ink/ink462.xml"/><Relationship Id="rId12" Type="http://schemas.openxmlformats.org/officeDocument/2006/relationships/customXml" Target="../ink/ink365.xml"/><Relationship Id="rId33" Type="http://schemas.openxmlformats.org/officeDocument/2006/relationships/image" Target="../media/image367.png"/><Relationship Id="rId108" Type="http://schemas.openxmlformats.org/officeDocument/2006/relationships/customXml" Target="../ink/ink413.xml"/><Relationship Id="rId129" Type="http://schemas.openxmlformats.org/officeDocument/2006/relationships/image" Target="../media/image415.png"/><Relationship Id="rId54" Type="http://schemas.openxmlformats.org/officeDocument/2006/relationships/customXml" Target="../ink/ink386.xml"/><Relationship Id="rId75" Type="http://schemas.openxmlformats.org/officeDocument/2006/relationships/image" Target="../media/image388.png"/><Relationship Id="rId96" Type="http://schemas.openxmlformats.org/officeDocument/2006/relationships/customXml" Target="../ink/ink407.xml"/><Relationship Id="rId140" Type="http://schemas.openxmlformats.org/officeDocument/2006/relationships/customXml" Target="../ink/ink429.xml"/><Relationship Id="rId161" Type="http://schemas.openxmlformats.org/officeDocument/2006/relationships/image" Target="../media/image431.png"/><Relationship Id="rId182" Type="http://schemas.openxmlformats.org/officeDocument/2006/relationships/customXml" Target="../ink/ink450.xml"/><Relationship Id="rId6" Type="http://schemas.openxmlformats.org/officeDocument/2006/relationships/customXml" Target="../ink/ink362.xml"/><Relationship Id="rId23" Type="http://schemas.openxmlformats.org/officeDocument/2006/relationships/image" Target="../media/image362.png"/><Relationship Id="rId119" Type="http://schemas.openxmlformats.org/officeDocument/2006/relationships/image" Target="../media/image410.png"/><Relationship Id="rId44" Type="http://schemas.openxmlformats.org/officeDocument/2006/relationships/customXml" Target="../ink/ink381.xml"/><Relationship Id="rId65" Type="http://schemas.openxmlformats.org/officeDocument/2006/relationships/image" Target="../media/image383.png"/><Relationship Id="rId86" Type="http://schemas.openxmlformats.org/officeDocument/2006/relationships/customXml" Target="../ink/ink402.xml"/><Relationship Id="rId130" Type="http://schemas.openxmlformats.org/officeDocument/2006/relationships/customXml" Target="../ink/ink424.xml"/><Relationship Id="rId151" Type="http://schemas.openxmlformats.org/officeDocument/2006/relationships/image" Target="../media/image426.png"/><Relationship Id="rId172" Type="http://schemas.openxmlformats.org/officeDocument/2006/relationships/customXml" Target="../ink/ink445.xml"/><Relationship Id="rId193" Type="http://schemas.openxmlformats.org/officeDocument/2006/relationships/image" Target="../media/image447.png"/><Relationship Id="rId207" Type="http://schemas.openxmlformats.org/officeDocument/2006/relationships/image" Target="../media/image454.png"/><Relationship Id="rId13" Type="http://schemas.openxmlformats.org/officeDocument/2006/relationships/image" Target="../media/image357.png"/><Relationship Id="rId109" Type="http://schemas.openxmlformats.org/officeDocument/2006/relationships/image" Target="../media/image405.png"/><Relationship Id="rId34" Type="http://schemas.openxmlformats.org/officeDocument/2006/relationships/customXml" Target="../ink/ink376.xml"/><Relationship Id="rId55" Type="http://schemas.openxmlformats.org/officeDocument/2006/relationships/image" Target="../media/image378.png"/><Relationship Id="rId76" Type="http://schemas.openxmlformats.org/officeDocument/2006/relationships/customXml" Target="../ink/ink397.xml"/><Relationship Id="rId97" Type="http://schemas.openxmlformats.org/officeDocument/2006/relationships/image" Target="../media/image399.png"/><Relationship Id="rId120" Type="http://schemas.openxmlformats.org/officeDocument/2006/relationships/customXml" Target="../ink/ink419.xml"/><Relationship Id="rId141" Type="http://schemas.openxmlformats.org/officeDocument/2006/relationships/image" Target="../media/image421.png"/><Relationship Id="rId7" Type="http://schemas.openxmlformats.org/officeDocument/2006/relationships/image" Target="../media/image354.png"/><Relationship Id="rId162" Type="http://schemas.openxmlformats.org/officeDocument/2006/relationships/customXml" Target="../ink/ink440.xml"/><Relationship Id="rId183" Type="http://schemas.openxmlformats.org/officeDocument/2006/relationships/image" Target="../media/image442.png"/><Relationship Id="rId24" Type="http://schemas.openxmlformats.org/officeDocument/2006/relationships/customXml" Target="../ink/ink371.xml"/><Relationship Id="rId45" Type="http://schemas.openxmlformats.org/officeDocument/2006/relationships/image" Target="../media/image373.png"/><Relationship Id="rId66" Type="http://schemas.openxmlformats.org/officeDocument/2006/relationships/customXml" Target="../ink/ink392.xml"/><Relationship Id="rId87" Type="http://schemas.openxmlformats.org/officeDocument/2006/relationships/image" Target="../media/image394.png"/><Relationship Id="rId110" Type="http://schemas.openxmlformats.org/officeDocument/2006/relationships/customXml" Target="../ink/ink414.xml"/><Relationship Id="rId131" Type="http://schemas.openxmlformats.org/officeDocument/2006/relationships/image" Target="../media/image416.png"/><Relationship Id="rId61" Type="http://schemas.openxmlformats.org/officeDocument/2006/relationships/image" Target="../media/image381.png"/><Relationship Id="rId82" Type="http://schemas.openxmlformats.org/officeDocument/2006/relationships/customXml" Target="../ink/ink400.xml"/><Relationship Id="rId152" Type="http://schemas.openxmlformats.org/officeDocument/2006/relationships/customXml" Target="../ink/ink435.xml"/><Relationship Id="rId173" Type="http://schemas.openxmlformats.org/officeDocument/2006/relationships/image" Target="../media/image437.png"/><Relationship Id="rId194" Type="http://schemas.openxmlformats.org/officeDocument/2006/relationships/customXml" Target="../ink/ink456.xml"/><Relationship Id="rId199" Type="http://schemas.openxmlformats.org/officeDocument/2006/relationships/image" Target="../media/image450.png"/><Relationship Id="rId203" Type="http://schemas.openxmlformats.org/officeDocument/2006/relationships/image" Target="../media/image452.png"/><Relationship Id="rId208" Type="http://schemas.openxmlformats.org/officeDocument/2006/relationships/customXml" Target="../ink/ink463.xml"/><Relationship Id="rId19" Type="http://schemas.openxmlformats.org/officeDocument/2006/relationships/image" Target="../media/image360.png"/><Relationship Id="rId14" Type="http://schemas.openxmlformats.org/officeDocument/2006/relationships/customXml" Target="../ink/ink366.xml"/><Relationship Id="rId30" Type="http://schemas.openxmlformats.org/officeDocument/2006/relationships/customXml" Target="../ink/ink374.xml"/><Relationship Id="rId35" Type="http://schemas.openxmlformats.org/officeDocument/2006/relationships/image" Target="../media/image368.png"/><Relationship Id="rId56" Type="http://schemas.openxmlformats.org/officeDocument/2006/relationships/customXml" Target="../ink/ink387.xml"/><Relationship Id="rId77" Type="http://schemas.openxmlformats.org/officeDocument/2006/relationships/image" Target="../media/image389.png"/><Relationship Id="rId100" Type="http://schemas.openxmlformats.org/officeDocument/2006/relationships/customXml" Target="../ink/ink409.xml"/><Relationship Id="rId105" Type="http://schemas.openxmlformats.org/officeDocument/2006/relationships/image" Target="../media/image403.png"/><Relationship Id="rId126" Type="http://schemas.openxmlformats.org/officeDocument/2006/relationships/customXml" Target="../ink/ink422.xml"/><Relationship Id="rId147" Type="http://schemas.openxmlformats.org/officeDocument/2006/relationships/image" Target="../media/image424.png"/><Relationship Id="rId168" Type="http://schemas.openxmlformats.org/officeDocument/2006/relationships/customXml" Target="../ink/ink443.xml"/><Relationship Id="rId8" Type="http://schemas.openxmlformats.org/officeDocument/2006/relationships/customXml" Target="../ink/ink363.xml"/><Relationship Id="rId51" Type="http://schemas.openxmlformats.org/officeDocument/2006/relationships/image" Target="../media/image376.png"/><Relationship Id="rId72" Type="http://schemas.openxmlformats.org/officeDocument/2006/relationships/customXml" Target="../ink/ink395.xml"/><Relationship Id="rId93" Type="http://schemas.openxmlformats.org/officeDocument/2006/relationships/image" Target="../media/image397.png"/><Relationship Id="rId98" Type="http://schemas.openxmlformats.org/officeDocument/2006/relationships/customXml" Target="../ink/ink408.xml"/><Relationship Id="rId121" Type="http://schemas.openxmlformats.org/officeDocument/2006/relationships/image" Target="../media/image411.png"/><Relationship Id="rId142" Type="http://schemas.openxmlformats.org/officeDocument/2006/relationships/customXml" Target="../ink/ink430.xml"/><Relationship Id="rId163" Type="http://schemas.openxmlformats.org/officeDocument/2006/relationships/image" Target="../media/image432.png"/><Relationship Id="rId184" Type="http://schemas.openxmlformats.org/officeDocument/2006/relationships/customXml" Target="../ink/ink451.xml"/><Relationship Id="rId189" Type="http://schemas.openxmlformats.org/officeDocument/2006/relationships/image" Target="../media/image445.png"/><Relationship Id="rId3" Type="http://schemas.openxmlformats.org/officeDocument/2006/relationships/image" Target="../media/image352.png"/><Relationship Id="rId25" Type="http://schemas.openxmlformats.org/officeDocument/2006/relationships/image" Target="../media/image363.png"/><Relationship Id="rId46" Type="http://schemas.openxmlformats.org/officeDocument/2006/relationships/customXml" Target="../ink/ink382.xml"/><Relationship Id="rId67" Type="http://schemas.openxmlformats.org/officeDocument/2006/relationships/image" Target="../media/image384.png"/><Relationship Id="rId116" Type="http://schemas.openxmlformats.org/officeDocument/2006/relationships/customXml" Target="../ink/ink417.xml"/><Relationship Id="rId137" Type="http://schemas.openxmlformats.org/officeDocument/2006/relationships/image" Target="../media/image419.png"/><Relationship Id="rId158" Type="http://schemas.openxmlformats.org/officeDocument/2006/relationships/customXml" Target="../ink/ink438.xml"/><Relationship Id="rId20" Type="http://schemas.openxmlformats.org/officeDocument/2006/relationships/customXml" Target="../ink/ink369.xml"/><Relationship Id="rId41" Type="http://schemas.openxmlformats.org/officeDocument/2006/relationships/image" Target="../media/image371.png"/><Relationship Id="rId62" Type="http://schemas.openxmlformats.org/officeDocument/2006/relationships/customXml" Target="../ink/ink390.xml"/><Relationship Id="rId83" Type="http://schemas.openxmlformats.org/officeDocument/2006/relationships/image" Target="../media/image392.png"/><Relationship Id="rId88" Type="http://schemas.openxmlformats.org/officeDocument/2006/relationships/customXml" Target="../ink/ink403.xml"/><Relationship Id="rId111" Type="http://schemas.openxmlformats.org/officeDocument/2006/relationships/image" Target="../media/image406.png"/><Relationship Id="rId132" Type="http://schemas.openxmlformats.org/officeDocument/2006/relationships/customXml" Target="../ink/ink425.xml"/><Relationship Id="rId153" Type="http://schemas.openxmlformats.org/officeDocument/2006/relationships/image" Target="../media/image427.png"/><Relationship Id="rId174" Type="http://schemas.openxmlformats.org/officeDocument/2006/relationships/customXml" Target="../ink/ink446.xml"/><Relationship Id="rId179" Type="http://schemas.openxmlformats.org/officeDocument/2006/relationships/image" Target="../media/image440.png"/><Relationship Id="rId195" Type="http://schemas.openxmlformats.org/officeDocument/2006/relationships/image" Target="../media/image448.png"/><Relationship Id="rId209" Type="http://schemas.openxmlformats.org/officeDocument/2006/relationships/image" Target="../media/image455.png"/><Relationship Id="rId190" Type="http://schemas.openxmlformats.org/officeDocument/2006/relationships/customXml" Target="../ink/ink454.xml"/><Relationship Id="rId204" Type="http://schemas.openxmlformats.org/officeDocument/2006/relationships/customXml" Target="../ink/ink461.xml"/><Relationship Id="rId15" Type="http://schemas.openxmlformats.org/officeDocument/2006/relationships/image" Target="../media/image358.png"/><Relationship Id="rId36" Type="http://schemas.openxmlformats.org/officeDocument/2006/relationships/customXml" Target="../ink/ink377.xml"/><Relationship Id="rId57" Type="http://schemas.openxmlformats.org/officeDocument/2006/relationships/image" Target="../media/image379.png"/><Relationship Id="rId106" Type="http://schemas.openxmlformats.org/officeDocument/2006/relationships/customXml" Target="../ink/ink412.xml"/><Relationship Id="rId127" Type="http://schemas.openxmlformats.org/officeDocument/2006/relationships/image" Target="../media/image414.png"/><Relationship Id="rId10" Type="http://schemas.openxmlformats.org/officeDocument/2006/relationships/customXml" Target="../ink/ink364.xml"/><Relationship Id="rId31" Type="http://schemas.openxmlformats.org/officeDocument/2006/relationships/image" Target="../media/image366.png"/><Relationship Id="rId52" Type="http://schemas.openxmlformats.org/officeDocument/2006/relationships/customXml" Target="../ink/ink385.xml"/><Relationship Id="rId73" Type="http://schemas.openxmlformats.org/officeDocument/2006/relationships/image" Target="../media/image387.png"/><Relationship Id="rId78" Type="http://schemas.openxmlformats.org/officeDocument/2006/relationships/customXml" Target="../ink/ink398.xml"/><Relationship Id="rId94" Type="http://schemas.openxmlformats.org/officeDocument/2006/relationships/customXml" Target="../ink/ink406.xml"/><Relationship Id="rId99" Type="http://schemas.openxmlformats.org/officeDocument/2006/relationships/image" Target="../media/image400.png"/><Relationship Id="rId101" Type="http://schemas.openxmlformats.org/officeDocument/2006/relationships/image" Target="../media/image401.png"/><Relationship Id="rId122" Type="http://schemas.openxmlformats.org/officeDocument/2006/relationships/customXml" Target="../ink/ink420.xml"/><Relationship Id="rId143" Type="http://schemas.openxmlformats.org/officeDocument/2006/relationships/image" Target="../media/image422.png"/><Relationship Id="rId148" Type="http://schemas.openxmlformats.org/officeDocument/2006/relationships/customXml" Target="../ink/ink433.xml"/><Relationship Id="rId164" Type="http://schemas.openxmlformats.org/officeDocument/2006/relationships/customXml" Target="../ink/ink441.xml"/><Relationship Id="rId169" Type="http://schemas.openxmlformats.org/officeDocument/2006/relationships/image" Target="../media/image435.png"/><Relationship Id="rId185" Type="http://schemas.openxmlformats.org/officeDocument/2006/relationships/image" Target="../media/image443.png"/><Relationship Id="rId4" Type="http://schemas.openxmlformats.org/officeDocument/2006/relationships/customXml" Target="../ink/ink361.xml"/><Relationship Id="rId9" Type="http://schemas.openxmlformats.org/officeDocument/2006/relationships/image" Target="../media/image355.png"/><Relationship Id="rId180" Type="http://schemas.openxmlformats.org/officeDocument/2006/relationships/customXml" Target="../ink/ink449.xml"/><Relationship Id="rId26" Type="http://schemas.openxmlformats.org/officeDocument/2006/relationships/customXml" Target="../ink/ink372.xml"/><Relationship Id="rId47" Type="http://schemas.openxmlformats.org/officeDocument/2006/relationships/image" Target="../media/image374.png"/><Relationship Id="rId68" Type="http://schemas.openxmlformats.org/officeDocument/2006/relationships/customXml" Target="../ink/ink393.xml"/><Relationship Id="rId89" Type="http://schemas.openxmlformats.org/officeDocument/2006/relationships/image" Target="../media/image395.png"/><Relationship Id="rId112" Type="http://schemas.openxmlformats.org/officeDocument/2006/relationships/customXml" Target="../ink/ink415.xml"/><Relationship Id="rId133" Type="http://schemas.openxmlformats.org/officeDocument/2006/relationships/image" Target="../media/image417.png"/><Relationship Id="rId154" Type="http://schemas.openxmlformats.org/officeDocument/2006/relationships/customXml" Target="../ink/ink436.xml"/><Relationship Id="rId175" Type="http://schemas.openxmlformats.org/officeDocument/2006/relationships/image" Target="../media/image438.png"/><Relationship Id="rId196" Type="http://schemas.openxmlformats.org/officeDocument/2006/relationships/customXml" Target="../ink/ink457.xml"/><Relationship Id="rId200" Type="http://schemas.openxmlformats.org/officeDocument/2006/relationships/customXml" Target="../ink/ink459.xml"/><Relationship Id="rId16" Type="http://schemas.openxmlformats.org/officeDocument/2006/relationships/customXml" Target="../ink/ink367.xml"/><Relationship Id="rId37" Type="http://schemas.openxmlformats.org/officeDocument/2006/relationships/image" Target="../media/image369.png"/><Relationship Id="rId58" Type="http://schemas.openxmlformats.org/officeDocument/2006/relationships/customXml" Target="../ink/ink388.xml"/><Relationship Id="rId79" Type="http://schemas.openxmlformats.org/officeDocument/2006/relationships/image" Target="../media/image390.png"/><Relationship Id="rId102" Type="http://schemas.openxmlformats.org/officeDocument/2006/relationships/customXml" Target="../ink/ink410.xml"/><Relationship Id="rId123" Type="http://schemas.openxmlformats.org/officeDocument/2006/relationships/image" Target="../media/image412.png"/><Relationship Id="rId144" Type="http://schemas.openxmlformats.org/officeDocument/2006/relationships/customXml" Target="../ink/ink431.xml"/><Relationship Id="rId90" Type="http://schemas.openxmlformats.org/officeDocument/2006/relationships/customXml" Target="../ink/ink404.xml"/><Relationship Id="rId165" Type="http://schemas.openxmlformats.org/officeDocument/2006/relationships/image" Target="../media/image433.png"/><Relationship Id="rId186" Type="http://schemas.openxmlformats.org/officeDocument/2006/relationships/customXml" Target="../ink/ink452.xml"/><Relationship Id="rId27" Type="http://schemas.openxmlformats.org/officeDocument/2006/relationships/image" Target="../media/image364.png"/><Relationship Id="rId48" Type="http://schemas.openxmlformats.org/officeDocument/2006/relationships/customXml" Target="../ink/ink383.xml"/><Relationship Id="rId69" Type="http://schemas.openxmlformats.org/officeDocument/2006/relationships/image" Target="../media/image385.png"/><Relationship Id="rId113" Type="http://schemas.openxmlformats.org/officeDocument/2006/relationships/image" Target="../media/image407.png"/><Relationship Id="rId134" Type="http://schemas.openxmlformats.org/officeDocument/2006/relationships/customXml" Target="../ink/ink426.xml"/><Relationship Id="rId80" Type="http://schemas.openxmlformats.org/officeDocument/2006/relationships/customXml" Target="../ink/ink399.xml"/><Relationship Id="rId155" Type="http://schemas.openxmlformats.org/officeDocument/2006/relationships/image" Target="../media/image428.png"/><Relationship Id="rId176" Type="http://schemas.openxmlformats.org/officeDocument/2006/relationships/customXml" Target="../ink/ink447.xml"/><Relationship Id="rId197" Type="http://schemas.openxmlformats.org/officeDocument/2006/relationships/image" Target="../media/image449.png"/><Relationship Id="rId201" Type="http://schemas.openxmlformats.org/officeDocument/2006/relationships/image" Target="../media/image451.png"/><Relationship Id="rId17" Type="http://schemas.openxmlformats.org/officeDocument/2006/relationships/image" Target="../media/image359.png"/><Relationship Id="rId38" Type="http://schemas.openxmlformats.org/officeDocument/2006/relationships/customXml" Target="../ink/ink378.xml"/><Relationship Id="rId59" Type="http://schemas.openxmlformats.org/officeDocument/2006/relationships/image" Target="../media/image380.png"/><Relationship Id="rId103" Type="http://schemas.openxmlformats.org/officeDocument/2006/relationships/image" Target="../media/image402.png"/><Relationship Id="rId124" Type="http://schemas.openxmlformats.org/officeDocument/2006/relationships/customXml" Target="../ink/ink421.xml"/><Relationship Id="rId70" Type="http://schemas.openxmlformats.org/officeDocument/2006/relationships/customXml" Target="../ink/ink394.xml"/><Relationship Id="rId91" Type="http://schemas.openxmlformats.org/officeDocument/2006/relationships/image" Target="../media/image396.png"/><Relationship Id="rId145" Type="http://schemas.openxmlformats.org/officeDocument/2006/relationships/image" Target="../media/image423.png"/><Relationship Id="rId166" Type="http://schemas.openxmlformats.org/officeDocument/2006/relationships/customXml" Target="../ink/ink442.xml"/><Relationship Id="rId187" Type="http://schemas.openxmlformats.org/officeDocument/2006/relationships/image" Target="../media/image444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373.xml"/><Relationship Id="rId49" Type="http://schemas.openxmlformats.org/officeDocument/2006/relationships/image" Target="../media/image375.png"/><Relationship Id="rId114" Type="http://schemas.openxmlformats.org/officeDocument/2006/relationships/customXml" Target="../ink/ink416.xml"/><Relationship Id="rId60" Type="http://schemas.openxmlformats.org/officeDocument/2006/relationships/customXml" Target="../ink/ink389.xml"/><Relationship Id="rId81" Type="http://schemas.openxmlformats.org/officeDocument/2006/relationships/image" Target="../media/image391.png"/><Relationship Id="rId135" Type="http://schemas.openxmlformats.org/officeDocument/2006/relationships/image" Target="../media/image418.png"/><Relationship Id="rId156" Type="http://schemas.openxmlformats.org/officeDocument/2006/relationships/customXml" Target="../ink/ink437.xml"/><Relationship Id="rId177" Type="http://schemas.openxmlformats.org/officeDocument/2006/relationships/image" Target="../media/image439.png"/><Relationship Id="rId198" Type="http://schemas.openxmlformats.org/officeDocument/2006/relationships/customXml" Target="../ink/ink458.xml"/><Relationship Id="rId202" Type="http://schemas.openxmlformats.org/officeDocument/2006/relationships/customXml" Target="../ink/ink460.xml"/><Relationship Id="rId18" Type="http://schemas.openxmlformats.org/officeDocument/2006/relationships/customXml" Target="../ink/ink368.xml"/><Relationship Id="rId39" Type="http://schemas.openxmlformats.org/officeDocument/2006/relationships/image" Target="../media/image370.png"/><Relationship Id="rId50" Type="http://schemas.openxmlformats.org/officeDocument/2006/relationships/customXml" Target="../ink/ink384.xml"/><Relationship Id="rId104" Type="http://schemas.openxmlformats.org/officeDocument/2006/relationships/customXml" Target="../ink/ink411.xml"/><Relationship Id="rId125" Type="http://schemas.openxmlformats.org/officeDocument/2006/relationships/image" Target="../media/image413.png"/><Relationship Id="rId146" Type="http://schemas.openxmlformats.org/officeDocument/2006/relationships/customXml" Target="../ink/ink432.xml"/><Relationship Id="rId167" Type="http://schemas.openxmlformats.org/officeDocument/2006/relationships/image" Target="../media/image434.png"/><Relationship Id="rId188" Type="http://schemas.openxmlformats.org/officeDocument/2006/relationships/customXml" Target="../ink/ink453.xml"/><Relationship Id="rId71" Type="http://schemas.openxmlformats.org/officeDocument/2006/relationships/image" Target="../media/image386.png"/><Relationship Id="rId92" Type="http://schemas.openxmlformats.org/officeDocument/2006/relationships/customXml" Target="../ink/ink405.xml"/><Relationship Id="rId2" Type="http://schemas.openxmlformats.org/officeDocument/2006/relationships/customXml" Target="../ink/ink360.xml"/><Relationship Id="rId29" Type="http://schemas.openxmlformats.org/officeDocument/2006/relationships/image" Target="../media/image365.png"/><Relationship Id="rId40" Type="http://schemas.openxmlformats.org/officeDocument/2006/relationships/customXml" Target="../ink/ink379.xml"/><Relationship Id="rId115" Type="http://schemas.openxmlformats.org/officeDocument/2006/relationships/image" Target="../media/image408.png"/><Relationship Id="rId136" Type="http://schemas.openxmlformats.org/officeDocument/2006/relationships/customXml" Target="../ink/ink427.xml"/><Relationship Id="rId157" Type="http://schemas.openxmlformats.org/officeDocument/2006/relationships/image" Target="../media/image429.png"/><Relationship Id="rId178" Type="http://schemas.openxmlformats.org/officeDocument/2006/relationships/customXml" Target="../ink/ink448.xml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76.xml"/><Relationship Id="rId21" Type="http://schemas.openxmlformats.org/officeDocument/2006/relationships/image" Target="../media/image465.png"/><Relationship Id="rId42" Type="http://schemas.openxmlformats.org/officeDocument/2006/relationships/customXml" Target="../ink/ink484.xml"/><Relationship Id="rId47" Type="http://schemas.openxmlformats.org/officeDocument/2006/relationships/image" Target="../media/image478.png"/><Relationship Id="rId63" Type="http://schemas.openxmlformats.org/officeDocument/2006/relationships/image" Target="../media/image486.png"/><Relationship Id="rId68" Type="http://schemas.openxmlformats.org/officeDocument/2006/relationships/customXml" Target="../ink/ink497.xml"/><Relationship Id="rId84" Type="http://schemas.openxmlformats.org/officeDocument/2006/relationships/customXml" Target="../ink/ink505.xml"/><Relationship Id="rId89" Type="http://schemas.openxmlformats.org/officeDocument/2006/relationships/image" Target="../media/image498.png"/><Relationship Id="rId16" Type="http://schemas.openxmlformats.org/officeDocument/2006/relationships/customXml" Target="../ink/ink471.xml"/><Relationship Id="rId11" Type="http://schemas.openxmlformats.org/officeDocument/2006/relationships/image" Target="../media/image460.png"/><Relationship Id="rId32" Type="http://schemas.openxmlformats.org/officeDocument/2006/relationships/customXml" Target="../ink/ink479.xml"/><Relationship Id="rId37" Type="http://schemas.openxmlformats.org/officeDocument/2006/relationships/image" Target="../media/image473.png"/><Relationship Id="rId53" Type="http://schemas.openxmlformats.org/officeDocument/2006/relationships/image" Target="../media/image481.png"/><Relationship Id="rId58" Type="http://schemas.openxmlformats.org/officeDocument/2006/relationships/customXml" Target="../ink/ink492.xml"/><Relationship Id="rId74" Type="http://schemas.openxmlformats.org/officeDocument/2006/relationships/customXml" Target="../ink/ink500.xml"/><Relationship Id="rId79" Type="http://schemas.openxmlformats.org/officeDocument/2006/relationships/image" Target="../media/image493.png"/><Relationship Id="rId5" Type="http://schemas.openxmlformats.org/officeDocument/2006/relationships/image" Target="../media/image457.png"/><Relationship Id="rId90" Type="http://schemas.openxmlformats.org/officeDocument/2006/relationships/customXml" Target="../ink/ink508.xml"/><Relationship Id="rId95" Type="http://schemas.openxmlformats.org/officeDocument/2006/relationships/image" Target="../media/image501.png"/><Relationship Id="rId22" Type="http://schemas.openxmlformats.org/officeDocument/2006/relationships/customXml" Target="../ink/ink474.xml"/><Relationship Id="rId27" Type="http://schemas.openxmlformats.org/officeDocument/2006/relationships/image" Target="../media/image468.png"/><Relationship Id="rId43" Type="http://schemas.openxmlformats.org/officeDocument/2006/relationships/image" Target="../media/image476.png"/><Relationship Id="rId48" Type="http://schemas.openxmlformats.org/officeDocument/2006/relationships/customXml" Target="../ink/ink487.xml"/><Relationship Id="rId64" Type="http://schemas.openxmlformats.org/officeDocument/2006/relationships/customXml" Target="../ink/ink495.xml"/><Relationship Id="rId69" Type="http://schemas.openxmlformats.org/officeDocument/2006/relationships/image" Target="../media/image488.png"/><Relationship Id="rId80" Type="http://schemas.openxmlformats.org/officeDocument/2006/relationships/customXml" Target="../ink/ink503.xml"/><Relationship Id="rId85" Type="http://schemas.openxmlformats.org/officeDocument/2006/relationships/image" Target="../media/image496.png"/><Relationship Id="rId3" Type="http://schemas.openxmlformats.org/officeDocument/2006/relationships/image" Target="../media/image456.png"/><Relationship Id="rId12" Type="http://schemas.openxmlformats.org/officeDocument/2006/relationships/customXml" Target="../ink/ink469.xml"/><Relationship Id="rId17" Type="http://schemas.openxmlformats.org/officeDocument/2006/relationships/image" Target="../media/image463.png"/><Relationship Id="rId25" Type="http://schemas.openxmlformats.org/officeDocument/2006/relationships/image" Target="../media/image467.png"/><Relationship Id="rId33" Type="http://schemas.openxmlformats.org/officeDocument/2006/relationships/image" Target="../media/image471.png"/><Relationship Id="rId38" Type="http://schemas.openxmlformats.org/officeDocument/2006/relationships/customXml" Target="../ink/ink482.xml"/><Relationship Id="rId46" Type="http://schemas.openxmlformats.org/officeDocument/2006/relationships/customXml" Target="../ink/ink486.xml"/><Relationship Id="rId59" Type="http://schemas.openxmlformats.org/officeDocument/2006/relationships/image" Target="../media/image484.png"/><Relationship Id="rId67" Type="http://schemas.openxmlformats.org/officeDocument/2006/relationships/image" Target="../media/image487.png"/><Relationship Id="rId20" Type="http://schemas.openxmlformats.org/officeDocument/2006/relationships/customXml" Target="../ink/ink473.xml"/><Relationship Id="rId41" Type="http://schemas.openxmlformats.org/officeDocument/2006/relationships/image" Target="../media/image475.png"/><Relationship Id="rId54" Type="http://schemas.openxmlformats.org/officeDocument/2006/relationships/customXml" Target="../ink/ink490.xml"/><Relationship Id="rId62" Type="http://schemas.openxmlformats.org/officeDocument/2006/relationships/customXml" Target="../ink/ink494.xml"/><Relationship Id="rId70" Type="http://schemas.openxmlformats.org/officeDocument/2006/relationships/customXml" Target="../ink/ink498.xml"/><Relationship Id="rId75" Type="http://schemas.openxmlformats.org/officeDocument/2006/relationships/image" Target="../media/image491.png"/><Relationship Id="rId83" Type="http://schemas.openxmlformats.org/officeDocument/2006/relationships/image" Target="../media/image495.png"/><Relationship Id="rId88" Type="http://schemas.openxmlformats.org/officeDocument/2006/relationships/customXml" Target="../ink/ink507.xml"/><Relationship Id="rId91" Type="http://schemas.openxmlformats.org/officeDocument/2006/relationships/image" Target="../media/image499.png"/><Relationship Id="rId96" Type="http://schemas.openxmlformats.org/officeDocument/2006/relationships/customXml" Target="../ink/ink51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66.xml"/><Relationship Id="rId15" Type="http://schemas.openxmlformats.org/officeDocument/2006/relationships/image" Target="../media/image462.png"/><Relationship Id="rId23" Type="http://schemas.openxmlformats.org/officeDocument/2006/relationships/image" Target="../media/image466.png"/><Relationship Id="rId28" Type="http://schemas.openxmlformats.org/officeDocument/2006/relationships/customXml" Target="../ink/ink477.xml"/><Relationship Id="rId36" Type="http://schemas.openxmlformats.org/officeDocument/2006/relationships/customXml" Target="../ink/ink481.xml"/><Relationship Id="rId49" Type="http://schemas.openxmlformats.org/officeDocument/2006/relationships/image" Target="../media/image479.png"/><Relationship Id="rId57" Type="http://schemas.openxmlformats.org/officeDocument/2006/relationships/image" Target="../media/image483.png"/><Relationship Id="rId10" Type="http://schemas.openxmlformats.org/officeDocument/2006/relationships/customXml" Target="../ink/ink468.xml"/><Relationship Id="rId31" Type="http://schemas.openxmlformats.org/officeDocument/2006/relationships/image" Target="../media/image470.png"/><Relationship Id="rId44" Type="http://schemas.openxmlformats.org/officeDocument/2006/relationships/customXml" Target="../ink/ink485.xml"/><Relationship Id="rId52" Type="http://schemas.openxmlformats.org/officeDocument/2006/relationships/customXml" Target="../ink/ink489.xml"/><Relationship Id="rId60" Type="http://schemas.openxmlformats.org/officeDocument/2006/relationships/customXml" Target="../ink/ink493.xml"/><Relationship Id="rId65" Type="http://schemas.openxmlformats.org/officeDocument/2006/relationships/image" Target="../media/image134.png"/><Relationship Id="rId73" Type="http://schemas.openxmlformats.org/officeDocument/2006/relationships/image" Target="../media/image490.png"/><Relationship Id="rId78" Type="http://schemas.openxmlformats.org/officeDocument/2006/relationships/customXml" Target="../ink/ink502.xml"/><Relationship Id="rId81" Type="http://schemas.openxmlformats.org/officeDocument/2006/relationships/image" Target="../media/image494.png"/><Relationship Id="rId86" Type="http://schemas.openxmlformats.org/officeDocument/2006/relationships/customXml" Target="../ink/ink506.xml"/><Relationship Id="rId94" Type="http://schemas.openxmlformats.org/officeDocument/2006/relationships/customXml" Target="../ink/ink510.xml"/><Relationship Id="rId4" Type="http://schemas.openxmlformats.org/officeDocument/2006/relationships/customXml" Target="../ink/ink465.xml"/><Relationship Id="rId9" Type="http://schemas.openxmlformats.org/officeDocument/2006/relationships/image" Target="../media/image459.png"/><Relationship Id="rId13" Type="http://schemas.openxmlformats.org/officeDocument/2006/relationships/image" Target="../media/image461.png"/><Relationship Id="rId18" Type="http://schemas.openxmlformats.org/officeDocument/2006/relationships/customXml" Target="../ink/ink472.xml"/><Relationship Id="rId39" Type="http://schemas.openxmlformats.org/officeDocument/2006/relationships/image" Target="../media/image474.png"/><Relationship Id="rId34" Type="http://schemas.openxmlformats.org/officeDocument/2006/relationships/customXml" Target="../ink/ink480.xml"/><Relationship Id="rId50" Type="http://schemas.openxmlformats.org/officeDocument/2006/relationships/customXml" Target="../ink/ink488.xml"/><Relationship Id="rId55" Type="http://schemas.openxmlformats.org/officeDocument/2006/relationships/image" Target="../media/image482.png"/><Relationship Id="rId76" Type="http://schemas.openxmlformats.org/officeDocument/2006/relationships/customXml" Target="../ink/ink501.xml"/><Relationship Id="rId97" Type="http://schemas.openxmlformats.org/officeDocument/2006/relationships/image" Target="../media/image502.png"/><Relationship Id="rId7" Type="http://schemas.openxmlformats.org/officeDocument/2006/relationships/image" Target="../media/image458.png"/><Relationship Id="rId71" Type="http://schemas.openxmlformats.org/officeDocument/2006/relationships/image" Target="../media/image489.png"/><Relationship Id="rId92" Type="http://schemas.openxmlformats.org/officeDocument/2006/relationships/customXml" Target="../ink/ink509.xml"/><Relationship Id="rId2" Type="http://schemas.openxmlformats.org/officeDocument/2006/relationships/customXml" Target="../ink/ink464.xml"/><Relationship Id="rId29" Type="http://schemas.openxmlformats.org/officeDocument/2006/relationships/image" Target="../media/image469.png"/><Relationship Id="rId24" Type="http://schemas.openxmlformats.org/officeDocument/2006/relationships/customXml" Target="../ink/ink475.xml"/><Relationship Id="rId40" Type="http://schemas.openxmlformats.org/officeDocument/2006/relationships/customXml" Target="../ink/ink483.xml"/><Relationship Id="rId45" Type="http://schemas.openxmlformats.org/officeDocument/2006/relationships/image" Target="../media/image477.png"/><Relationship Id="rId66" Type="http://schemas.openxmlformats.org/officeDocument/2006/relationships/customXml" Target="../ink/ink496.xml"/><Relationship Id="rId87" Type="http://schemas.openxmlformats.org/officeDocument/2006/relationships/image" Target="../media/image497.png"/><Relationship Id="rId61" Type="http://schemas.openxmlformats.org/officeDocument/2006/relationships/image" Target="../media/image485.png"/><Relationship Id="rId82" Type="http://schemas.openxmlformats.org/officeDocument/2006/relationships/customXml" Target="../ink/ink504.xml"/><Relationship Id="rId19" Type="http://schemas.openxmlformats.org/officeDocument/2006/relationships/image" Target="../media/image464.png"/><Relationship Id="rId14" Type="http://schemas.openxmlformats.org/officeDocument/2006/relationships/customXml" Target="../ink/ink470.xml"/><Relationship Id="rId30" Type="http://schemas.openxmlformats.org/officeDocument/2006/relationships/customXml" Target="../ink/ink478.xml"/><Relationship Id="rId35" Type="http://schemas.openxmlformats.org/officeDocument/2006/relationships/image" Target="../media/image472.png"/><Relationship Id="rId56" Type="http://schemas.openxmlformats.org/officeDocument/2006/relationships/customXml" Target="../ink/ink491.xml"/><Relationship Id="rId77" Type="http://schemas.openxmlformats.org/officeDocument/2006/relationships/image" Target="../media/image492.png"/><Relationship Id="rId8" Type="http://schemas.openxmlformats.org/officeDocument/2006/relationships/customXml" Target="../ink/ink467.xml"/><Relationship Id="rId51" Type="http://schemas.openxmlformats.org/officeDocument/2006/relationships/image" Target="../media/image480.png"/><Relationship Id="rId72" Type="http://schemas.openxmlformats.org/officeDocument/2006/relationships/customXml" Target="../ink/ink499.xml"/><Relationship Id="rId93" Type="http://schemas.openxmlformats.org/officeDocument/2006/relationships/image" Target="../media/image500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60.png"/><Relationship Id="rId21" Type="http://schemas.openxmlformats.org/officeDocument/2006/relationships/image" Target="../media/image512.png"/><Relationship Id="rId63" Type="http://schemas.openxmlformats.org/officeDocument/2006/relationships/image" Target="../media/image533.png"/><Relationship Id="rId159" Type="http://schemas.openxmlformats.org/officeDocument/2006/relationships/image" Target="../media/image581.png"/><Relationship Id="rId170" Type="http://schemas.openxmlformats.org/officeDocument/2006/relationships/customXml" Target="../ink/ink596.xml"/><Relationship Id="rId191" Type="http://schemas.openxmlformats.org/officeDocument/2006/relationships/image" Target="../media/image596.png"/><Relationship Id="rId205" Type="http://schemas.openxmlformats.org/officeDocument/2006/relationships/image" Target="../media/image602.png"/><Relationship Id="rId226" Type="http://schemas.openxmlformats.org/officeDocument/2006/relationships/customXml" Target="../ink/ink625.xml"/><Relationship Id="rId247" Type="http://schemas.openxmlformats.org/officeDocument/2006/relationships/customXml" Target="../ink/ink636.xml"/><Relationship Id="rId107" Type="http://schemas.openxmlformats.org/officeDocument/2006/relationships/image" Target="../media/image555.png"/><Relationship Id="rId11" Type="http://schemas.openxmlformats.org/officeDocument/2006/relationships/image" Target="../media/image507.png"/><Relationship Id="rId32" Type="http://schemas.openxmlformats.org/officeDocument/2006/relationships/customXml" Target="../ink/ink527.xml"/><Relationship Id="rId53" Type="http://schemas.openxmlformats.org/officeDocument/2006/relationships/image" Target="../media/image528.png"/><Relationship Id="rId74" Type="http://schemas.openxmlformats.org/officeDocument/2006/relationships/customXml" Target="../ink/ink548.xml"/><Relationship Id="rId128" Type="http://schemas.openxmlformats.org/officeDocument/2006/relationships/customXml" Target="../ink/ink575.xml"/><Relationship Id="rId149" Type="http://schemas.openxmlformats.org/officeDocument/2006/relationships/image" Target="../media/image576.png"/><Relationship Id="rId5" Type="http://schemas.openxmlformats.org/officeDocument/2006/relationships/image" Target="../media/image504.png"/><Relationship Id="rId95" Type="http://schemas.openxmlformats.org/officeDocument/2006/relationships/image" Target="../media/image549.png"/><Relationship Id="rId160" Type="http://schemas.openxmlformats.org/officeDocument/2006/relationships/customXml" Target="../ink/ink591.xml"/><Relationship Id="rId181" Type="http://schemas.openxmlformats.org/officeDocument/2006/relationships/image" Target="../media/image24.png"/><Relationship Id="rId216" Type="http://schemas.openxmlformats.org/officeDocument/2006/relationships/customXml" Target="../ink/ink620.xml"/><Relationship Id="rId237" Type="http://schemas.openxmlformats.org/officeDocument/2006/relationships/customXml" Target="../ink/ink631.xml"/><Relationship Id="rId258" Type="http://schemas.openxmlformats.org/officeDocument/2006/relationships/image" Target="../media/image627.png"/><Relationship Id="rId22" Type="http://schemas.openxmlformats.org/officeDocument/2006/relationships/customXml" Target="../ink/ink522.xml"/><Relationship Id="rId43" Type="http://schemas.openxmlformats.org/officeDocument/2006/relationships/image" Target="../media/image523.png"/><Relationship Id="rId64" Type="http://schemas.openxmlformats.org/officeDocument/2006/relationships/customXml" Target="../ink/ink543.xml"/><Relationship Id="rId118" Type="http://schemas.openxmlformats.org/officeDocument/2006/relationships/customXml" Target="../ink/ink570.xml"/><Relationship Id="rId139" Type="http://schemas.openxmlformats.org/officeDocument/2006/relationships/image" Target="../media/image571.png"/><Relationship Id="rId85" Type="http://schemas.openxmlformats.org/officeDocument/2006/relationships/image" Target="../media/image544.png"/><Relationship Id="rId150" Type="http://schemas.openxmlformats.org/officeDocument/2006/relationships/customXml" Target="../ink/ink586.xml"/><Relationship Id="rId171" Type="http://schemas.openxmlformats.org/officeDocument/2006/relationships/image" Target="../media/image587.png"/><Relationship Id="rId192" Type="http://schemas.openxmlformats.org/officeDocument/2006/relationships/customXml" Target="../ink/ink607.xml"/><Relationship Id="rId206" Type="http://schemas.openxmlformats.org/officeDocument/2006/relationships/customXml" Target="../ink/ink615.xml"/><Relationship Id="rId227" Type="http://schemas.openxmlformats.org/officeDocument/2006/relationships/image" Target="../media/image612.png"/><Relationship Id="rId248" Type="http://schemas.openxmlformats.org/officeDocument/2006/relationships/image" Target="../media/image622.png"/><Relationship Id="rId12" Type="http://schemas.openxmlformats.org/officeDocument/2006/relationships/customXml" Target="../ink/ink517.xml"/><Relationship Id="rId33" Type="http://schemas.openxmlformats.org/officeDocument/2006/relationships/image" Target="../media/image518.png"/><Relationship Id="rId108" Type="http://schemas.openxmlformats.org/officeDocument/2006/relationships/customXml" Target="../ink/ink565.xml"/><Relationship Id="rId129" Type="http://schemas.openxmlformats.org/officeDocument/2006/relationships/image" Target="../media/image566.png"/><Relationship Id="rId54" Type="http://schemas.openxmlformats.org/officeDocument/2006/relationships/customXml" Target="../ink/ink538.xml"/><Relationship Id="rId75" Type="http://schemas.openxmlformats.org/officeDocument/2006/relationships/image" Target="../media/image539.png"/><Relationship Id="rId96" Type="http://schemas.openxmlformats.org/officeDocument/2006/relationships/customXml" Target="../ink/ink559.xml"/><Relationship Id="rId140" Type="http://schemas.openxmlformats.org/officeDocument/2006/relationships/customXml" Target="../ink/ink581.xml"/><Relationship Id="rId161" Type="http://schemas.openxmlformats.org/officeDocument/2006/relationships/image" Target="../media/image582.png"/><Relationship Id="rId182" Type="http://schemas.openxmlformats.org/officeDocument/2006/relationships/customXml" Target="../ink/ink602.xml"/><Relationship Id="rId217" Type="http://schemas.openxmlformats.org/officeDocument/2006/relationships/image" Target="../media/image607.png"/><Relationship Id="rId6" Type="http://schemas.openxmlformats.org/officeDocument/2006/relationships/customXml" Target="../ink/ink514.xml"/><Relationship Id="rId238" Type="http://schemas.openxmlformats.org/officeDocument/2006/relationships/image" Target="../media/image617.png"/><Relationship Id="rId259" Type="http://schemas.openxmlformats.org/officeDocument/2006/relationships/customXml" Target="../ink/ink642.xml"/><Relationship Id="rId23" Type="http://schemas.openxmlformats.org/officeDocument/2006/relationships/image" Target="../media/image513.png"/><Relationship Id="rId119" Type="http://schemas.openxmlformats.org/officeDocument/2006/relationships/image" Target="../media/image561.png"/><Relationship Id="rId44" Type="http://schemas.openxmlformats.org/officeDocument/2006/relationships/customXml" Target="../ink/ink533.xml"/><Relationship Id="rId65" Type="http://schemas.openxmlformats.org/officeDocument/2006/relationships/image" Target="../media/image534.png"/><Relationship Id="rId86" Type="http://schemas.openxmlformats.org/officeDocument/2006/relationships/customXml" Target="../ink/ink554.xml"/><Relationship Id="rId130" Type="http://schemas.openxmlformats.org/officeDocument/2006/relationships/customXml" Target="../ink/ink576.xml"/><Relationship Id="rId151" Type="http://schemas.openxmlformats.org/officeDocument/2006/relationships/image" Target="../media/image577.png"/><Relationship Id="rId172" Type="http://schemas.openxmlformats.org/officeDocument/2006/relationships/customXml" Target="../ink/ink597.xml"/><Relationship Id="rId193" Type="http://schemas.openxmlformats.org/officeDocument/2006/relationships/image" Target="../media/image597.png"/><Relationship Id="rId207" Type="http://schemas.openxmlformats.org/officeDocument/2006/relationships/image" Target="../media/image603.png"/><Relationship Id="rId228" Type="http://schemas.openxmlformats.org/officeDocument/2006/relationships/customXml" Target="../ink/ink626.xml"/><Relationship Id="rId249" Type="http://schemas.openxmlformats.org/officeDocument/2006/relationships/customXml" Target="../ink/ink637.xml"/><Relationship Id="rId13" Type="http://schemas.openxmlformats.org/officeDocument/2006/relationships/image" Target="../media/image508.png"/><Relationship Id="rId109" Type="http://schemas.openxmlformats.org/officeDocument/2006/relationships/image" Target="../media/image556.png"/><Relationship Id="rId260" Type="http://schemas.openxmlformats.org/officeDocument/2006/relationships/image" Target="../media/image628.png"/><Relationship Id="rId34" Type="http://schemas.openxmlformats.org/officeDocument/2006/relationships/customXml" Target="../ink/ink528.xml"/><Relationship Id="rId55" Type="http://schemas.openxmlformats.org/officeDocument/2006/relationships/image" Target="../media/image529.png"/><Relationship Id="rId76" Type="http://schemas.openxmlformats.org/officeDocument/2006/relationships/customXml" Target="../ink/ink549.xml"/><Relationship Id="rId97" Type="http://schemas.openxmlformats.org/officeDocument/2006/relationships/image" Target="../media/image550.png"/><Relationship Id="rId120" Type="http://schemas.openxmlformats.org/officeDocument/2006/relationships/customXml" Target="../ink/ink571.xml"/><Relationship Id="rId141" Type="http://schemas.openxmlformats.org/officeDocument/2006/relationships/image" Target="../media/image572.png"/><Relationship Id="rId7" Type="http://schemas.openxmlformats.org/officeDocument/2006/relationships/image" Target="../media/image505.png"/><Relationship Id="rId162" Type="http://schemas.openxmlformats.org/officeDocument/2006/relationships/customXml" Target="../ink/ink592.xml"/><Relationship Id="rId183" Type="http://schemas.openxmlformats.org/officeDocument/2006/relationships/image" Target="../media/image592.png"/><Relationship Id="rId218" Type="http://schemas.openxmlformats.org/officeDocument/2006/relationships/customXml" Target="../ink/ink621.xml"/><Relationship Id="rId239" Type="http://schemas.openxmlformats.org/officeDocument/2006/relationships/customXml" Target="../ink/ink632.xml"/><Relationship Id="rId250" Type="http://schemas.openxmlformats.org/officeDocument/2006/relationships/image" Target="../media/image623.png"/><Relationship Id="rId24" Type="http://schemas.openxmlformats.org/officeDocument/2006/relationships/customXml" Target="../ink/ink523.xml"/><Relationship Id="rId45" Type="http://schemas.openxmlformats.org/officeDocument/2006/relationships/image" Target="../media/image524.png"/><Relationship Id="rId66" Type="http://schemas.openxmlformats.org/officeDocument/2006/relationships/customXml" Target="../ink/ink544.xml"/><Relationship Id="rId87" Type="http://schemas.openxmlformats.org/officeDocument/2006/relationships/image" Target="../media/image545.png"/><Relationship Id="rId110" Type="http://schemas.openxmlformats.org/officeDocument/2006/relationships/customXml" Target="../ink/ink566.xml"/><Relationship Id="rId131" Type="http://schemas.openxmlformats.org/officeDocument/2006/relationships/image" Target="../media/image567.png"/><Relationship Id="rId152" Type="http://schemas.openxmlformats.org/officeDocument/2006/relationships/customXml" Target="../ink/ink587.xml"/><Relationship Id="rId173" Type="http://schemas.openxmlformats.org/officeDocument/2006/relationships/image" Target="../media/image588.png"/><Relationship Id="rId194" Type="http://schemas.openxmlformats.org/officeDocument/2006/relationships/customXml" Target="../ink/ink608.xml"/><Relationship Id="rId208" Type="http://schemas.openxmlformats.org/officeDocument/2006/relationships/customXml" Target="../ink/ink616.xml"/><Relationship Id="rId229" Type="http://schemas.openxmlformats.org/officeDocument/2006/relationships/image" Target="../media/image613.png"/><Relationship Id="rId240" Type="http://schemas.openxmlformats.org/officeDocument/2006/relationships/image" Target="../media/image618.png"/><Relationship Id="rId261" Type="http://schemas.openxmlformats.org/officeDocument/2006/relationships/customXml" Target="../ink/ink643.xml"/><Relationship Id="rId14" Type="http://schemas.openxmlformats.org/officeDocument/2006/relationships/customXml" Target="../ink/ink518.xml"/><Relationship Id="rId35" Type="http://schemas.openxmlformats.org/officeDocument/2006/relationships/image" Target="../media/image519.png"/><Relationship Id="rId56" Type="http://schemas.openxmlformats.org/officeDocument/2006/relationships/customXml" Target="../ink/ink539.xml"/><Relationship Id="rId77" Type="http://schemas.openxmlformats.org/officeDocument/2006/relationships/image" Target="../media/image540.png"/><Relationship Id="rId100" Type="http://schemas.openxmlformats.org/officeDocument/2006/relationships/customXml" Target="../ink/ink561.xml"/><Relationship Id="rId8" Type="http://schemas.openxmlformats.org/officeDocument/2006/relationships/customXml" Target="../ink/ink515.xml"/><Relationship Id="rId98" Type="http://schemas.openxmlformats.org/officeDocument/2006/relationships/customXml" Target="../ink/ink560.xml"/><Relationship Id="rId121" Type="http://schemas.openxmlformats.org/officeDocument/2006/relationships/image" Target="../media/image562.png"/><Relationship Id="rId142" Type="http://schemas.openxmlformats.org/officeDocument/2006/relationships/customXml" Target="../ink/ink582.xml"/><Relationship Id="rId163" Type="http://schemas.openxmlformats.org/officeDocument/2006/relationships/image" Target="../media/image583.png"/><Relationship Id="rId184" Type="http://schemas.openxmlformats.org/officeDocument/2006/relationships/customXml" Target="../ink/ink603.xml"/><Relationship Id="rId219" Type="http://schemas.openxmlformats.org/officeDocument/2006/relationships/image" Target="../media/image608.png"/><Relationship Id="rId230" Type="http://schemas.openxmlformats.org/officeDocument/2006/relationships/customXml" Target="../ink/ink627.xml"/><Relationship Id="rId251" Type="http://schemas.openxmlformats.org/officeDocument/2006/relationships/customXml" Target="../ink/ink638.xml"/><Relationship Id="rId25" Type="http://schemas.openxmlformats.org/officeDocument/2006/relationships/image" Target="../media/image514.png"/><Relationship Id="rId46" Type="http://schemas.openxmlformats.org/officeDocument/2006/relationships/customXml" Target="../ink/ink534.xml"/><Relationship Id="rId67" Type="http://schemas.openxmlformats.org/officeDocument/2006/relationships/image" Target="../media/image535.png"/><Relationship Id="rId88" Type="http://schemas.openxmlformats.org/officeDocument/2006/relationships/customXml" Target="../ink/ink555.xml"/><Relationship Id="rId111" Type="http://schemas.openxmlformats.org/officeDocument/2006/relationships/image" Target="../media/image557.png"/><Relationship Id="rId132" Type="http://schemas.openxmlformats.org/officeDocument/2006/relationships/customXml" Target="../ink/ink577.xml"/><Relationship Id="rId153" Type="http://schemas.openxmlformats.org/officeDocument/2006/relationships/image" Target="../media/image578.png"/><Relationship Id="rId174" Type="http://schemas.openxmlformats.org/officeDocument/2006/relationships/customXml" Target="../ink/ink598.xml"/><Relationship Id="rId195" Type="http://schemas.openxmlformats.org/officeDocument/2006/relationships/image" Target="../media/image598.png"/><Relationship Id="rId209" Type="http://schemas.openxmlformats.org/officeDocument/2006/relationships/image" Target="../media/image486.png"/><Relationship Id="rId220" Type="http://schemas.openxmlformats.org/officeDocument/2006/relationships/customXml" Target="../ink/ink622.xml"/><Relationship Id="rId241" Type="http://schemas.openxmlformats.org/officeDocument/2006/relationships/customXml" Target="../ink/ink633.xml"/><Relationship Id="rId15" Type="http://schemas.openxmlformats.org/officeDocument/2006/relationships/image" Target="../media/image509.png"/><Relationship Id="rId36" Type="http://schemas.openxmlformats.org/officeDocument/2006/relationships/customXml" Target="../ink/ink529.xml"/><Relationship Id="rId57" Type="http://schemas.openxmlformats.org/officeDocument/2006/relationships/image" Target="../media/image530.png"/><Relationship Id="rId262" Type="http://schemas.openxmlformats.org/officeDocument/2006/relationships/image" Target="../media/image629.png"/><Relationship Id="rId78" Type="http://schemas.openxmlformats.org/officeDocument/2006/relationships/customXml" Target="../ink/ink550.xml"/><Relationship Id="rId99" Type="http://schemas.openxmlformats.org/officeDocument/2006/relationships/image" Target="../media/image551.png"/><Relationship Id="rId101" Type="http://schemas.openxmlformats.org/officeDocument/2006/relationships/image" Target="../media/image552.png"/><Relationship Id="rId122" Type="http://schemas.openxmlformats.org/officeDocument/2006/relationships/customXml" Target="../ink/ink572.xml"/><Relationship Id="rId143" Type="http://schemas.openxmlformats.org/officeDocument/2006/relationships/image" Target="../media/image573.png"/><Relationship Id="rId164" Type="http://schemas.openxmlformats.org/officeDocument/2006/relationships/customXml" Target="../ink/ink593.xml"/><Relationship Id="rId185" Type="http://schemas.openxmlformats.org/officeDocument/2006/relationships/image" Target="../media/image593.png"/><Relationship Id="rId9" Type="http://schemas.openxmlformats.org/officeDocument/2006/relationships/image" Target="../media/image506.png"/><Relationship Id="rId210" Type="http://schemas.openxmlformats.org/officeDocument/2006/relationships/customXml" Target="../ink/ink617.xml"/><Relationship Id="rId26" Type="http://schemas.openxmlformats.org/officeDocument/2006/relationships/customXml" Target="../ink/ink524.xml"/><Relationship Id="rId231" Type="http://schemas.openxmlformats.org/officeDocument/2006/relationships/image" Target="../media/image614.png"/><Relationship Id="rId252" Type="http://schemas.openxmlformats.org/officeDocument/2006/relationships/image" Target="../media/image624.png"/><Relationship Id="rId47" Type="http://schemas.openxmlformats.org/officeDocument/2006/relationships/image" Target="../media/image525.png"/><Relationship Id="rId68" Type="http://schemas.openxmlformats.org/officeDocument/2006/relationships/customXml" Target="../ink/ink545.xml"/><Relationship Id="rId89" Type="http://schemas.openxmlformats.org/officeDocument/2006/relationships/image" Target="../media/image546.png"/><Relationship Id="rId112" Type="http://schemas.openxmlformats.org/officeDocument/2006/relationships/customXml" Target="../ink/ink567.xml"/><Relationship Id="rId133" Type="http://schemas.openxmlformats.org/officeDocument/2006/relationships/image" Target="../media/image568.png"/><Relationship Id="rId154" Type="http://schemas.openxmlformats.org/officeDocument/2006/relationships/customXml" Target="../ink/ink588.xml"/><Relationship Id="rId175" Type="http://schemas.openxmlformats.org/officeDocument/2006/relationships/image" Target="../media/image589.png"/><Relationship Id="rId196" Type="http://schemas.openxmlformats.org/officeDocument/2006/relationships/customXml" Target="../ink/ink609.xml"/><Relationship Id="rId200" Type="http://schemas.openxmlformats.org/officeDocument/2006/relationships/customXml" Target="../ink/ink612.xml"/><Relationship Id="rId16" Type="http://schemas.openxmlformats.org/officeDocument/2006/relationships/customXml" Target="../ink/ink519.xml"/><Relationship Id="rId221" Type="http://schemas.openxmlformats.org/officeDocument/2006/relationships/image" Target="../media/image609.png"/><Relationship Id="rId242" Type="http://schemas.openxmlformats.org/officeDocument/2006/relationships/image" Target="../media/image619.png"/><Relationship Id="rId263" Type="http://schemas.openxmlformats.org/officeDocument/2006/relationships/customXml" Target="../ink/ink644.xml"/><Relationship Id="rId37" Type="http://schemas.openxmlformats.org/officeDocument/2006/relationships/image" Target="../media/image520.png"/><Relationship Id="rId58" Type="http://schemas.openxmlformats.org/officeDocument/2006/relationships/customXml" Target="../ink/ink540.xml"/><Relationship Id="rId79" Type="http://schemas.openxmlformats.org/officeDocument/2006/relationships/image" Target="../media/image541.png"/><Relationship Id="rId102" Type="http://schemas.openxmlformats.org/officeDocument/2006/relationships/customXml" Target="../ink/ink562.xml"/><Relationship Id="rId123" Type="http://schemas.openxmlformats.org/officeDocument/2006/relationships/image" Target="../media/image563.png"/><Relationship Id="rId144" Type="http://schemas.openxmlformats.org/officeDocument/2006/relationships/customXml" Target="../ink/ink583.xml"/><Relationship Id="rId90" Type="http://schemas.openxmlformats.org/officeDocument/2006/relationships/customXml" Target="../ink/ink556.xml"/><Relationship Id="rId165" Type="http://schemas.openxmlformats.org/officeDocument/2006/relationships/image" Target="../media/image584.png"/><Relationship Id="rId186" Type="http://schemas.openxmlformats.org/officeDocument/2006/relationships/customXml" Target="../ink/ink604.xml"/><Relationship Id="rId211" Type="http://schemas.openxmlformats.org/officeDocument/2006/relationships/image" Target="../media/image604.png"/><Relationship Id="rId232" Type="http://schemas.openxmlformats.org/officeDocument/2006/relationships/customXml" Target="../ink/ink628.xml"/><Relationship Id="rId253" Type="http://schemas.openxmlformats.org/officeDocument/2006/relationships/customXml" Target="../ink/ink639.xml"/><Relationship Id="rId27" Type="http://schemas.openxmlformats.org/officeDocument/2006/relationships/image" Target="../media/image515.png"/><Relationship Id="rId48" Type="http://schemas.openxmlformats.org/officeDocument/2006/relationships/customXml" Target="../ink/ink535.xml"/><Relationship Id="rId69" Type="http://schemas.openxmlformats.org/officeDocument/2006/relationships/image" Target="../media/image536.png"/><Relationship Id="rId113" Type="http://schemas.openxmlformats.org/officeDocument/2006/relationships/image" Target="../media/image558.png"/><Relationship Id="rId134" Type="http://schemas.openxmlformats.org/officeDocument/2006/relationships/customXml" Target="../ink/ink578.xml"/><Relationship Id="rId80" Type="http://schemas.openxmlformats.org/officeDocument/2006/relationships/customXml" Target="../ink/ink551.xml"/><Relationship Id="rId155" Type="http://schemas.openxmlformats.org/officeDocument/2006/relationships/image" Target="../media/image579.png"/><Relationship Id="rId176" Type="http://schemas.openxmlformats.org/officeDocument/2006/relationships/customXml" Target="../ink/ink599.xml"/><Relationship Id="rId197" Type="http://schemas.openxmlformats.org/officeDocument/2006/relationships/customXml" Target="../ink/ink610.xml"/><Relationship Id="rId201" Type="http://schemas.openxmlformats.org/officeDocument/2006/relationships/image" Target="../media/image600.png"/><Relationship Id="rId222" Type="http://schemas.openxmlformats.org/officeDocument/2006/relationships/customXml" Target="../ink/ink623.xml"/><Relationship Id="rId243" Type="http://schemas.openxmlformats.org/officeDocument/2006/relationships/customXml" Target="../ink/ink634.xml"/><Relationship Id="rId264" Type="http://schemas.openxmlformats.org/officeDocument/2006/relationships/image" Target="../media/image630.png"/><Relationship Id="rId17" Type="http://schemas.openxmlformats.org/officeDocument/2006/relationships/image" Target="../media/image510.png"/><Relationship Id="rId38" Type="http://schemas.openxmlformats.org/officeDocument/2006/relationships/customXml" Target="../ink/ink530.xml"/><Relationship Id="rId59" Type="http://schemas.openxmlformats.org/officeDocument/2006/relationships/image" Target="../media/image531.png"/><Relationship Id="rId103" Type="http://schemas.openxmlformats.org/officeDocument/2006/relationships/image" Target="../media/image553.png"/><Relationship Id="rId124" Type="http://schemas.openxmlformats.org/officeDocument/2006/relationships/customXml" Target="../ink/ink573.xml"/><Relationship Id="rId70" Type="http://schemas.openxmlformats.org/officeDocument/2006/relationships/customXml" Target="../ink/ink546.xml"/><Relationship Id="rId91" Type="http://schemas.openxmlformats.org/officeDocument/2006/relationships/image" Target="../media/image547.png"/><Relationship Id="rId145" Type="http://schemas.openxmlformats.org/officeDocument/2006/relationships/image" Target="../media/image574.png"/><Relationship Id="rId166" Type="http://schemas.openxmlformats.org/officeDocument/2006/relationships/customXml" Target="../ink/ink594.xml"/><Relationship Id="rId187" Type="http://schemas.openxmlformats.org/officeDocument/2006/relationships/image" Target="../media/image594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618.xml"/><Relationship Id="rId233" Type="http://schemas.openxmlformats.org/officeDocument/2006/relationships/customXml" Target="../ink/ink629.xml"/><Relationship Id="rId254" Type="http://schemas.openxmlformats.org/officeDocument/2006/relationships/image" Target="../media/image625.png"/><Relationship Id="rId28" Type="http://schemas.openxmlformats.org/officeDocument/2006/relationships/customXml" Target="../ink/ink525.xml"/><Relationship Id="rId49" Type="http://schemas.openxmlformats.org/officeDocument/2006/relationships/image" Target="../media/image526.png"/><Relationship Id="rId114" Type="http://schemas.openxmlformats.org/officeDocument/2006/relationships/customXml" Target="../ink/ink568.xml"/><Relationship Id="rId60" Type="http://schemas.openxmlformats.org/officeDocument/2006/relationships/customXml" Target="../ink/ink541.xml"/><Relationship Id="rId81" Type="http://schemas.openxmlformats.org/officeDocument/2006/relationships/image" Target="../media/image542.png"/><Relationship Id="rId135" Type="http://schemas.openxmlformats.org/officeDocument/2006/relationships/image" Target="../media/image569.png"/><Relationship Id="rId156" Type="http://schemas.openxmlformats.org/officeDocument/2006/relationships/customXml" Target="../ink/ink589.xml"/><Relationship Id="rId177" Type="http://schemas.openxmlformats.org/officeDocument/2006/relationships/image" Target="../media/image590.png"/><Relationship Id="rId198" Type="http://schemas.openxmlformats.org/officeDocument/2006/relationships/image" Target="../media/image599.png"/><Relationship Id="rId202" Type="http://schemas.openxmlformats.org/officeDocument/2006/relationships/customXml" Target="../ink/ink613.xml"/><Relationship Id="rId223" Type="http://schemas.openxmlformats.org/officeDocument/2006/relationships/image" Target="../media/image610.png"/><Relationship Id="rId244" Type="http://schemas.openxmlformats.org/officeDocument/2006/relationships/image" Target="../media/image620.png"/><Relationship Id="rId18" Type="http://schemas.openxmlformats.org/officeDocument/2006/relationships/customXml" Target="../ink/ink520.xml"/><Relationship Id="rId39" Type="http://schemas.openxmlformats.org/officeDocument/2006/relationships/image" Target="../media/image521.png"/><Relationship Id="rId50" Type="http://schemas.openxmlformats.org/officeDocument/2006/relationships/customXml" Target="../ink/ink536.xml"/><Relationship Id="rId104" Type="http://schemas.openxmlformats.org/officeDocument/2006/relationships/customXml" Target="../ink/ink563.xml"/><Relationship Id="rId125" Type="http://schemas.openxmlformats.org/officeDocument/2006/relationships/image" Target="../media/image564.png"/><Relationship Id="rId146" Type="http://schemas.openxmlformats.org/officeDocument/2006/relationships/customXml" Target="../ink/ink584.xml"/><Relationship Id="rId167" Type="http://schemas.openxmlformats.org/officeDocument/2006/relationships/image" Target="../media/image585.png"/><Relationship Id="rId188" Type="http://schemas.openxmlformats.org/officeDocument/2006/relationships/customXml" Target="../ink/ink605.xml"/><Relationship Id="rId71" Type="http://schemas.openxmlformats.org/officeDocument/2006/relationships/image" Target="../media/image537.png"/><Relationship Id="rId92" Type="http://schemas.openxmlformats.org/officeDocument/2006/relationships/customXml" Target="../ink/ink557.xml"/><Relationship Id="rId213" Type="http://schemas.openxmlformats.org/officeDocument/2006/relationships/image" Target="../media/image605.png"/><Relationship Id="rId234" Type="http://schemas.openxmlformats.org/officeDocument/2006/relationships/image" Target="../media/image615.png"/><Relationship Id="rId2" Type="http://schemas.openxmlformats.org/officeDocument/2006/relationships/customXml" Target="../ink/ink512.xml"/><Relationship Id="rId29" Type="http://schemas.openxmlformats.org/officeDocument/2006/relationships/image" Target="../media/image516.png"/><Relationship Id="rId255" Type="http://schemas.openxmlformats.org/officeDocument/2006/relationships/customXml" Target="../ink/ink640.xml"/><Relationship Id="rId40" Type="http://schemas.openxmlformats.org/officeDocument/2006/relationships/customXml" Target="../ink/ink531.xml"/><Relationship Id="rId115" Type="http://schemas.openxmlformats.org/officeDocument/2006/relationships/image" Target="../media/image559.png"/><Relationship Id="rId136" Type="http://schemas.openxmlformats.org/officeDocument/2006/relationships/customXml" Target="../ink/ink579.xml"/><Relationship Id="rId157" Type="http://schemas.openxmlformats.org/officeDocument/2006/relationships/image" Target="../media/image580.png"/><Relationship Id="rId178" Type="http://schemas.openxmlformats.org/officeDocument/2006/relationships/customXml" Target="../ink/ink600.xml"/><Relationship Id="rId61" Type="http://schemas.openxmlformats.org/officeDocument/2006/relationships/image" Target="../media/image532.png"/><Relationship Id="rId82" Type="http://schemas.openxmlformats.org/officeDocument/2006/relationships/customXml" Target="../ink/ink552.xml"/><Relationship Id="rId199" Type="http://schemas.openxmlformats.org/officeDocument/2006/relationships/customXml" Target="../ink/ink611.xml"/><Relationship Id="rId203" Type="http://schemas.openxmlformats.org/officeDocument/2006/relationships/image" Target="../media/image601.png"/><Relationship Id="rId19" Type="http://schemas.openxmlformats.org/officeDocument/2006/relationships/image" Target="../media/image511.png"/><Relationship Id="rId224" Type="http://schemas.openxmlformats.org/officeDocument/2006/relationships/customXml" Target="../ink/ink624.xml"/><Relationship Id="rId245" Type="http://schemas.openxmlformats.org/officeDocument/2006/relationships/customXml" Target="../ink/ink635.xml"/><Relationship Id="rId30" Type="http://schemas.openxmlformats.org/officeDocument/2006/relationships/customXml" Target="../ink/ink526.xml"/><Relationship Id="rId105" Type="http://schemas.openxmlformats.org/officeDocument/2006/relationships/image" Target="../media/image554.png"/><Relationship Id="rId126" Type="http://schemas.openxmlformats.org/officeDocument/2006/relationships/customXml" Target="../ink/ink574.xml"/><Relationship Id="rId147" Type="http://schemas.openxmlformats.org/officeDocument/2006/relationships/image" Target="../media/image575.png"/><Relationship Id="rId168" Type="http://schemas.openxmlformats.org/officeDocument/2006/relationships/customXml" Target="../ink/ink595.xml"/><Relationship Id="rId51" Type="http://schemas.openxmlformats.org/officeDocument/2006/relationships/image" Target="../media/image527.png"/><Relationship Id="rId72" Type="http://schemas.openxmlformats.org/officeDocument/2006/relationships/customXml" Target="../ink/ink547.xml"/><Relationship Id="rId93" Type="http://schemas.openxmlformats.org/officeDocument/2006/relationships/image" Target="../media/image548.png"/><Relationship Id="rId189" Type="http://schemas.openxmlformats.org/officeDocument/2006/relationships/image" Target="../media/image595.png"/><Relationship Id="rId3" Type="http://schemas.openxmlformats.org/officeDocument/2006/relationships/image" Target="../media/image503.png"/><Relationship Id="rId214" Type="http://schemas.openxmlformats.org/officeDocument/2006/relationships/customXml" Target="../ink/ink619.xml"/><Relationship Id="rId235" Type="http://schemas.openxmlformats.org/officeDocument/2006/relationships/customXml" Target="../ink/ink630.xml"/><Relationship Id="rId256" Type="http://schemas.openxmlformats.org/officeDocument/2006/relationships/image" Target="../media/image626.png"/><Relationship Id="rId116" Type="http://schemas.openxmlformats.org/officeDocument/2006/relationships/customXml" Target="../ink/ink569.xml"/><Relationship Id="rId137" Type="http://schemas.openxmlformats.org/officeDocument/2006/relationships/image" Target="../media/image570.png"/><Relationship Id="rId158" Type="http://schemas.openxmlformats.org/officeDocument/2006/relationships/customXml" Target="../ink/ink590.xml"/><Relationship Id="rId20" Type="http://schemas.openxmlformats.org/officeDocument/2006/relationships/customXml" Target="../ink/ink521.xml"/><Relationship Id="rId41" Type="http://schemas.openxmlformats.org/officeDocument/2006/relationships/image" Target="../media/image522.png"/><Relationship Id="rId62" Type="http://schemas.openxmlformats.org/officeDocument/2006/relationships/customXml" Target="../ink/ink542.xml"/><Relationship Id="rId83" Type="http://schemas.openxmlformats.org/officeDocument/2006/relationships/image" Target="../media/image543.png"/><Relationship Id="rId179" Type="http://schemas.openxmlformats.org/officeDocument/2006/relationships/image" Target="../media/image591.png"/><Relationship Id="rId190" Type="http://schemas.openxmlformats.org/officeDocument/2006/relationships/customXml" Target="../ink/ink606.xml"/><Relationship Id="rId204" Type="http://schemas.openxmlformats.org/officeDocument/2006/relationships/customXml" Target="../ink/ink614.xml"/><Relationship Id="rId225" Type="http://schemas.openxmlformats.org/officeDocument/2006/relationships/image" Target="../media/image611.png"/><Relationship Id="rId246" Type="http://schemas.openxmlformats.org/officeDocument/2006/relationships/image" Target="../media/image621.png"/><Relationship Id="rId106" Type="http://schemas.openxmlformats.org/officeDocument/2006/relationships/customXml" Target="../ink/ink564.xml"/><Relationship Id="rId127" Type="http://schemas.openxmlformats.org/officeDocument/2006/relationships/image" Target="../media/image565.png"/><Relationship Id="rId10" Type="http://schemas.openxmlformats.org/officeDocument/2006/relationships/customXml" Target="../ink/ink516.xml"/><Relationship Id="rId31" Type="http://schemas.openxmlformats.org/officeDocument/2006/relationships/image" Target="../media/image517.png"/><Relationship Id="rId52" Type="http://schemas.openxmlformats.org/officeDocument/2006/relationships/customXml" Target="../ink/ink537.xml"/><Relationship Id="rId73" Type="http://schemas.openxmlformats.org/officeDocument/2006/relationships/image" Target="../media/image538.png"/><Relationship Id="rId94" Type="http://schemas.openxmlformats.org/officeDocument/2006/relationships/customXml" Target="../ink/ink558.xml"/><Relationship Id="rId148" Type="http://schemas.openxmlformats.org/officeDocument/2006/relationships/customXml" Target="../ink/ink585.xml"/><Relationship Id="rId169" Type="http://schemas.openxmlformats.org/officeDocument/2006/relationships/image" Target="../media/image586.png"/><Relationship Id="rId4" Type="http://schemas.openxmlformats.org/officeDocument/2006/relationships/customXml" Target="../ink/ink513.xml"/><Relationship Id="rId180" Type="http://schemas.openxmlformats.org/officeDocument/2006/relationships/customXml" Target="../ink/ink601.xml"/><Relationship Id="rId215" Type="http://schemas.openxmlformats.org/officeDocument/2006/relationships/image" Target="../media/image606.png"/><Relationship Id="rId236" Type="http://schemas.openxmlformats.org/officeDocument/2006/relationships/image" Target="../media/image616.png"/><Relationship Id="rId257" Type="http://schemas.openxmlformats.org/officeDocument/2006/relationships/customXml" Target="../ink/ink641.xml"/><Relationship Id="rId42" Type="http://schemas.openxmlformats.org/officeDocument/2006/relationships/customXml" Target="../ink/ink532.xml"/><Relationship Id="rId84" Type="http://schemas.openxmlformats.org/officeDocument/2006/relationships/customXml" Target="../ink/ink553.xml"/><Relationship Id="rId138" Type="http://schemas.openxmlformats.org/officeDocument/2006/relationships/customXml" Target="../ink/ink58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1.png"/><Relationship Id="rId2" Type="http://schemas.openxmlformats.org/officeDocument/2006/relationships/customXml" Target="../ink/ink64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7DF49-67B7-8F83-3B29-D4E4DD75C5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Conceptos</a:t>
            </a:r>
            <a:r>
              <a:rPr lang="en-US" dirty="0"/>
              <a:t> </a:t>
            </a:r>
            <a:r>
              <a:rPr lang="en-US" dirty="0" err="1"/>
              <a:t>pendientes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EBB88-AF8A-BDB0-8694-9FB24E2CC9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lineales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062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51736-70B2-714A-58D2-E75A022E9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ANOVA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comparacion</a:t>
            </a:r>
            <a:r>
              <a:rPr lang="en-US" dirty="0"/>
              <a:t> de </a:t>
            </a:r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anidados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2DE7A-9736-3EC4-257D-19A5E0E70C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El ANOVA </a:t>
            </a:r>
            <a:r>
              <a:rPr lang="en-US" dirty="0" err="1"/>
              <a:t>puede</a:t>
            </a:r>
            <a:r>
              <a:rPr lang="en-US" dirty="0"/>
              <a:t> </a:t>
            </a:r>
            <a:r>
              <a:rPr lang="en-US" dirty="0" err="1"/>
              <a:t>ayudar</a:t>
            </a:r>
            <a:r>
              <a:rPr lang="en-US" dirty="0"/>
              <a:t> a </a:t>
            </a:r>
            <a:r>
              <a:rPr lang="en-US" dirty="0" err="1"/>
              <a:t>comparar</a:t>
            </a:r>
            <a:r>
              <a:rPr lang="en-US" dirty="0"/>
              <a:t> el </a:t>
            </a:r>
            <a:r>
              <a:rPr lang="en-US" dirty="0" err="1"/>
              <a:t>desempeño</a:t>
            </a:r>
            <a:r>
              <a:rPr lang="en-US" dirty="0"/>
              <a:t> de </a:t>
            </a:r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secuenciales</a:t>
            </a:r>
            <a:r>
              <a:rPr lang="en-US" dirty="0"/>
              <a:t> (</a:t>
            </a:r>
            <a:r>
              <a:rPr lang="en-US" dirty="0" err="1"/>
              <a:t>anidados</a:t>
            </a:r>
            <a:r>
              <a:rPr lang="en-US" dirty="0"/>
              <a:t>). </a:t>
            </a:r>
          </a:p>
          <a:p>
            <a:endParaRPr lang="en-US" dirty="0"/>
          </a:p>
          <a:p>
            <a:r>
              <a:rPr lang="en-US" dirty="0" err="1"/>
              <a:t>modelo_nulo</a:t>
            </a:r>
            <a:r>
              <a:rPr lang="en-US" dirty="0"/>
              <a:t> &lt;- </a:t>
            </a:r>
            <a:r>
              <a:rPr lang="en-US" dirty="0" err="1"/>
              <a:t>lm</a:t>
            </a:r>
            <a:r>
              <a:rPr lang="en-US" dirty="0"/>
              <a:t>(</a:t>
            </a:r>
            <a:r>
              <a:rPr lang="en-US" dirty="0" err="1"/>
              <a:t>Tension_Arterial</a:t>
            </a:r>
            <a:r>
              <a:rPr lang="en-US" dirty="0"/>
              <a:t> ~ 1, data = </a:t>
            </a:r>
            <a:r>
              <a:rPr lang="en-US" dirty="0" err="1"/>
              <a:t>df</a:t>
            </a:r>
            <a:r>
              <a:rPr lang="en-US" dirty="0"/>
              <a:t>)   # solo </a:t>
            </a:r>
            <a:r>
              <a:rPr lang="en-US" dirty="0" err="1"/>
              <a:t>intercepto</a:t>
            </a:r>
            <a:endParaRPr lang="en-US" dirty="0"/>
          </a:p>
          <a:p>
            <a:r>
              <a:rPr lang="en-US" dirty="0" err="1"/>
              <a:t>anova</a:t>
            </a:r>
            <a:r>
              <a:rPr lang="en-US" dirty="0"/>
              <a:t>(</a:t>
            </a:r>
            <a:r>
              <a:rPr lang="en-US" dirty="0" err="1"/>
              <a:t>modelo_nulo</a:t>
            </a:r>
            <a:r>
              <a:rPr lang="en-US" dirty="0"/>
              <a:t>, </a:t>
            </a:r>
            <a:r>
              <a:rPr lang="en-US" dirty="0" err="1"/>
              <a:t>modelo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7B26A0-C5CE-3EB2-A999-62B57AA51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072" y="5511800"/>
            <a:ext cx="41148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45EAC-70F1-1777-7B19-F2DB9280B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Tipos</a:t>
            </a:r>
            <a:r>
              <a:rPr lang="en-US" dirty="0"/>
              <a:t> de ANOVA </a:t>
            </a:r>
            <a:r>
              <a:rPr lang="en-US" dirty="0" err="1"/>
              <a:t>en</a:t>
            </a:r>
            <a:r>
              <a:rPr lang="en-US" dirty="0"/>
              <a:t> 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84E258-8E67-A530-5BA2-05CF2B5CA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512" y="1690688"/>
            <a:ext cx="8670524" cy="500712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E75A9E3-7183-A891-CA51-126B29EB77F8}"/>
                  </a:ext>
                </a:extLst>
              </p14:cNvPr>
              <p14:cNvContentPartPr/>
              <p14:nvPr/>
            </p14:nvContentPartPr>
            <p14:xfrm>
              <a:off x="950252" y="2526896"/>
              <a:ext cx="2211120" cy="1303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E75A9E3-7183-A891-CA51-126B29EB77F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6252" y="2419256"/>
                <a:ext cx="2318760" cy="34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894E4BE-772B-7A2B-607A-96175D1E457F}"/>
                  </a:ext>
                </a:extLst>
              </p14:cNvPr>
              <p14:cNvContentPartPr/>
              <p14:nvPr/>
            </p14:nvContentPartPr>
            <p14:xfrm>
              <a:off x="5182772" y="2434736"/>
              <a:ext cx="1625400" cy="687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894E4BE-772B-7A2B-607A-96175D1E457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29132" y="2326736"/>
                <a:ext cx="1733040" cy="2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623340C-12E8-34C6-807A-947461156428}"/>
                  </a:ext>
                </a:extLst>
              </p14:cNvPr>
              <p14:cNvContentPartPr/>
              <p14:nvPr/>
            </p14:nvContentPartPr>
            <p14:xfrm>
              <a:off x="7238732" y="2454176"/>
              <a:ext cx="634320" cy="223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623340C-12E8-34C6-807A-94746115642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185092" y="2346536"/>
                <a:ext cx="74196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0284F94-FF03-BAFA-DAE2-8594B175598A}"/>
                  </a:ext>
                </a:extLst>
              </p14:cNvPr>
              <p14:cNvContentPartPr/>
              <p14:nvPr/>
            </p14:nvContentPartPr>
            <p14:xfrm>
              <a:off x="3011612" y="3127376"/>
              <a:ext cx="360" cy="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0284F94-FF03-BAFA-DAE2-8594B175598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957972" y="3019736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A0F1277-0BED-5214-E198-7FA73E8BB7B6}"/>
                  </a:ext>
                </a:extLst>
              </p14:cNvPr>
              <p14:cNvContentPartPr/>
              <p14:nvPr/>
            </p14:nvContentPartPr>
            <p14:xfrm>
              <a:off x="3271532" y="3866816"/>
              <a:ext cx="861480" cy="194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A0F1277-0BED-5214-E198-7FA73E8BB7B6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217532" y="3759176"/>
                <a:ext cx="969120" cy="23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888C48D5-CE28-F912-EA2C-6EE06517A7C8}"/>
                  </a:ext>
                </a:extLst>
              </p14:cNvPr>
              <p14:cNvContentPartPr/>
              <p14:nvPr/>
            </p14:nvContentPartPr>
            <p14:xfrm>
              <a:off x="3268292" y="4315376"/>
              <a:ext cx="615240" cy="363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888C48D5-CE28-F912-EA2C-6EE06517A7C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214292" y="4207736"/>
                <a:ext cx="72288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DE4FD60-7C6C-878C-0130-FF1DCADB46D4}"/>
                  </a:ext>
                </a:extLst>
              </p14:cNvPr>
              <p14:cNvContentPartPr/>
              <p14:nvPr/>
            </p14:nvContentPartPr>
            <p14:xfrm>
              <a:off x="7402172" y="3870416"/>
              <a:ext cx="1677600" cy="612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DE4FD60-7C6C-878C-0130-FF1DCADB46D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348532" y="3762776"/>
                <a:ext cx="1785240" cy="27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200C72C-F792-C6FB-835A-F9D3783CC4C3}"/>
                  </a:ext>
                </a:extLst>
              </p14:cNvPr>
              <p14:cNvContentPartPr/>
              <p14:nvPr/>
            </p14:nvContentPartPr>
            <p14:xfrm>
              <a:off x="7402532" y="4295216"/>
              <a:ext cx="1825920" cy="2408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200C72C-F792-C6FB-835A-F9D3783CC4C3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348532" y="4187576"/>
                <a:ext cx="1933560" cy="45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788A9D2A-8F4A-CE5B-65D8-57D423D61358}"/>
                  </a:ext>
                </a:extLst>
              </p14:cNvPr>
              <p14:cNvContentPartPr/>
              <p14:nvPr/>
            </p14:nvContentPartPr>
            <p14:xfrm>
              <a:off x="10149332" y="4185416"/>
              <a:ext cx="585000" cy="2120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788A9D2A-8F4A-CE5B-65D8-57D423D6135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0140332" y="4176776"/>
                <a:ext cx="602640" cy="22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0A5EF4D5-99AC-73F6-7180-B6A741258EA9}"/>
              </a:ext>
            </a:extLst>
          </p:cNvPr>
          <p:cNvGrpSpPr/>
          <p:nvPr/>
        </p:nvGrpSpPr>
        <p:grpSpPr>
          <a:xfrm>
            <a:off x="9750452" y="4445696"/>
            <a:ext cx="1902240" cy="678600"/>
            <a:chOff x="9750452" y="4445696"/>
            <a:chExt cx="1902240" cy="67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34F7D4C-AC67-F904-72D1-D9B887908F8F}"/>
                    </a:ext>
                  </a:extLst>
                </p14:cNvPr>
                <p14:cNvContentPartPr/>
                <p14:nvPr/>
              </p14:nvContentPartPr>
              <p14:xfrm>
                <a:off x="9750452" y="4445696"/>
                <a:ext cx="329400" cy="295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34F7D4C-AC67-F904-72D1-D9B887908F8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741452" y="4437056"/>
                  <a:ext cx="34704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4F46B65-1902-AA1B-94BE-920FC92ADCA4}"/>
                    </a:ext>
                  </a:extLst>
                </p14:cNvPr>
                <p14:cNvContentPartPr/>
                <p14:nvPr/>
              </p14:nvContentPartPr>
              <p14:xfrm>
                <a:off x="10044572" y="4677536"/>
                <a:ext cx="142560" cy="1454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4F46B65-1902-AA1B-94BE-920FC92ADCA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035932" y="4668536"/>
                  <a:ext cx="1602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EBD85F6-FB81-318F-CA68-111F02EEDC9F}"/>
                    </a:ext>
                  </a:extLst>
                </p14:cNvPr>
                <p14:cNvContentPartPr/>
                <p14:nvPr/>
              </p14:nvContentPartPr>
              <p14:xfrm>
                <a:off x="10191452" y="4820096"/>
                <a:ext cx="219960" cy="304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EBD85F6-FB81-318F-CA68-111F02EEDC9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182452" y="4811096"/>
                  <a:ext cx="2376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BF3B792-3675-E96E-08FC-7C6D13B0BDCF}"/>
                    </a:ext>
                  </a:extLst>
                </p14:cNvPr>
                <p14:cNvContentPartPr/>
                <p14:nvPr/>
              </p14:nvContentPartPr>
              <p14:xfrm>
                <a:off x="10483052" y="4783376"/>
                <a:ext cx="139320" cy="333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BF3B792-3675-E96E-08FC-7C6D13B0BDC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474412" y="4774736"/>
                  <a:ext cx="1569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043346E-D9B8-B411-AE9F-52D6BDCDDCB6}"/>
                    </a:ext>
                  </a:extLst>
                </p14:cNvPr>
                <p14:cNvContentPartPr/>
                <p14:nvPr/>
              </p14:nvContentPartPr>
              <p14:xfrm>
                <a:off x="10480892" y="4919456"/>
                <a:ext cx="224280" cy="41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043346E-D9B8-B411-AE9F-52D6BDCDDCB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472252" y="4910456"/>
                  <a:ext cx="2419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559FCBC-658A-522E-126C-A51D87DD04D2}"/>
                    </a:ext>
                  </a:extLst>
                </p14:cNvPr>
                <p14:cNvContentPartPr/>
                <p14:nvPr/>
              </p14:nvContentPartPr>
              <p14:xfrm>
                <a:off x="10740812" y="4843136"/>
                <a:ext cx="111240" cy="268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559FCBC-658A-522E-126C-A51D87DD04D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731812" y="4834136"/>
                  <a:ext cx="1288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7FC61B7-502D-6E35-E201-5C64C426489B}"/>
                    </a:ext>
                  </a:extLst>
                </p14:cNvPr>
                <p14:cNvContentPartPr/>
                <p14:nvPr/>
              </p14:nvContentPartPr>
              <p14:xfrm>
                <a:off x="10729652" y="4936016"/>
                <a:ext cx="208080" cy="38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7FC61B7-502D-6E35-E201-5C64C426489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721012" y="4927376"/>
                  <a:ext cx="2257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CDE323-914F-E2BD-4AB3-2759772219E6}"/>
                    </a:ext>
                  </a:extLst>
                </p14:cNvPr>
                <p14:cNvContentPartPr/>
                <p14:nvPr/>
              </p14:nvContentPartPr>
              <p14:xfrm>
                <a:off x="10892732" y="4873376"/>
                <a:ext cx="264960" cy="231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CDE323-914F-E2BD-4AB3-2759772219E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883732" y="4864376"/>
                  <a:ext cx="2826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7AC8FD8-C720-A223-F64E-32FCC8B06DC2}"/>
                    </a:ext>
                  </a:extLst>
                </p14:cNvPr>
                <p14:cNvContentPartPr/>
                <p14:nvPr/>
              </p14:nvContentPartPr>
              <p14:xfrm>
                <a:off x="11170652" y="4916936"/>
                <a:ext cx="19440" cy="1501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7AC8FD8-C720-A223-F64E-32FCC8B06DC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162012" y="4908296"/>
                  <a:ext cx="370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44BCC63-3FD6-C42A-C403-91252296D774}"/>
                    </a:ext>
                  </a:extLst>
                </p14:cNvPr>
                <p14:cNvContentPartPr/>
                <p14:nvPr/>
              </p14:nvContentPartPr>
              <p14:xfrm>
                <a:off x="11230052" y="4824416"/>
                <a:ext cx="71280" cy="237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44BCC63-3FD6-C42A-C403-91252296D77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221052" y="4815776"/>
                  <a:ext cx="889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251C490-F216-9758-3B3D-96BE805389F4}"/>
                    </a:ext>
                  </a:extLst>
                </p14:cNvPr>
                <p14:cNvContentPartPr/>
                <p14:nvPr/>
              </p14:nvContentPartPr>
              <p14:xfrm>
                <a:off x="11320412" y="4826216"/>
                <a:ext cx="182160" cy="2185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251C490-F216-9758-3B3D-96BE805389F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311412" y="4817216"/>
                  <a:ext cx="1998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29CD7C0-7480-8447-6810-4A730E32C5F7}"/>
                    </a:ext>
                  </a:extLst>
                </p14:cNvPr>
                <p14:cNvContentPartPr/>
                <p14:nvPr/>
              </p14:nvContentPartPr>
              <p14:xfrm>
                <a:off x="11537492" y="4809296"/>
                <a:ext cx="115200" cy="2048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29CD7C0-7480-8447-6810-4A730E32C5F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528492" y="4800656"/>
                  <a:ext cx="132840" cy="22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E16C983-3278-FF94-61ED-9B03F1B04ADF}"/>
              </a:ext>
            </a:extLst>
          </p:cNvPr>
          <p:cNvGrpSpPr/>
          <p:nvPr/>
        </p:nvGrpSpPr>
        <p:grpSpPr>
          <a:xfrm>
            <a:off x="9197132" y="2387936"/>
            <a:ext cx="2098800" cy="573840"/>
            <a:chOff x="9197132" y="2387936"/>
            <a:chExt cx="2098800" cy="57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27883D0-ECEC-EF73-CD75-BF2616A693FF}"/>
                    </a:ext>
                  </a:extLst>
                </p14:cNvPr>
                <p14:cNvContentPartPr/>
                <p14:nvPr/>
              </p14:nvContentPartPr>
              <p14:xfrm>
                <a:off x="9746492" y="2605016"/>
                <a:ext cx="360" cy="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27883D0-ECEC-EF73-CD75-BF2616A693F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737852" y="25960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2E50EB5-2218-C6E7-7AA8-735585462625}"/>
                    </a:ext>
                  </a:extLst>
                </p14:cNvPr>
                <p14:cNvContentPartPr/>
                <p14:nvPr/>
              </p14:nvContentPartPr>
              <p14:xfrm>
                <a:off x="9197132" y="2487656"/>
                <a:ext cx="715320" cy="2505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2E50EB5-2218-C6E7-7AA8-73558546262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188132" y="2479016"/>
                  <a:ext cx="7329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F8057D6-C35E-C4B4-2DBF-C70A743FB690}"/>
                    </a:ext>
                  </a:extLst>
                </p14:cNvPr>
                <p14:cNvContentPartPr/>
                <p14:nvPr/>
              </p14:nvContentPartPr>
              <p14:xfrm>
                <a:off x="10067972" y="2441576"/>
                <a:ext cx="52200" cy="520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F8057D6-C35E-C4B4-2DBF-C70A743FB69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058972" y="2432576"/>
                  <a:ext cx="6984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42E15E8-47A9-36F7-3828-9F2FB005F1EB}"/>
                    </a:ext>
                  </a:extLst>
                </p14:cNvPr>
                <p14:cNvContentPartPr/>
                <p14:nvPr/>
              </p14:nvContentPartPr>
              <p14:xfrm>
                <a:off x="10056092" y="2387936"/>
                <a:ext cx="207000" cy="379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42E15E8-47A9-36F7-3828-9F2FB005F1E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047092" y="2378936"/>
                  <a:ext cx="2246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23994E5-3FCD-F064-B35D-9C9C0D365BE0}"/>
                    </a:ext>
                  </a:extLst>
                </p14:cNvPr>
                <p14:cNvContentPartPr/>
                <p14:nvPr/>
              </p14:nvContentPartPr>
              <p14:xfrm>
                <a:off x="10427612" y="2507096"/>
                <a:ext cx="631800" cy="180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23994E5-3FCD-F064-B35D-9C9C0D365BE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418612" y="2498456"/>
                  <a:ext cx="6494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27AF5E-BA4D-B535-65A7-B1A8CEBEB1AF}"/>
                    </a:ext>
                  </a:extLst>
                </p14:cNvPr>
                <p14:cNvContentPartPr/>
                <p14:nvPr/>
              </p14:nvContentPartPr>
              <p14:xfrm>
                <a:off x="10707332" y="2409536"/>
                <a:ext cx="102240" cy="487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27AF5E-BA4D-B535-65A7-B1A8CEBEB1A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698332" y="2400896"/>
                  <a:ext cx="119880" cy="50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6C1ECAB-AE1B-A330-D761-430F9BD96794}"/>
                    </a:ext>
                  </a:extLst>
                </p14:cNvPr>
                <p14:cNvContentPartPr/>
                <p14:nvPr/>
              </p14:nvContentPartPr>
              <p14:xfrm>
                <a:off x="10588172" y="2660456"/>
                <a:ext cx="308520" cy="126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6C1ECAB-AE1B-A330-D761-430F9BD9679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579532" y="2651456"/>
                  <a:ext cx="3261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45C84B9-FCF9-EE23-FE35-09E1CFD1D161}"/>
                    </a:ext>
                  </a:extLst>
                </p14:cNvPr>
                <p14:cNvContentPartPr/>
                <p14:nvPr/>
              </p14:nvContentPartPr>
              <p14:xfrm>
                <a:off x="11020892" y="2445536"/>
                <a:ext cx="275040" cy="3171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45C84B9-FCF9-EE23-FE35-09E1CFD1D16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011892" y="2436536"/>
                  <a:ext cx="292680" cy="33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3141B23-ADD7-D3EF-3DE4-289D02A060B8}"/>
              </a:ext>
            </a:extLst>
          </p:cNvPr>
          <p:cNvGrpSpPr/>
          <p:nvPr/>
        </p:nvGrpSpPr>
        <p:grpSpPr>
          <a:xfrm>
            <a:off x="1143572" y="3261296"/>
            <a:ext cx="1230840" cy="381600"/>
            <a:chOff x="1143572" y="3261296"/>
            <a:chExt cx="1230840" cy="38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9EF1604-B37C-12BB-DC8E-16282F86C951}"/>
                    </a:ext>
                  </a:extLst>
                </p14:cNvPr>
                <p14:cNvContentPartPr/>
                <p14:nvPr/>
              </p14:nvContentPartPr>
              <p14:xfrm>
                <a:off x="1143572" y="3288296"/>
                <a:ext cx="788760" cy="3546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9EF1604-B37C-12BB-DC8E-16282F86C95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134932" y="3279296"/>
                  <a:ext cx="8064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FD6B2E2-4604-3029-BCCF-36F32E918BCB}"/>
                    </a:ext>
                  </a:extLst>
                </p14:cNvPr>
                <p14:cNvContentPartPr/>
                <p14:nvPr/>
              </p14:nvContentPartPr>
              <p14:xfrm>
                <a:off x="1944572" y="3261296"/>
                <a:ext cx="429840" cy="329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FD6B2E2-4604-3029-BCCF-36F32E918BC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935932" y="3252656"/>
                  <a:ext cx="447480" cy="34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C40F8B8-BE8F-4077-9C6C-8C6E8AFE6091}"/>
              </a:ext>
            </a:extLst>
          </p:cNvPr>
          <p:cNvGrpSpPr/>
          <p:nvPr/>
        </p:nvGrpSpPr>
        <p:grpSpPr>
          <a:xfrm>
            <a:off x="832892" y="2552816"/>
            <a:ext cx="285840" cy="120600"/>
            <a:chOff x="832892" y="2552816"/>
            <a:chExt cx="285840" cy="12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9683134-CB9A-EF6C-67BA-9C9A5BD66B79}"/>
                    </a:ext>
                  </a:extLst>
                </p14:cNvPr>
                <p14:cNvContentPartPr/>
                <p14:nvPr/>
              </p14:nvContentPartPr>
              <p14:xfrm>
                <a:off x="832892" y="2555336"/>
                <a:ext cx="285840" cy="118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9683134-CB9A-EF6C-67BA-9C9A5BD66B7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24252" y="2546696"/>
                  <a:ext cx="3034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4488231-30A2-741E-5426-1FDD715A50B4}"/>
                    </a:ext>
                  </a:extLst>
                </p14:cNvPr>
                <p14:cNvContentPartPr/>
                <p14:nvPr/>
              </p14:nvContentPartPr>
              <p14:xfrm>
                <a:off x="1010372" y="2552816"/>
                <a:ext cx="52200" cy="475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4488231-30A2-741E-5426-1FDD715A50B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01732" y="2543816"/>
                  <a:ext cx="69840" cy="65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9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6BB2C7DA-4EA9-A4C9-BDF3-6A41221872B0}"/>
                  </a:ext>
                </a:extLst>
              </p14:cNvPr>
              <p14:cNvContentPartPr/>
              <p14:nvPr/>
            </p14:nvContentPartPr>
            <p14:xfrm>
              <a:off x="766292" y="3817136"/>
              <a:ext cx="320040" cy="13428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6BB2C7DA-4EA9-A4C9-BDF3-6A41221872B0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757292" y="3808496"/>
                <a:ext cx="337680" cy="15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981F698A-ADFD-4A73-B010-99D225E21917}"/>
              </a:ext>
            </a:extLst>
          </p:cNvPr>
          <p:cNvGrpSpPr/>
          <p:nvPr/>
        </p:nvGrpSpPr>
        <p:grpSpPr>
          <a:xfrm>
            <a:off x="664412" y="4318616"/>
            <a:ext cx="407160" cy="155160"/>
            <a:chOff x="664412" y="4318616"/>
            <a:chExt cx="407160" cy="15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4D768A5-10E2-BF03-EA1E-913FAF0FFDD3}"/>
                    </a:ext>
                  </a:extLst>
                </p14:cNvPr>
                <p14:cNvContentPartPr/>
                <p14:nvPr/>
              </p14:nvContentPartPr>
              <p14:xfrm>
                <a:off x="664412" y="4407536"/>
                <a:ext cx="300960" cy="86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4D768A5-10E2-BF03-EA1E-913FAF0FFDD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55772" y="4398896"/>
                  <a:ext cx="3186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62E42EB-089B-7EC8-B540-CDF5299A28A3}"/>
                    </a:ext>
                  </a:extLst>
                </p14:cNvPr>
                <p14:cNvContentPartPr/>
                <p14:nvPr/>
              </p14:nvContentPartPr>
              <p14:xfrm>
                <a:off x="950972" y="4318616"/>
                <a:ext cx="120600" cy="155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62E42EB-089B-7EC8-B540-CDF5299A28A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42332" y="4309616"/>
                  <a:ext cx="138240" cy="172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8553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4A54F-6AEB-8E5C-837C-237E5C064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872A-BEF0-BED8-FC20-90E93CE42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Tipos</a:t>
            </a:r>
            <a:r>
              <a:rPr lang="en-US" dirty="0"/>
              <a:t> de ANOVA </a:t>
            </a:r>
            <a:r>
              <a:rPr lang="en-US" dirty="0" err="1"/>
              <a:t>en</a:t>
            </a:r>
            <a:r>
              <a:rPr lang="en-US" dirty="0"/>
              <a:t> 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17A4BB-8572-F416-A701-A3DBFADB0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2015472"/>
            <a:ext cx="10219987" cy="2514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696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0DB02-1649-C4A8-607F-96C4C210D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Anova con SC </a:t>
            </a:r>
            <a:r>
              <a:rPr lang="en-US" dirty="0" err="1"/>
              <a:t>tipo</a:t>
            </a:r>
            <a:r>
              <a:rPr lang="en-US" dirty="0"/>
              <a:t>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70D96F-6518-523C-E58D-AA30B2ECD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16037"/>
            <a:ext cx="10515600" cy="294885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R </a:t>
            </a:r>
            <a:r>
              <a:rPr lang="en-US" dirty="0" err="1"/>
              <a:t>pregunta</a:t>
            </a:r>
            <a:r>
              <a:rPr lang="en-US" dirty="0"/>
              <a:t> </a:t>
            </a:r>
            <a:r>
              <a:rPr lang="en-US" dirty="0" err="1"/>
              <a:t>secuencialmente</a:t>
            </a:r>
            <a:r>
              <a:rPr lang="en-US" dirty="0"/>
              <a:t>:</a:t>
            </a:r>
          </a:p>
          <a:p>
            <a:pPr lvl="0"/>
            <a:r>
              <a:rPr lang="en-US" dirty="0"/>
              <a:t>¿</a:t>
            </a:r>
            <a:r>
              <a:rPr lang="en-US" dirty="0" err="1"/>
              <a:t>Cuánto</a:t>
            </a:r>
            <a:r>
              <a:rPr lang="en-US" dirty="0"/>
              <a:t> </a:t>
            </a:r>
            <a:r>
              <a:rPr lang="en-US" dirty="0" err="1"/>
              <a:t>explica</a:t>
            </a:r>
            <a:r>
              <a:rPr lang="en-US" dirty="0"/>
              <a:t> A?</a:t>
            </a:r>
          </a:p>
          <a:p>
            <a:pPr lvl="0"/>
            <a:r>
              <a:rPr lang="en-US" dirty="0" err="1"/>
              <a:t>Después</a:t>
            </a:r>
            <a:r>
              <a:rPr lang="en-US" dirty="0"/>
              <a:t> de </a:t>
            </a:r>
            <a:r>
              <a:rPr lang="en-US" dirty="0" err="1"/>
              <a:t>haber</a:t>
            </a:r>
            <a:r>
              <a:rPr lang="en-US" dirty="0"/>
              <a:t> </a:t>
            </a:r>
            <a:r>
              <a:rPr lang="en-US" dirty="0" err="1"/>
              <a:t>incluido</a:t>
            </a:r>
            <a:r>
              <a:rPr lang="en-US" dirty="0"/>
              <a:t> A, ¿</a:t>
            </a:r>
            <a:r>
              <a:rPr lang="en-US" dirty="0" err="1"/>
              <a:t>cuánto</a:t>
            </a:r>
            <a:r>
              <a:rPr lang="en-US" dirty="0"/>
              <a:t> </a:t>
            </a:r>
            <a:r>
              <a:rPr lang="en-US" dirty="0" err="1"/>
              <a:t>adicional</a:t>
            </a:r>
            <a:r>
              <a:rPr lang="en-US" dirty="0"/>
              <a:t> </a:t>
            </a:r>
            <a:r>
              <a:rPr lang="en-US" dirty="0" err="1"/>
              <a:t>explica</a:t>
            </a:r>
            <a:r>
              <a:rPr lang="en-US" dirty="0"/>
              <a:t> B?</a:t>
            </a:r>
          </a:p>
          <a:p>
            <a:pPr lvl="0"/>
            <a:r>
              <a:rPr lang="en-US" dirty="0" err="1"/>
              <a:t>Después</a:t>
            </a:r>
            <a:r>
              <a:rPr lang="en-US" dirty="0"/>
              <a:t> de A + B, ¿</a:t>
            </a:r>
            <a:r>
              <a:rPr lang="en-US" dirty="0" err="1"/>
              <a:t>cuánto</a:t>
            </a:r>
            <a:r>
              <a:rPr lang="en-US" dirty="0"/>
              <a:t> </a:t>
            </a:r>
            <a:r>
              <a:rPr lang="en-US" dirty="0" err="1"/>
              <a:t>adicional</a:t>
            </a:r>
            <a:r>
              <a:rPr lang="en-US" dirty="0"/>
              <a:t> </a:t>
            </a:r>
            <a:r>
              <a:rPr lang="en-US" dirty="0" err="1"/>
              <a:t>explica</a:t>
            </a:r>
            <a:r>
              <a:rPr lang="en-US" dirty="0"/>
              <a:t> C?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8FDBF2-D725-7648-A52E-570677AAEC05}"/>
              </a:ext>
            </a:extLst>
          </p:cNvPr>
          <p:cNvSpPr/>
          <p:nvPr/>
        </p:nvSpPr>
        <p:spPr>
          <a:xfrm>
            <a:off x="2285999" y="1690688"/>
            <a:ext cx="6941127" cy="15032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 err="1"/>
              <a:t>modelo</a:t>
            </a:r>
            <a:r>
              <a:rPr lang="en-US" sz="2800" dirty="0"/>
              <a:t> &lt;- </a:t>
            </a:r>
            <a:r>
              <a:rPr lang="en-US" sz="2800" dirty="0" err="1"/>
              <a:t>lm</a:t>
            </a:r>
            <a:r>
              <a:rPr lang="en-US" sz="2800" dirty="0"/>
              <a:t>(y ~ A + B + C, data = </a:t>
            </a:r>
            <a:r>
              <a:rPr lang="en-US" sz="2800" dirty="0" err="1"/>
              <a:t>datos</a:t>
            </a:r>
            <a:r>
              <a:rPr lang="en-US" sz="2800" dirty="0"/>
              <a:t>)</a:t>
            </a:r>
          </a:p>
          <a:p>
            <a:r>
              <a:rPr lang="en-US" sz="2800" dirty="0" err="1"/>
              <a:t>anova</a:t>
            </a:r>
            <a:r>
              <a:rPr lang="en-US" sz="2800" dirty="0"/>
              <a:t>(</a:t>
            </a:r>
            <a:r>
              <a:rPr lang="en-US" sz="2800" dirty="0" err="1"/>
              <a:t>modelo</a:t>
            </a:r>
            <a:r>
              <a:rPr lang="en-US" sz="2800" dirty="0"/>
              <a:t>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AC2794B-921F-DCDE-09FD-8E59E185C063}"/>
                  </a:ext>
                </a:extLst>
              </p14:cNvPr>
              <p14:cNvContentPartPr/>
              <p14:nvPr/>
            </p14:nvContentPartPr>
            <p14:xfrm>
              <a:off x="2278292" y="5053376"/>
              <a:ext cx="1767600" cy="568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AC2794B-921F-DCDE-09FD-8E59E185C06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69652" y="5044736"/>
                <a:ext cx="178524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0BB06DE-1E37-3E9B-8401-2232AB0DC96A}"/>
                  </a:ext>
                </a:extLst>
              </p14:cNvPr>
              <p14:cNvContentPartPr/>
              <p14:nvPr/>
            </p14:nvContentPartPr>
            <p14:xfrm>
              <a:off x="3833492" y="5596256"/>
              <a:ext cx="790200" cy="198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0BB06DE-1E37-3E9B-8401-2232AB0DC96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24852" y="5587256"/>
                <a:ext cx="80784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1F37E20-423F-DB8D-EE7E-A4A1E85CC8C8}"/>
                  </a:ext>
                </a:extLst>
              </p14:cNvPr>
              <p14:cNvContentPartPr/>
              <p14:nvPr/>
            </p14:nvContentPartPr>
            <p14:xfrm>
              <a:off x="7412252" y="5510576"/>
              <a:ext cx="2496240" cy="1303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1F37E20-423F-DB8D-EE7E-A4A1E85CC8C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03612" y="5501936"/>
                <a:ext cx="2513880" cy="147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6D66A310-F868-9DEC-1090-FA149C392E49}"/>
              </a:ext>
            </a:extLst>
          </p:cNvPr>
          <p:cNvGrpSpPr/>
          <p:nvPr/>
        </p:nvGrpSpPr>
        <p:grpSpPr>
          <a:xfrm>
            <a:off x="7042532" y="3323936"/>
            <a:ext cx="168480" cy="507600"/>
            <a:chOff x="7042532" y="3323936"/>
            <a:chExt cx="168480" cy="50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98D918D-422C-5021-43D7-856D8F6747B7}"/>
                    </a:ext>
                  </a:extLst>
                </p14:cNvPr>
                <p14:cNvContentPartPr/>
                <p14:nvPr/>
              </p14:nvContentPartPr>
              <p14:xfrm>
                <a:off x="7092572" y="3481256"/>
                <a:ext cx="24840" cy="3502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98D918D-422C-5021-43D7-856D8F6747B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083932" y="3472256"/>
                  <a:ext cx="424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A6F7973-3144-92D6-557C-784D0BAACC46}"/>
                    </a:ext>
                  </a:extLst>
                </p14:cNvPr>
                <p14:cNvContentPartPr/>
                <p14:nvPr/>
              </p14:nvContentPartPr>
              <p14:xfrm>
                <a:off x="7042532" y="3323936"/>
                <a:ext cx="168480" cy="185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A6F7973-3144-92D6-557C-784D0BAACC4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033532" y="3314936"/>
                  <a:ext cx="186120" cy="203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70124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EC75-152A-76E1-AF7A-FF292F5B2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1E587-0E54-8AC4-0D42-9D8051860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Anova con SC </a:t>
            </a:r>
            <a:r>
              <a:rPr lang="en-US" dirty="0" err="1"/>
              <a:t>tipo</a:t>
            </a:r>
            <a:r>
              <a:rPr lang="en-US" dirty="0"/>
              <a:t>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CE685-3E59-E7D6-37C2-8FC4C0645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946" y="3429000"/>
            <a:ext cx="10515600" cy="3318164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R No </a:t>
            </a:r>
            <a:r>
              <a:rPr lang="en-US" dirty="0" err="1"/>
              <a:t>pregunta</a:t>
            </a:r>
            <a:r>
              <a:rPr lang="en-US" dirty="0"/>
              <a:t> </a:t>
            </a:r>
            <a:r>
              <a:rPr lang="en-US" dirty="0" err="1"/>
              <a:t>secuancialmente</a:t>
            </a:r>
            <a:r>
              <a:rPr lang="en-US" dirty="0"/>
              <a:t>. </a:t>
            </a:r>
          </a:p>
          <a:p>
            <a:r>
              <a:rPr lang="en-US" dirty="0" err="1"/>
              <a:t>Hace</a:t>
            </a:r>
            <a:r>
              <a:rPr lang="en-US" dirty="0"/>
              <a:t> lo </a:t>
            </a:r>
            <a:r>
              <a:rPr lang="en-US" dirty="0" err="1"/>
              <a:t>siguiente</a:t>
            </a:r>
            <a:r>
              <a:rPr lang="en-US" dirty="0"/>
              <a:t>:</a:t>
            </a:r>
          </a:p>
          <a:p>
            <a:r>
              <a:rPr lang="en-US" dirty="0"/>
              <a:t>A|B,C</a:t>
            </a:r>
          </a:p>
          <a:p>
            <a:r>
              <a:rPr lang="en-US" dirty="0"/>
              <a:t>B|A,C</a:t>
            </a:r>
          </a:p>
          <a:p>
            <a:r>
              <a:rPr lang="en-US" dirty="0"/>
              <a:t>C|A,B</a:t>
            </a:r>
          </a:p>
          <a:p>
            <a:r>
              <a:rPr lang="en-US" dirty="0"/>
              <a:t>Es </a:t>
            </a:r>
            <a:r>
              <a:rPr lang="en-US" dirty="0" err="1"/>
              <a:t>decir</a:t>
            </a:r>
            <a:r>
              <a:rPr lang="en-US" dirty="0"/>
              <a:t>, </a:t>
            </a:r>
            <a:r>
              <a:rPr lang="en-US" b="1" dirty="0" err="1"/>
              <a:t>cada</a:t>
            </a:r>
            <a:r>
              <a:rPr lang="en-US" b="1" dirty="0"/>
              <a:t> </a:t>
            </a:r>
            <a:r>
              <a:rPr lang="en-US" b="1" dirty="0" err="1"/>
              <a:t>efecto</a:t>
            </a:r>
            <a:r>
              <a:rPr lang="en-US" b="1" dirty="0"/>
              <a:t> principal se </a:t>
            </a:r>
            <a:r>
              <a:rPr lang="en-US" b="1" dirty="0" err="1"/>
              <a:t>ajusta</a:t>
            </a:r>
            <a:r>
              <a:rPr lang="en-US" b="1" dirty="0"/>
              <a:t> </a:t>
            </a:r>
            <a:r>
              <a:rPr lang="en-US" b="1" dirty="0" err="1"/>
              <a:t>por</a:t>
            </a:r>
            <a:r>
              <a:rPr lang="en-US" b="1" dirty="0"/>
              <a:t> </a:t>
            </a:r>
            <a:r>
              <a:rPr lang="en-US" b="1" dirty="0" err="1"/>
              <a:t>los</a:t>
            </a:r>
            <a:r>
              <a:rPr lang="en-US" b="1" dirty="0"/>
              <a:t> </a:t>
            </a:r>
            <a:r>
              <a:rPr lang="en-US" b="1" dirty="0" err="1"/>
              <a:t>demás</a:t>
            </a:r>
            <a:r>
              <a:rPr lang="en-US" b="1" dirty="0"/>
              <a:t> </a:t>
            </a:r>
            <a:r>
              <a:rPr lang="en-US" b="1" dirty="0" err="1"/>
              <a:t>efectos</a:t>
            </a:r>
            <a:r>
              <a:rPr lang="en-US" b="1" dirty="0"/>
              <a:t> </a:t>
            </a:r>
            <a:r>
              <a:rPr lang="en-US" b="1" dirty="0" err="1"/>
              <a:t>principales</a:t>
            </a:r>
            <a:r>
              <a:rPr lang="en-US" dirty="0"/>
              <a:t>. Type II </a:t>
            </a:r>
            <a:r>
              <a:rPr lang="en-US" dirty="0" err="1"/>
              <a:t>respeta</a:t>
            </a:r>
            <a:r>
              <a:rPr lang="en-US" dirty="0"/>
              <a:t> el </a:t>
            </a:r>
            <a:r>
              <a:rPr lang="en-US" b="1" dirty="0"/>
              <a:t>principio de </a:t>
            </a:r>
            <a:r>
              <a:rPr lang="en-US" b="1" dirty="0" err="1"/>
              <a:t>marginalidad</a:t>
            </a:r>
            <a:r>
              <a:rPr lang="en-US" dirty="0"/>
              <a:t>. No </a:t>
            </a:r>
            <a:r>
              <a:rPr lang="en-US" dirty="0" err="1"/>
              <a:t>prueba</a:t>
            </a:r>
            <a:r>
              <a:rPr lang="en-US" dirty="0"/>
              <a:t> un </a:t>
            </a:r>
            <a:r>
              <a:rPr lang="en-US" dirty="0" err="1"/>
              <a:t>efecto</a:t>
            </a:r>
            <a:r>
              <a:rPr lang="en-US" dirty="0"/>
              <a:t> principal </a:t>
            </a:r>
            <a:r>
              <a:rPr lang="en-US" dirty="0" err="1"/>
              <a:t>ajustándolo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interacción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lo </a:t>
            </a:r>
            <a:r>
              <a:rPr lang="en-US" dirty="0" err="1"/>
              <a:t>contiene</a:t>
            </a:r>
            <a:r>
              <a:rPr lang="en-US" dirty="0"/>
              <a:t>.</a:t>
            </a:r>
          </a:p>
          <a:p>
            <a:r>
              <a:rPr lang="en-US" dirty="0"/>
              <a:t>Type II </a:t>
            </a:r>
            <a:r>
              <a:rPr lang="en-US" dirty="0" err="1"/>
              <a:t>suele</a:t>
            </a:r>
            <a:r>
              <a:rPr lang="en-US" dirty="0"/>
              <a:t> ser </a:t>
            </a:r>
            <a:r>
              <a:rPr lang="en-US" dirty="0" err="1"/>
              <a:t>especialmente</a:t>
            </a:r>
            <a:r>
              <a:rPr lang="en-US" dirty="0"/>
              <a:t> </a:t>
            </a:r>
            <a:r>
              <a:rPr lang="en-US" dirty="0" err="1"/>
              <a:t>apropiado</a:t>
            </a:r>
            <a:r>
              <a:rPr lang="en-US" dirty="0"/>
              <a:t> </a:t>
            </a:r>
            <a:r>
              <a:rPr lang="en-US" dirty="0" err="1"/>
              <a:t>cuando</a:t>
            </a:r>
            <a:r>
              <a:rPr lang="en-US" dirty="0"/>
              <a:t> </a:t>
            </a:r>
            <a:r>
              <a:rPr lang="en-US" b="1" dirty="0"/>
              <a:t>no hay </a:t>
            </a:r>
            <a:r>
              <a:rPr lang="en-US" b="1" dirty="0" err="1"/>
              <a:t>interacciones</a:t>
            </a:r>
            <a:r>
              <a:rPr lang="en-US" b="1" dirty="0"/>
              <a:t> de </a:t>
            </a:r>
            <a:r>
              <a:rPr lang="en-US" b="1" dirty="0" err="1"/>
              <a:t>interés</a:t>
            </a:r>
            <a:r>
              <a:rPr lang="en-US" b="1" dirty="0"/>
              <a:t>/</a:t>
            </a:r>
            <a:r>
              <a:rPr lang="en-US" b="1" dirty="0" err="1"/>
              <a:t>importantes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8D008E-CCD5-6F0B-5E9F-A15FB7A611BF}"/>
              </a:ext>
            </a:extLst>
          </p:cNvPr>
          <p:cNvSpPr/>
          <p:nvPr/>
        </p:nvSpPr>
        <p:spPr>
          <a:xfrm>
            <a:off x="2285999" y="1690688"/>
            <a:ext cx="6941127" cy="15032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 err="1"/>
              <a:t>modelo</a:t>
            </a:r>
            <a:r>
              <a:rPr lang="en-US" sz="2800" dirty="0"/>
              <a:t> &lt;- </a:t>
            </a:r>
            <a:r>
              <a:rPr lang="en-US" sz="2800" dirty="0" err="1"/>
              <a:t>lm</a:t>
            </a:r>
            <a:r>
              <a:rPr lang="en-US" sz="2800" dirty="0"/>
              <a:t>(y ~ A + B + C, data = </a:t>
            </a:r>
            <a:r>
              <a:rPr lang="en-US" sz="2800" dirty="0" err="1"/>
              <a:t>datos</a:t>
            </a:r>
            <a:r>
              <a:rPr lang="en-US" sz="2800" dirty="0"/>
              <a:t>)</a:t>
            </a:r>
          </a:p>
          <a:p>
            <a:r>
              <a:rPr lang="en-US" sz="2800" dirty="0" err="1"/>
              <a:t>anova</a:t>
            </a:r>
            <a:r>
              <a:rPr lang="en-US" sz="2800" dirty="0"/>
              <a:t>(</a:t>
            </a:r>
            <a:r>
              <a:rPr lang="en-US" sz="2800" dirty="0" err="1"/>
              <a:t>modelo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83088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60701-DF96-061B-4F4B-A556D51F5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99772-8C0A-1025-EEE9-1A3C13D0E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Anova con SC </a:t>
            </a:r>
            <a:r>
              <a:rPr lang="en-US" dirty="0" err="1"/>
              <a:t>tipo</a:t>
            </a:r>
            <a:r>
              <a:rPr lang="en-US" dirty="0"/>
              <a:t> III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CA06E-AF1C-6458-FAC3-844254201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946" y="3429000"/>
            <a:ext cx="10515600" cy="3318164"/>
          </a:xfrm>
        </p:spPr>
        <p:txBody>
          <a:bodyPr>
            <a:normAutofit/>
          </a:bodyPr>
          <a:lstStyle/>
          <a:p>
            <a:r>
              <a:rPr lang="en-US" dirty="0" err="1"/>
              <a:t>Aquí</a:t>
            </a:r>
            <a:r>
              <a:rPr lang="en-US" dirty="0"/>
              <a:t> </a:t>
            </a:r>
            <a:r>
              <a:rPr lang="en-US" b="1" dirty="0" err="1"/>
              <a:t>cada</a:t>
            </a:r>
            <a:r>
              <a:rPr lang="en-US" b="1" dirty="0"/>
              <a:t> </a:t>
            </a:r>
            <a:r>
              <a:rPr lang="en-US" b="1" dirty="0" err="1"/>
              <a:t>término</a:t>
            </a:r>
            <a:r>
              <a:rPr lang="en-US" b="1" dirty="0"/>
              <a:t> se </a:t>
            </a:r>
            <a:r>
              <a:rPr lang="en-US" b="1" dirty="0" err="1"/>
              <a:t>evalúa</a:t>
            </a:r>
            <a:r>
              <a:rPr lang="en-US" b="1" dirty="0"/>
              <a:t> </a:t>
            </a:r>
            <a:r>
              <a:rPr lang="en-US" b="1" dirty="0" err="1"/>
              <a:t>considerando</a:t>
            </a:r>
            <a:r>
              <a:rPr lang="en-US" b="1" dirty="0"/>
              <a:t> </a:t>
            </a:r>
            <a:r>
              <a:rPr lang="en-US" b="1" dirty="0" err="1"/>
              <a:t>todos</a:t>
            </a:r>
            <a:r>
              <a:rPr lang="en-US" b="1" dirty="0"/>
              <a:t> </a:t>
            </a:r>
            <a:r>
              <a:rPr lang="en-US" b="1" dirty="0" err="1"/>
              <a:t>los</a:t>
            </a:r>
            <a:r>
              <a:rPr lang="en-US" b="1" dirty="0"/>
              <a:t> </a:t>
            </a:r>
            <a:r>
              <a:rPr lang="en-US" b="1" dirty="0" err="1"/>
              <a:t>demás</a:t>
            </a:r>
            <a:r>
              <a:rPr lang="en-US" b="1" dirty="0"/>
              <a:t> </a:t>
            </a:r>
            <a:r>
              <a:rPr lang="en-US" b="1" dirty="0" err="1"/>
              <a:t>términos</a:t>
            </a:r>
            <a:r>
              <a:rPr lang="en-US" b="1" dirty="0"/>
              <a:t> del </a:t>
            </a:r>
            <a:r>
              <a:rPr lang="en-US" b="1" dirty="0" err="1"/>
              <a:t>modelo</a:t>
            </a:r>
            <a:r>
              <a:rPr lang="en-US" dirty="0"/>
              <a:t>, </a:t>
            </a:r>
            <a:r>
              <a:rPr lang="en-US" dirty="0" err="1"/>
              <a:t>incluidas</a:t>
            </a:r>
            <a:r>
              <a:rPr lang="en-US" dirty="0"/>
              <a:t> las </a:t>
            </a:r>
            <a:r>
              <a:rPr lang="en-US" dirty="0" err="1"/>
              <a:t>interacciones</a:t>
            </a:r>
            <a:r>
              <a:rPr lang="en-US" dirty="0"/>
              <a:t> </a:t>
            </a:r>
            <a:r>
              <a:rPr lang="en-US" dirty="0" err="1"/>
              <a:t>apropiado</a:t>
            </a:r>
            <a:r>
              <a:rPr lang="en-US" dirty="0"/>
              <a:t> </a:t>
            </a:r>
            <a:r>
              <a:rPr lang="en-US" dirty="0" err="1"/>
              <a:t>cuando</a:t>
            </a:r>
            <a:r>
              <a:rPr lang="en-US" dirty="0"/>
              <a:t> </a:t>
            </a:r>
            <a:r>
              <a:rPr lang="en-US" b="1" dirty="0"/>
              <a:t>no hay </a:t>
            </a:r>
            <a:r>
              <a:rPr lang="en-US" b="1" dirty="0" err="1"/>
              <a:t>interacciones</a:t>
            </a:r>
            <a:r>
              <a:rPr lang="en-US" b="1" dirty="0"/>
              <a:t> de </a:t>
            </a:r>
            <a:r>
              <a:rPr lang="en-US" b="1" dirty="0" err="1"/>
              <a:t>interés</a:t>
            </a:r>
            <a:r>
              <a:rPr lang="en-US" b="1" dirty="0"/>
              <a:t>/</a:t>
            </a:r>
            <a:r>
              <a:rPr lang="en-US" b="1" dirty="0" err="1"/>
              <a:t>importantes</a:t>
            </a:r>
            <a:endParaRPr lang="en-US" b="1" dirty="0"/>
          </a:p>
          <a:p>
            <a:r>
              <a:rPr lang="en-US" b="1" dirty="0" err="1"/>
              <a:t>Comparado</a:t>
            </a:r>
            <a:r>
              <a:rPr lang="en-US" b="1" dirty="0"/>
              <a:t> con el </a:t>
            </a:r>
            <a:r>
              <a:rPr lang="en-US" b="1" dirty="0" err="1"/>
              <a:t>tipo</a:t>
            </a:r>
            <a:r>
              <a:rPr lang="en-US" b="1" dirty="0"/>
              <a:t> II: </a:t>
            </a:r>
            <a:r>
              <a:rPr lang="en-US" dirty="0" err="1"/>
              <a:t>pregunta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esa</a:t>
            </a:r>
            <a:r>
              <a:rPr lang="en-US" dirty="0"/>
              <a:t> </a:t>
            </a:r>
            <a:r>
              <a:rPr lang="en-US" dirty="0" err="1"/>
              <a:t>interacción</a:t>
            </a:r>
            <a:r>
              <a:rPr lang="en-US" dirty="0"/>
              <a:t> </a:t>
            </a:r>
            <a:r>
              <a:rPr lang="en-US" dirty="0" err="1"/>
              <a:t>aporta</a:t>
            </a:r>
            <a:r>
              <a:rPr lang="en-US" dirty="0"/>
              <a:t> </a:t>
            </a:r>
            <a:r>
              <a:rPr lang="en-US" dirty="0" err="1"/>
              <a:t>evidencia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vez</a:t>
            </a:r>
            <a:r>
              <a:rPr lang="en-US" dirty="0"/>
              <a:t> </a:t>
            </a:r>
            <a:r>
              <a:rPr lang="en-US" dirty="0" err="1"/>
              <a:t>considerados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demás</a:t>
            </a:r>
            <a:r>
              <a:rPr lang="en-US" dirty="0"/>
              <a:t> </a:t>
            </a:r>
            <a:r>
              <a:rPr lang="en-US" dirty="0" err="1"/>
              <a:t>términos</a:t>
            </a:r>
            <a:r>
              <a:rPr lang="en-US" dirty="0"/>
              <a:t> </a:t>
            </a:r>
            <a:r>
              <a:rPr lang="en-US" dirty="0" err="1"/>
              <a:t>incluidos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el </a:t>
            </a:r>
            <a:r>
              <a:rPr lang="en-US" dirty="0" err="1"/>
              <a:t>modelo</a:t>
            </a:r>
            <a:endParaRPr lang="en-US" b="1" dirty="0"/>
          </a:p>
          <a:p>
            <a:r>
              <a:rPr lang="en-US" b="1" dirty="0"/>
              <a:t>Si el </a:t>
            </a:r>
            <a:r>
              <a:rPr lang="en-US" b="1" dirty="0" err="1"/>
              <a:t>modelo</a:t>
            </a:r>
            <a:r>
              <a:rPr lang="en-US" b="1" dirty="0"/>
              <a:t> es </a:t>
            </a:r>
            <a:r>
              <a:rPr lang="en-US" b="1" dirty="0" err="1"/>
              <a:t>balanceado</a:t>
            </a:r>
            <a:r>
              <a:rPr lang="en-US" b="1" dirty="0"/>
              <a:t> da el </a:t>
            </a:r>
            <a:r>
              <a:rPr lang="en-US" b="1" dirty="0" err="1"/>
              <a:t>mismo</a:t>
            </a:r>
            <a:r>
              <a:rPr lang="en-US" b="1" dirty="0"/>
              <a:t> </a:t>
            </a:r>
            <a:r>
              <a:rPr lang="en-US" b="1" dirty="0" err="1"/>
              <a:t>resultado</a:t>
            </a:r>
            <a:r>
              <a:rPr lang="en-US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tipo</a:t>
            </a:r>
            <a:r>
              <a:rPr lang="en-US" b="1" dirty="0"/>
              <a:t> II. 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BBBD77-231D-4334-ACC7-AEAC38241ABB}"/>
              </a:ext>
            </a:extLst>
          </p:cNvPr>
          <p:cNvSpPr/>
          <p:nvPr/>
        </p:nvSpPr>
        <p:spPr>
          <a:xfrm>
            <a:off x="2285999" y="1690688"/>
            <a:ext cx="6941127" cy="15032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 err="1"/>
              <a:t>modelo</a:t>
            </a:r>
            <a:r>
              <a:rPr lang="en-US" sz="2800" dirty="0"/>
              <a:t> &lt;- </a:t>
            </a:r>
            <a:r>
              <a:rPr lang="en-US" sz="2800" dirty="0" err="1"/>
              <a:t>lm</a:t>
            </a:r>
            <a:r>
              <a:rPr lang="en-US" sz="2800" dirty="0"/>
              <a:t>(y ~ A* B * C, data = </a:t>
            </a:r>
            <a:r>
              <a:rPr lang="en-US" sz="2800" dirty="0" err="1"/>
              <a:t>datos</a:t>
            </a:r>
            <a:r>
              <a:rPr lang="en-US" sz="2800" dirty="0"/>
              <a:t>)</a:t>
            </a:r>
          </a:p>
          <a:p>
            <a:r>
              <a:rPr lang="en-US" sz="2800" dirty="0" err="1"/>
              <a:t>anova</a:t>
            </a:r>
            <a:r>
              <a:rPr lang="en-US" sz="2800" dirty="0"/>
              <a:t>(</a:t>
            </a:r>
            <a:r>
              <a:rPr lang="en-US" sz="2800" dirty="0" err="1"/>
              <a:t>modelo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007629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181D5-2B98-775B-59B8-14378BB59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AIC y BIC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0B6563-7C73-F934-619E-921BD0E73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005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91402-26A6-2396-AAB1-03DF81C09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BE99B-0F68-6170-D6F6-9E06CE969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AIC y BIC </a:t>
            </a:r>
            <a:r>
              <a:rPr lang="en-US" dirty="0" err="1"/>
              <a:t>comparan</a:t>
            </a:r>
            <a:r>
              <a:rPr lang="en-US" dirty="0"/>
              <a:t> </a:t>
            </a:r>
            <a:r>
              <a:rPr lang="en-US" dirty="0" err="1"/>
              <a:t>modelos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6DC9B-CDED-76FF-2A23-C7F111259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¿</a:t>
            </a:r>
            <a:r>
              <a:rPr lang="en-US" b="1" dirty="0" err="1"/>
              <a:t>Qué</a:t>
            </a:r>
            <a:r>
              <a:rPr lang="en-US" b="1" dirty="0"/>
              <a:t> </a:t>
            </a:r>
            <a:r>
              <a:rPr lang="en-US" b="1" dirty="0" err="1"/>
              <a:t>modelo</a:t>
            </a:r>
            <a:r>
              <a:rPr lang="en-US" b="1" dirty="0"/>
              <a:t> </a:t>
            </a:r>
            <a:r>
              <a:rPr lang="en-US" b="1" dirty="0" err="1"/>
              <a:t>consigue</a:t>
            </a:r>
            <a:r>
              <a:rPr lang="en-US" b="1" dirty="0"/>
              <a:t> un </a:t>
            </a:r>
            <a:r>
              <a:rPr lang="en-US" b="1" dirty="0" err="1"/>
              <a:t>buen</a:t>
            </a:r>
            <a:r>
              <a:rPr lang="en-US" b="1" dirty="0"/>
              <a:t> </a:t>
            </a:r>
            <a:r>
              <a:rPr lang="en-US" b="1" dirty="0" err="1"/>
              <a:t>ajuste</a:t>
            </a:r>
            <a:r>
              <a:rPr lang="en-US" b="1" dirty="0"/>
              <a:t> sin </a:t>
            </a:r>
            <a:r>
              <a:rPr lang="en-US" b="1" dirty="0" err="1"/>
              <a:t>volverse</a:t>
            </a:r>
            <a:r>
              <a:rPr lang="en-US" b="1" dirty="0"/>
              <a:t> </a:t>
            </a:r>
            <a:r>
              <a:rPr lang="en-US" b="1" dirty="0" err="1"/>
              <a:t>innecesariamente</a:t>
            </a:r>
            <a:r>
              <a:rPr lang="en-US" b="1" dirty="0"/>
              <a:t> </a:t>
            </a:r>
            <a:r>
              <a:rPr lang="en-US" b="1" dirty="0" err="1"/>
              <a:t>complejo</a:t>
            </a:r>
            <a:r>
              <a:rPr lang="en-US" b="1" dirty="0"/>
              <a:t>?</a:t>
            </a:r>
            <a:endParaRPr lang="en-US" dirty="0"/>
          </a:p>
          <a:p>
            <a:r>
              <a:rPr lang="en-US" b="1" dirty="0"/>
              <a:t>2. AIC — Akaike Information Criterion</a:t>
            </a:r>
          </a:p>
          <a:p>
            <a:r>
              <a:rPr lang="en-US" dirty="0"/>
              <a:t>El AIC se define </a:t>
            </a:r>
            <a:r>
              <a:rPr lang="en-US" dirty="0" err="1"/>
              <a:t>como</a:t>
            </a:r>
            <a:r>
              <a:rPr lang="en-US" dirty="0"/>
              <a:t>:</a:t>
            </a:r>
          </a:p>
          <a:p>
            <a:r>
              <a:rPr lang="en-US" dirty="0"/>
              <a:t>AIC=-2log(L)+2k</a:t>
            </a:r>
          </a:p>
          <a:p>
            <a:r>
              <a:rPr lang="en-US" b="1" dirty="0"/>
              <a:t>Menor AIC = </a:t>
            </a:r>
            <a:r>
              <a:rPr lang="en-US" b="1" dirty="0" err="1"/>
              <a:t>modelo</a:t>
            </a:r>
            <a:r>
              <a:rPr lang="en-US" b="1" dirty="0"/>
              <a:t> </a:t>
            </a:r>
            <a:r>
              <a:rPr lang="en-US" b="1" dirty="0" err="1"/>
              <a:t>preferido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765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E0263-82A9-D097-C351-C4923D873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AIC y BIC </a:t>
            </a:r>
            <a:r>
              <a:rPr lang="en-US" dirty="0" err="1"/>
              <a:t>comparan</a:t>
            </a:r>
            <a:r>
              <a:rPr lang="en-US" dirty="0"/>
              <a:t> </a:t>
            </a:r>
            <a:r>
              <a:rPr lang="en-US" dirty="0" err="1"/>
              <a:t>modelos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336A7-B403-BD4D-75D8-CA8A58F3A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¿</a:t>
            </a:r>
            <a:r>
              <a:rPr lang="en-US" b="1" dirty="0" err="1"/>
              <a:t>Qué</a:t>
            </a:r>
            <a:r>
              <a:rPr lang="en-US" b="1" dirty="0"/>
              <a:t> </a:t>
            </a:r>
            <a:r>
              <a:rPr lang="en-US" b="1" dirty="0" err="1"/>
              <a:t>modelo</a:t>
            </a:r>
            <a:r>
              <a:rPr lang="en-US" b="1" dirty="0"/>
              <a:t> </a:t>
            </a:r>
            <a:r>
              <a:rPr lang="en-US" b="1" dirty="0" err="1"/>
              <a:t>consigue</a:t>
            </a:r>
            <a:r>
              <a:rPr lang="en-US" b="1" dirty="0"/>
              <a:t> un </a:t>
            </a:r>
            <a:r>
              <a:rPr lang="en-US" b="1" dirty="0" err="1"/>
              <a:t>buen</a:t>
            </a:r>
            <a:r>
              <a:rPr lang="en-US" b="1" dirty="0"/>
              <a:t> </a:t>
            </a:r>
            <a:r>
              <a:rPr lang="en-US" b="1" dirty="0" err="1"/>
              <a:t>ajuste</a:t>
            </a:r>
            <a:r>
              <a:rPr lang="en-US" b="1" dirty="0"/>
              <a:t> sin </a:t>
            </a:r>
            <a:r>
              <a:rPr lang="en-US" b="1" dirty="0" err="1"/>
              <a:t>volverse</a:t>
            </a:r>
            <a:r>
              <a:rPr lang="en-US" b="1" dirty="0"/>
              <a:t> </a:t>
            </a:r>
            <a:r>
              <a:rPr lang="en-US" b="1" dirty="0" err="1"/>
              <a:t>innecesariamente</a:t>
            </a:r>
            <a:r>
              <a:rPr lang="en-US" b="1" dirty="0"/>
              <a:t> </a:t>
            </a:r>
            <a:r>
              <a:rPr lang="en-US" b="1" dirty="0" err="1"/>
              <a:t>complejo</a:t>
            </a:r>
            <a:r>
              <a:rPr lang="en-US" b="1" dirty="0"/>
              <a:t>?</a:t>
            </a:r>
            <a:endParaRPr lang="en-US" dirty="0"/>
          </a:p>
          <a:p>
            <a:r>
              <a:rPr lang="en-US" b="1" dirty="0"/>
              <a:t>2. BIC — Bayesian Information Criterion</a:t>
            </a:r>
          </a:p>
          <a:p>
            <a:r>
              <a:rPr lang="en-US" dirty="0"/>
              <a:t>BIC=-2log(L)+</a:t>
            </a:r>
            <a:r>
              <a:rPr lang="en-US" dirty="0" err="1"/>
              <a:t>klog</a:t>
            </a:r>
            <a:r>
              <a:rPr lang="en-US" dirty="0"/>
              <a:t>(n)</a:t>
            </a:r>
          </a:p>
          <a:p>
            <a:r>
              <a:rPr lang="en-US" dirty="0"/>
              <a:t>Conforme </a:t>
            </a:r>
            <a:r>
              <a:rPr lang="en-US" dirty="0" err="1"/>
              <a:t>aunmenta</a:t>
            </a:r>
            <a:r>
              <a:rPr lang="en-US" dirty="0"/>
              <a:t> n penalize </a:t>
            </a:r>
            <a:r>
              <a:rPr lang="en-US" dirty="0" err="1"/>
              <a:t>más</a:t>
            </a:r>
            <a:r>
              <a:rPr lang="en-US" dirty="0"/>
              <a:t>. </a:t>
            </a:r>
          </a:p>
          <a:p>
            <a:r>
              <a:rPr lang="en-US" dirty="0"/>
              <a:t>Un BIC es </a:t>
            </a:r>
            <a:r>
              <a:rPr lang="en-US" dirty="0" err="1"/>
              <a:t>menor</a:t>
            </a:r>
            <a:endParaRPr lang="en-US" dirty="0"/>
          </a:p>
          <a:p>
            <a:r>
              <a:rPr lang="en-US" dirty="0"/>
              <a:t>El BIC </a:t>
            </a:r>
            <a:r>
              <a:rPr lang="en-US" dirty="0" err="1"/>
              <a:t>suele</a:t>
            </a:r>
            <a:r>
              <a:rPr lang="en-US" dirty="0"/>
              <a:t> </a:t>
            </a:r>
            <a:r>
              <a:rPr lang="en-US" dirty="0" err="1"/>
              <a:t>favorecer</a:t>
            </a:r>
            <a:r>
              <a:rPr lang="en-US" dirty="0"/>
              <a:t> a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sencillos</a:t>
            </a:r>
            <a:endParaRPr 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36028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95A40-9721-440D-8F48-17F0E7E17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61327-9DFE-30DA-FC4F-8F112A6968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BC1417-3C89-EEFA-2E74-011F47C25C61}"/>
                  </a:ext>
                </a:extLst>
              </p14:cNvPr>
              <p14:cNvContentPartPr/>
              <p14:nvPr/>
            </p14:nvContentPartPr>
            <p14:xfrm>
              <a:off x="785747" y="3098444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BC1417-3C89-EEFA-2E74-011F47C25C6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6747" y="3089444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BBD19D0-8572-C047-0044-D0B6560E7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821" y="315912"/>
            <a:ext cx="11653179" cy="617696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B388D09F-EA65-17E0-D93F-49CCB5FCA3B1}"/>
                  </a:ext>
                </a:extLst>
              </p14:cNvPr>
              <p14:cNvContentPartPr/>
              <p14:nvPr/>
            </p14:nvContentPartPr>
            <p14:xfrm>
              <a:off x="9609347" y="4256564"/>
              <a:ext cx="260640" cy="26028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B388D09F-EA65-17E0-D93F-49CCB5FCA3B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600707" y="4247564"/>
                <a:ext cx="278280" cy="277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AB9C471D-0881-9241-CA5E-302D58D92932}"/>
              </a:ext>
            </a:extLst>
          </p:cNvPr>
          <p:cNvGrpSpPr/>
          <p:nvPr/>
        </p:nvGrpSpPr>
        <p:grpSpPr>
          <a:xfrm>
            <a:off x="5412107" y="3964964"/>
            <a:ext cx="3733920" cy="1245240"/>
            <a:chOff x="5412107" y="3964964"/>
            <a:chExt cx="3733920" cy="12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8E0634E-88A2-D268-2B54-6F0B846E6513}"/>
                    </a:ext>
                  </a:extLst>
                </p14:cNvPr>
                <p14:cNvContentPartPr/>
                <p14:nvPr/>
              </p14:nvContentPartPr>
              <p14:xfrm>
                <a:off x="5412107" y="4300844"/>
                <a:ext cx="666720" cy="2052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8E0634E-88A2-D268-2B54-6F0B846E651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403467" y="4291844"/>
                  <a:ext cx="6843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D3596DE-7F3B-E4F4-15CA-08916ACB3314}"/>
                    </a:ext>
                  </a:extLst>
                </p14:cNvPr>
                <p14:cNvContentPartPr/>
                <p14:nvPr/>
              </p14:nvContentPartPr>
              <p14:xfrm>
                <a:off x="6463307" y="4204724"/>
                <a:ext cx="209880" cy="306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D3596DE-7F3B-E4F4-15CA-08916ACB331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454667" y="4195724"/>
                  <a:ext cx="22752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11A2326-EC08-1528-C3C2-0E73A8EF792A}"/>
                    </a:ext>
                  </a:extLst>
                </p14:cNvPr>
                <p14:cNvContentPartPr/>
                <p14:nvPr/>
              </p14:nvContentPartPr>
              <p14:xfrm>
                <a:off x="6447827" y="4371404"/>
                <a:ext cx="209160" cy="554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11A2326-EC08-1528-C3C2-0E73A8EF792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438827" y="4362764"/>
                  <a:ext cx="2268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3A167CC-B017-DD49-5902-ACCEEA6E4DAE}"/>
                    </a:ext>
                  </a:extLst>
                </p14:cNvPr>
                <p14:cNvContentPartPr/>
                <p14:nvPr/>
              </p14:nvContentPartPr>
              <p14:xfrm>
                <a:off x="6626747" y="4279964"/>
                <a:ext cx="184320" cy="3391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3A167CC-B017-DD49-5902-ACCEEA6E4DA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617747" y="4271324"/>
                  <a:ext cx="20196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2947C46-3A6E-9913-B0F6-2D3DA34F587A}"/>
                    </a:ext>
                  </a:extLst>
                </p14:cNvPr>
                <p14:cNvContentPartPr/>
                <p14:nvPr/>
              </p14:nvContentPartPr>
              <p14:xfrm>
                <a:off x="6898547" y="4288604"/>
                <a:ext cx="153000" cy="182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2947C46-3A6E-9913-B0F6-2D3DA34F587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889547" y="4279964"/>
                  <a:ext cx="1706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BDF8CDC-E666-C409-688C-B61BC70E2106}"/>
                    </a:ext>
                  </a:extLst>
                </p14:cNvPr>
                <p14:cNvContentPartPr/>
                <p14:nvPr/>
              </p14:nvContentPartPr>
              <p14:xfrm>
                <a:off x="7298147" y="3964964"/>
                <a:ext cx="304560" cy="403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BDF8CDC-E666-C409-688C-B61BC70E210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289507" y="3955964"/>
                  <a:ext cx="32220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EFC8950-D48A-1C17-FD7C-3A9CD9B1F0E6}"/>
                    </a:ext>
                  </a:extLst>
                </p14:cNvPr>
                <p14:cNvContentPartPr/>
                <p14:nvPr/>
              </p14:nvContentPartPr>
              <p14:xfrm>
                <a:off x="5666987" y="4575164"/>
                <a:ext cx="2113920" cy="1918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EFC8950-D48A-1C17-FD7C-3A9CD9B1F0E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657987" y="4566164"/>
                  <a:ext cx="21315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40EDCDC-725D-4EA0-37F0-9B3641E6BD01}"/>
                    </a:ext>
                  </a:extLst>
                </p14:cNvPr>
                <p14:cNvContentPartPr/>
                <p14:nvPr/>
              </p14:nvContentPartPr>
              <p14:xfrm>
                <a:off x="7965587" y="4451324"/>
                <a:ext cx="22680" cy="3142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40EDCDC-725D-4EA0-37F0-9B3641E6BD0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956947" y="4442324"/>
                  <a:ext cx="4032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B33FCAB-9B12-AAEF-C93B-8B06EDBC3919}"/>
                    </a:ext>
                  </a:extLst>
                </p14:cNvPr>
                <p14:cNvContentPartPr/>
                <p14:nvPr/>
              </p14:nvContentPartPr>
              <p14:xfrm>
                <a:off x="7909787" y="4473644"/>
                <a:ext cx="275400" cy="47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B33FCAB-9B12-AAEF-C93B-8B06EDBC391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901147" y="4464644"/>
                  <a:ext cx="2930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5CF4E82-8CE9-8C8C-A51A-43030F5ADE6F}"/>
                    </a:ext>
                  </a:extLst>
                </p14:cNvPr>
                <p14:cNvContentPartPr/>
                <p14:nvPr/>
              </p14:nvContentPartPr>
              <p14:xfrm>
                <a:off x="7999067" y="4585244"/>
                <a:ext cx="150840" cy="22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5CF4E82-8CE9-8C8C-A51A-43030F5ADE6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990427" y="4576244"/>
                  <a:ext cx="1684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80DBD61-2FE7-6690-C9DC-E9DCC68D9DD7}"/>
                    </a:ext>
                  </a:extLst>
                </p14:cNvPr>
                <p14:cNvContentPartPr/>
                <p14:nvPr/>
              </p14:nvContentPartPr>
              <p14:xfrm>
                <a:off x="8186267" y="4553924"/>
                <a:ext cx="194760" cy="132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80DBD61-2FE7-6690-C9DC-E9DCC68D9DD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177267" y="4544924"/>
                  <a:ext cx="2124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DED8636-5E33-D5C6-50A6-DAD89AA879F2}"/>
                    </a:ext>
                  </a:extLst>
                </p14:cNvPr>
                <p14:cNvContentPartPr/>
                <p14:nvPr/>
              </p14:nvContentPartPr>
              <p14:xfrm>
                <a:off x="8387507" y="4516124"/>
                <a:ext cx="374400" cy="146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DED8636-5E33-D5C6-50A6-DAD89AA879F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378867" y="4507484"/>
                  <a:ext cx="3920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BB9570F-3890-0AD2-11F4-E7FCF5AD80B9}"/>
                    </a:ext>
                  </a:extLst>
                </p14:cNvPr>
                <p14:cNvContentPartPr/>
                <p14:nvPr/>
              </p14:nvContentPartPr>
              <p14:xfrm>
                <a:off x="8830667" y="4523684"/>
                <a:ext cx="143280" cy="127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BB9570F-3890-0AD2-11F4-E7FCF5AD80B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822027" y="4515044"/>
                  <a:ext cx="1609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D0339B2-EA05-1B64-DFD7-3EA56263C7F2}"/>
                    </a:ext>
                  </a:extLst>
                </p14:cNvPr>
                <p14:cNvContentPartPr/>
                <p14:nvPr/>
              </p14:nvContentPartPr>
              <p14:xfrm>
                <a:off x="9017507" y="4447004"/>
                <a:ext cx="128520" cy="1342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D0339B2-EA05-1B64-DFD7-3EA56263C7F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008867" y="4438364"/>
                  <a:ext cx="146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5284DE6-EE26-C968-677B-C5EE3E34290A}"/>
                    </a:ext>
                  </a:extLst>
                </p14:cNvPr>
                <p14:cNvContentPartPr/>
                <p14:nvPr/>
              </p14:nvContentPartPr>
              <p14:xfrm>
                <a:off x="5564027" y="4882964"/>
                <a:ext cx="2365920" cy="2260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5284DE6-EE26-C968-677B-C5EE3E34290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555027" y="4873964"/>
                  <a:ext cx="23835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82CB98F-E0DD-FCCA-FDAD-04914F1AABA6}"/>
                    </a:ext>
                  </a:extLst>
                </p14:cNvPr>
                <p14:cNvContentPartPr/>
                <p14:nvPr/>
              </p14:nvContentPartPr>
              <p14:xfrm>
                <a:off x="8167187" y="4907084"/>
                <a:ext cx="258480" cy="3031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82CB98F-E0DD-FCCA-FDAD-04914F1AABA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158187" y="4898444"/>
                  <a:ext cx="27612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DF6AF43-2C86-BC50-510C-2DCF33E48461}"/>
                    </a:ext>
                  </a:extLst>
                </p14:cNvPr>
                <p14:cNvContentPartPr/>
                <p14:nvPr/>
              </p14:nvContentPartPr>
              <p14:xfrm>
                <a:off x="8501267" y="5026604"/>
                <a:ext cx="44280" cy="111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DF6AF43-2C86-BC50-510C-2DCF33E4846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492627" y="5017964"/>
                  <a:ext cx="619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F145859-40E5-3B42-AD1E-A602CC61187E}"/>
                    </a:ext>
                  </a:extLst>
                </p14:cNvPr>
                <p14:cNvContentPartPr/>
                <p14:nvPr/>
              </p14:nvContentPartPr>
              <p14:xfrm>
                <a:off x="8617547" y="4834364"/>
                <a:ext cx="117720" cy="290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F145859-40E5-3B42-AD1E-A602CC61187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608907" y="4825724"/>
                  <a:ext cx="1353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BB46980-D02D-7952-D125-C12682B730FA}"/>
                    </a:ext>
                  </a:extLst>
                </p14:cNvPr>
                <p14:cNvContentPartPr/>
                <p14:nvPr/>
              </p14:nvContentPartPr>
              <p14:xfrm>
                <a:off x="8638427" y="5035244"/>
                <a:ext cx="128520" cy="115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BB46980-D02D-7952-D125-C12682B730F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629427" y="5026244"/>
                  <a:ext cx="146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B84DE8F-29D2-6232-F371-919F8536BDCB}"/>
                    </a:ext>
                  </a:extLst>
                </p14:cNvPr>
                <p14:cNvContentPartPr/>
                <p14:nvPr/>
              </p14:nvContentPartPr>
              <p14:xfrm>
                <a:off x="8913107" y="5072324"/>
                <a:ext cx="360" cy="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B84DE8F-29D2-6232-F371-919F8536BDC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904467" y="506368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77EFFA8-3206-38A0-E2C8-81404050255D}"/>
              </a:ext>
            </a:extLst>
          </p:cNvPr>
          <p:cNvGrpSpPr/>
          <p:nvPr/>
        </p:nvGrpSpPr>
        <p:grpSpPr>
          <a:xfrm>
            <a:off x="5667911" y="2877896"/>
            <a:ext cx="2168640" cy="1341360"/>
            <a:chOff x="5667911" y="2877896"/>
            <a:chExt cx="2168640" cy="134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8BA1DCC-44F6-A034-7BCA-5C3CCF9246F1}"/>
                    </a:ext>
                  </a:extLst>
                </p14:cNvPr>
                <p14:cNvContentPartPr/>
                <p14:nvPr/>
              </p14:nvContentPartPr>
              <p14:xfrm>
                <a:off x="5667911" y="3759896"/>
                <a:ext cx="473040" cy="459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8BA1DCC-44F6-A034-7BCA-5C3CCF9246F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658911" y="3750896"/>
                  <a:ext cx="490680" cy="47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4FACEB8-88DC-17CA-7050-6FF4DF6A2949}"/>
                    </a:ext>
                  </a:extLst>
                </p14:cNvPr>
                <p14:cNvContentPartPr/>
                <p14:nvPr/>
              </p14:nvContentPartPr>
              <p14:xfrm>
                <a:off x="6125831" y="3607976"/>
                <a:ext cx="134280" cy="2062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4FACEB8-88DC-17CA-7050-6FF4DF6A294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116831" y="3599336"/>
                  <a:ext cx="1519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A1E4769-3A67-AB04-9317-932E47CD1360}"/>
                    </a:ext>
                  </a:extLst>
                </p14:cNvPr>
                <p14:cNvContentPartPr/>
                <p14:nvPr/>
              </p14:nvContentPartPr>
              <p14:xfrm>
                <a:off x="6536231" y="3260576"/>
                <a:ext cx="206640" cy="276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A1E4769-3A67-AB04-9317-932E47CD136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527231" y="3251936"/>
                  <a:ext cx="22428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FB78EF0-1CDA-D48A-2F88-381032B1A3DB}"/>
                    </a:ext>
                  </a:extLst>
                </p14:cNvPr>
                <p14:cNvContentPartPr/>
                <p14:nvPr/>
              </p14:nvContentPartPr>
              <p14:xfrm>
                <a:off x="6548831" y="3410336"/>
                <a:ext cx="180720" cy="46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FB78EF0-1CDA-D48A-2F88-381032B1A3D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539831" y="3401336"/>
                  <a:ext cx="1983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3A3F34F-9E26-6935-2B82-642C2C4A9C01}"/>
                    </a:ext>
                  </a:extLst>
                </p14:cNvPr>
                <p14:cNvContentPartPr/>
                <p14:nvPr/>
              </p14:nvContentPartPr>
              <p14:xfrm>
                <a:off x="6899471" y="3290096"/>
                <a:ext cx="157680" cy="278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3A3F34F-9E26-6935-2B82-642C2C4A9C0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890831" y="3281096"/>
                  <a:ext cx="17532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B453506-BBBA-443B-09DF-C7A0BB672D29}"/>
                    </a:ext>
                  </a:extLst>
                </p14:cNvPr>
                <p14:cNvContentPartPr/>
                <p14:nvPr/>
              </p14:nvContentPartPr>
              <p14:xfrm>
                <a:off x="7083791" y="3181736"/>
                <a:ext cx="253080" cy="192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B453506-BBBA-443B-09DF-C7A0BB672D2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074791" y="3172736"/>
                  <a:ext cx="2707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ABAC609-7EBC-3FBC-6EE8-0312CBAB23B4}"/>
                    </a:ext>
                  </a:extLst>
                </p14:cNvPr>
                <p14:cNvContentPartPr/>
                <p14:nvPr/>
              </p14:nvContentPartPr>
              <p14:xfrm>
                <a:off x="7552151" y="2877896"/>
                <a:ext cx="212040" cy="2995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ABAC609-7EBC-3FBC-6EE8-0312CBAB23B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543511" y="2869256"/>
                  <a:ext cx="2296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B1BB3B9-F898-2D82-CE6B-AF2C9B338F8A}"/>
                    </a:ext>
                  </a:extLst>
                </p14:cNvPr>
                <p14:cNvContentPartPr/>
                <p14:nvPr/>
              </p14:nvContentPartPr>
              <p14:xfrm>
                <a:off x="6770951" y="3410336"/>
                <a:ext cx="1065600" cy="401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B1BB3B9-F898-2D82-CE6B-AF2C9B338F8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761951" y="3401336"/>
                  <a:ext cx="1083240" cy="41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4D7BE1D1-7285-9A4A-F8D5-DC942A3A56F6}"/>
                  </a:ext>
                </a:extLst>
              </p14:cNvPr>
              <p14:cNvContentPartPr/>
              <p14:nvPr/>
            </p14:nvContentPartPr>
            <p14:xfrm>
              <a:off x="2098151" y="4580336"/>
              <a:ext cx="579600" cy="1404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4D7BE1D1-7285-9A4A-F8D5-DC942A3A56F6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2089151" y="4571336"/>
                <a:ext cx="597240" cy="31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924E6068-C67C-1163-DA28-5A6543862B55}"/>
              </a:ext>
            </a:extLst>
          </p:cNvPr>
          <p:cNvGrpSpPr/>
          <p:nvPr/>
        </p:nvGrpSpPr>
        <p:grpSpPr>
          <a:xfrm>
            <a:off x="8849231" y="2955656"/>
            <a:ext cx="1323360" cy="403920"/>
            <a:chOff x="8849231" y="2955656"/>
            <a:chExt cx="1323360" cy="40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3693AFA-C536-B6DD-27BB-8FD314D4F9C4}"/>
                    </a:ext>
                  </a:extLst>
                </p14:cNvPr>
                <p14:cNvContentPartPr/>
                <p14:nvPr/>
              </p14:nvContentPartPr>
              <p14:xfrm>
                <a:off x="8862551" y="3159776"/>
                <a:ext cx="33120" cy="199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3693AFA-C536-B6DD-27BB-8FD314D4F9C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853911" y="3151136"/>
                  <a:ext cx="507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12282BF-B8A7-A6B9-3F24-1CE11DAC5FFD}"/>
                    </a:ext>
                  </a:extLst>
                </p14:cNvPr>
                <p14:cNvContentPartPr/>
                <p14:nvPr/>
              </p14:nvContentPartPr>
              <p14:xfrm>
                <a:off x="8890631" y="3088856"/>
                <a:ext cx="124920" cy="496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12282BF-B8A7-A6B9-3F24-1CE11DAC5FF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881991" y="3079856"/>
                  <a:ext cx="14256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ABD92B0-5956-8FB1-E5C1-00A1D6403BBD}"/>
                    </a:ext>
                  </a:extLst>
                </p14:cNvPr>
                <p14:cNvContentPartPr/>
                <p14:nvPr/>
              </p14:nvContentPartPr>
              <p14:xfrm>
                <a:off x="8849231" y="3231776"/>
                <a:ext cx="264960" cy="45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ABD92B0-5956-8FB1-E5C1-00A1D6403BB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840231" y="3223136"/>
                  <a:ext cx="28260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9EC19A7-BC2D-C170-A042-78A833D2F1A1}"/>
                    </a:ext>
                  </a:extLst>
                </p14:cNvPr>
                <p14:cNvContentPartPr/>
                <p14:nvPr/>
              </p14:nvContentPartPr>
              <p14:xfrm>
                <a:off x="9124271" y="3087416"/>
                <a:ext cx="192960" cy="2095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9EC19A7-BC2D-C170-A042-78A833D2F1A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115631" y="3078776"/>
                  <a:ext cx="2106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A6FC6B1-5B36-8CFB-1988-4CF1F4744818}"/>
                    </a:ext>
                  </a:extLst>
                </p14:cNvPr>
                <p14:cNvContentPartPr/>
                <p14:nvPr/>
              </p14:nvContentPartPr>
              <p14:xfrm>
                <a:off x="9372671" y="3060776"/>
                <a:ext cx="287280" cy="1713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A6FC6B1-5B36-8CFB-1988-4CF1F474481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364031" y="3052136"/>
                  <a:ext cx="3049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A5337F8-557E-0608-9654-5D7F8CD69140}"/>
                    </a:ext>
                  </a:extLst>
                </p14:cNvPr>
                <p14:cNvContentPartPr/>
                <p14:nvPr/>
              </p14:nvContentPartPr>
              <p14:xfrm>
                <a:off x="9829511" y="3016496"/>
                <a:ext cx="146520" cy="1540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A5337F8-557E-0608-9654-5D7F8CD6914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820511" y="3007496"/>
                  <a:ext cx="1641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D90E8EC-CF63-B12A-9034-95222BF1EFA1}"/>
                    </a:ext>
                  </a:extLst>
                </p14:cNvPr>
                <p14:cNvContentPartPr/>
                <p14:nvPr/>
              </p14:nvContentPartPr>
              <p14:xfrm>
                <a:off x="10008431" y="2955656"/>
                <a:ext cx="164160" cy="2026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D90E8EC-CF63-B12A-9034-95222BF1EFA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999431" y="2946656"/>
                  <a:ext cx="181800" cy="220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64E3C32C-E541-E5D9-8C0F-4F8F0F431C71}"/>
                  </a:ext>
                </a:extLst>
              </p14:cNvPr>
              <p14:cNvContentPartPr/>
              <p14:nvPr/>
            </p14:nvContentPartPr>
            <p14:xfrm>
              <a:off x="2130911" y="4804976"/>
              <a:ext cx="500040" cy="324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64E3C32C-E541-E5D9-8C0F-4F8F0F431C71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2122271" y="4796336"/>
                <a:ext cx="517680" cy="2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30379427-C3B5-FCB2-E13A-69D59A089F31}"/>
                  </a:ext>
                </a:extLst>
              </p14:cNvPr>
              <p14:cNvContentPartPr/>
              <p14:nvPr/>
            </p14:nvContentPartPr>
            <p14:xfrm>
              <a:off x="9172871" y="4610216"/>
              <a:ext cx="839520" cy="5364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30379427-C3B5-FCB2-E13A-69D59A089F31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9163871" y="4601576"/>
                <a:ext cx="85716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42413BC9-9A3B-FDF3-03AE-C15A73E5BC91}"/>
                  </a:ext>
                </a:extLst>
              </p14:cNvPr>
              <p14:cNvContentPartPr/>
              <p14:nvPr/>
            </p14:nvContentPartPr>
            <p14:xfrm>
              <a:off x="2070071" y="4961216"/>
              <a:ext cx="549360" cy="4140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42413BC9-9A3B-FDF3-03AE-C15A73E5BC9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2061071" y="4952576"/>
                <a:ext cx="567000" cy="59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230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330E2-D06A-DC08-578C-EC8912975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F4612-0970-7D25-1795-1502FB389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77CDC2-85D0-783F-1344-9712F27C8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53" y="422911"/>
            <a:ext cx="11696932" cy="5385221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A43CC87-BA80-E909-48BF-8711EF4D9648}"/>
              </a:ext>
            </a:extLst>
          </p:cNvPr>
          <p:cNvGrpSpPr/>
          <p:nvPr/>
        </p:nvGrpSpPr>
        <p:grpSpPr>
          <a:xfrm>
            <a:off x="6044267" y="4732484"/>
            <a:ext cx="1353600" cy="361440"/>
            <a:chOff x="6044267" y="4732484"/>
            <a:chExt cx="1353600" cy="36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8544E3D-5DC7-483F-5BE8-705141CF8113}"/>
                    </a:ext>
                  </a:extLst>
                </p14:cNvPr>
                <p14:cNvContentPartPr/>
                <p14:nvPr/>
              </p14:nvContentPartPr>
              <p14:xfrm>
                <a:off x="6044267" y="4809884"/>
                <a:ext cx="354240" cy="2491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8544E3D-5DC7-483F-5BE8-705141CF811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035267" y="4801244"/>
                  <a:ext cx="3718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555E2F4-8BA9-A664-F90D-B6817CEE1675}"/>
                    </a:ext>
                  </a:extLst>
                </p14:cNvPr>
                <p14:cNvContentPartPr/>
                <p14:nvPr/>
              </p14:nvContentPartPr>
              <p14:xfrm>
                <a:off x="6603347" y="4732484"/>
                <a:ext cx="15120" cy="297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555E2F4-8BA9-A664-F90D-B6817CEE167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594707" y="4723844"/>
                  <a:ext cx="3276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841B174-46D9-55CF-B451-6F8C3B807907}"/>
                    </a:ext>
                  </a:extLst>
                </p14:cNvPr>
                <p14:cNvContentPartPr/>
                <p14:nvPr/>
              </p14:nvContentPartPr>
              <p14:xfrm>
                <a:off x="6485987" y="4791164"/>
                <a:ext cx="214920" cy="1375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841B174-46D9-55CF-B451-6F8C3B80790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477347" y="4782164"/>
                  <a:ext cx="232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3D51024-7493-2E43-7268-02E69F33C6B6}"/>
                    </a:ext>
                  </a:extLst>
                </p14:cNvPr>
                <p14:cNvContentPartPr/>
                <p14:nvPr/>
              </p14:nvContentPartPr>
              <p14:xfrm>
                <a:off x="6727907" y="4767044"/>
                <a:ext cx="279000" cy="3268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3D51024-7493-2E43-7268-02E69F33C6B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719267" y="4758404"/>
                  <a:ext cx="29664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A2BEBAB-953E-DC5A-6FE8-A58C9C03DE3C}"/>
                    </a:ext>
                  </a:extLst>
                </p14:cNvPr>
                <p14:cNvContentPartPr/>
                <p14:nvPr/>
              </p14:nvContentPartPr>
              <p14:xfrm>
                <a:off x="7144427" y="4745804"/>
                <a:ext cx="253440" cy="3009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A2BEBAB-953E-DC5A-6FE8-A58C9C03DE3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135787" y="4737164"/>
                  <a:ext cx="271080" cy="31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35FD644-8F01-D54C-55C9-DDDF10FF34A0}"/>
              </a:ext>
            </a:extLst>
          </p:cNvPr>
          <p:cNvGrpSpPr/>
          <p:nvPr/>
        </p:nvGrpSpPr>
        <p:grpSpPr>
          <a:xfrm>
            <a:off x="7743107" y="4761284"/>
            <a:ext cx="346320" cy="330480"/>
            <a:chOff x="7743107" y="4761284"/>
            <a:chExt cx="34632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DED1A45-1645-6AF9-688C-A64884A0626C}"/>
                    </a:ext>
                  </a:extLst>
                </p14:cNvPr>
                <p14:cNvContentPartPr/>
                <p14:nvPr/>
              </p14:nvContentPartPr>
              <p14:xfrm>
                <a:off x="7769747" y="4761284"/>
                <a:ext cx="59040" cy="3304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DED1A45-1645-6AF9-688C-A64884A0626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761107" y="4752284"/>
                  <a:ext cx="7668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A8C412C-5631-B601-F715-C1BE86C9971E}"/>
                    </a:ext>
                  </a:extLst>
                </p14:cNvPr>
                <p14:cNvContentPartPr/>
                <p14:nvPr/>
              </p14:nvContentPartPr>
              <p14:xfrm>
                <a:off x="7743107" y="4889804"/>
                <a:ext cx="346320" cy="406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A8C412C-5631-B601-F715-C1BE86C9971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734467" y="4880804"/>
                  <a:ext cx="36396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C624990-BB45-C1C4-6792-0A770FAE0003}"/>
              </a:ext>
            </a:extLst>
          </p:cNvPr>
          <p:cNvGrpSpPr/>
          <p:nvPr/>
        </p:nvGrpSpPr>
        <p:grpSpPr>
          <a:xfrm>
            <a:off x="8276267" y="4612964"/>
            <a:ext cx="1661400" cy="520200"/>
            <a:chOff x="8276267" y="4612964"/>
            <a:chExt cx="1661400" cy="52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EDFEA4A-6592-C677-D02C-F1D3061A7306}"/>
                    </a:ext>
                  </a:extLst>
                </p14:cNvPr>
                <p14:cNvContentPartPr/>
                <p14:nvPr/>
              </p14:nvContentPartPr>
              <p14:xfrm>
                <a:off x="8276267" y="4678124"/>
                <a:ext cx="242280" cy="3679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EDFEA4A-6592-C677-D02C-F1D3061A730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267627" y="4669484"/>
                  <a:ext cx="25992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223E3C2-2178-B602-F2EE-543764E6EF74}"/>
                    </a:ext>
                  </a:extLst>
                </p14:cNvPr>
                <p14:cNvContentPartPr/>
                <p14:nvPr/>
              </p14:nvContentPartPr>
              <p14:xfrm>
                <a:off x="8418107" y="4924724"/>
                <a:ext cx="213120" cy="47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223E3C2-2178-B602-F2EE-543764E6EF7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409107" y="4915724"/>
                  <a:ext cx="2307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B0D50EB-2789-D129-D4F9-AD1E77403234}"/>
                    </a:ext>
                  </a:extLst>
                </p14:cNvPr>
                <p14:cNvContentPartPr/>
                <p14:nvPr/>
              </p14:nvContentPartPr>
              <p14:xfrm>
                <a:off x="8680907" y="4697564"/>
                <a:ext cx="221760" cy="4356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B0D50EB-2789-D129-D4F9-AD1E7740323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671907" y="4688564"/>
                  <a:ext cx="23940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9B5734C-5020-916B-3BAC-72AFEB339F97}"/>
                    </a:ext>
                  </a:extLst>
                </p14:cNvPr>
                <p14:cNvContentPartPr/>
                <p14:nvPr/>
              </p14:nvContentPartPr>
              <p14:xfrm>
                <a:off x="9015707" y="4983764"/>
                <a:ext cx="3960" cy="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9B5734C-5020-916B-3BAC-72AFEB339F9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007067" y="4975124"/>
                  <a:ext cx="216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55A97E0-CC5C-D6F8-7A19-F49D3B88CE38}"/>
                    </a:ext>
                  </a:extLst>
                </p14:cNvPr>
                <p14:cNvContentPartPr/>
                <p14:nvPr/>
              </p14:nvContentPartPr>
              <p14:xfrm>
                <a:off x="9165827" y="4654004"/>
                <a:ext cx="55440" cy="3232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55A97E0-CC5C-D6F8-7A19-F49D3B88CE3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157187" y="4645004"/>
                  <a:ext cx="7308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303A612-02BD-49D4-60EC-40BBCDACDC95}"/>
                    </a:ext>
                  </a:extLst>
                </p14:cNvPr>
                <p14:cNvContentPartPr/>
                <p14:nvPr/>
              </p14:nvContentPartPr>
              <p14:xfrm>
                <a:off x="8957747" y="4628084"/>
                <a:ext cx="240840" cy="240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303A612-02BD-49D4-60EC-40BBCDACDC9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949107" y="4619084"/>
                  <a:ext cx="2584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1BF172-3CFC-FEC0-D3C2-DD76A5970BF1}"/>
                    </a:ext>
                  </a:extLst>
                </p14:cNvPr>
                <p14:cNvContentPartPr/>
                <p14:nvPr/>
              </p14:nvContentPartPr>
              <p14:xfrm>
                <a:off x="9013547" y="4846964"/>
                <a:ext cx="213480" cy="275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1BF172-3CFC-FEC0-D3C2-DD76A5970BF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004547" y="4838324"/>
                  <a:ext cx="2311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3919B7-4812-FA3F-9431-89B0D04BF590}"/>
                    </a:ext>
                  </a:extLst>
                </p14:cNvPr>
                <p14:cNvContentPartPr/>
                <p14:nvPr/>
              </p14:nvContentPartPr>
              <p14:xfrm>
                <a:off x="9344747" y="4917164"/>
                <a:ext cx="3960" cy="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3919B7-4812-FA3F-9431-89B0D04BF59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335747" y="4908524"/>
                  <a:ext cx="216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D8FBD75-9B1C-0FC2-738E-8A7252A3E1C0}"/>
                    </a:ext>
                  </a:extLst>
                </p14:cNvPr>
                <p14:cNvContentPartPr/>
                <p14:nvPr/>
              </p14:nvContentPartPr>
              <p14:xfrm>
                <a:off x="9557147" y="4612964"/>
                <a:ext cx="66240" cy="366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D8FBD75-9B1C-0FC2-738E-8A7252A3E1C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548147" y="4603964"/>
                  <a:ext cx="8388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5D98586-56DF-F754-DCA3-3E88311E7156}"/>
                    </a:ext>
                  </a:extLst>
                </p14:cNvPr>
                <p14:cNvContentPartPr/>
                <p14:nvPr/>
              </p14:nvContentPartPr>
              <p14:xfrm>
                <a:off x="9751187" y="4643204"/>
                <a:ext cx="106560" cy="352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5D98586-56DF-F754-DCA3-3E88311E715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742187" y="4634204"/>
                  <a:ext cx="12420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6F519D3-02AC-70A9-C94F-B5025E7F96B0}"/>
                    </a:ext>
                  </a:extLst>
                </p14:cNvPr>
                <p14:cNvContentPartPr/>
                <p14:nvPr/>
              </p14:nvContentPartPr>
              <p14:xfrm>
                <a:off x="9783227" y="4812404"/>
                <a:ext cx="154440" cy="626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6F519D3-02AC-70A9-C94F-B5025E7F96B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774587" y="4803764"/>
                  <a:ext cx="17208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056C113-DFD2-D25A-0867-04B9278930DA}"/>
              </a:ext>
            </a:extLst>
          </p:cNvPr>
          <p:cNvGrpSpPr/>
          <p:nvPr/>
        </p:nvGrpSpPr>
        <p:grpSpPr>
          <a:xfrm>
            <a:off x="10259867" y="4449884"/>
            <a:ext cx="1597320" cy="490320"/>
            <a:chOff x="10259867" y="4449884"/>
            <a:chExt cx="1597320" cy="49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90CCA6E-8FE7-6695-4B19-C2E8EE98174D}"/>
                    </a:ext>
                  </a:extLst>
                </p14:cNvPr>
                <p14:cNvContentPartPr/>
                <p14:nvPr/>
              </p14:nvContentPartPr>
              <p14:xfrm>
                <a:off x="10259867" y="4691444"/>
                <a:ext cx="273240" cy="29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90CCA6E-8FE7-6695-4B19-C2E8EE9817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250867" y="4682444"/>
                  <a:ext cx="2908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85041FD-67D6-1BE8-B603-6F3D55FABD5F}"/>
                    </a:ext>
                  </a:extLst>
                </p14:cNvPr>
                <p14:cNvContentPartPr/>
                <p14:nvPr/>
              </p14:nvContentPartPr>
              <p14:xfrm>
                <a:off x="10265267" y="4884764"/>
                <a:ext cx="220320" cy="29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85041FD-67D6-1BE8-B603-6F3D55FABD5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256627" y="4876124"/>
                  <a:ext cx="2379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7792925-6AF2-A46E-16F6-FFB60F93B5AC}"/>
                    </a:ext>
                  </a:extLst>
                </p14:cNvPr>
                <p14:cNvContentPartPr/>
                <p14:nvPr/>
              </p14:nvContentPartPr>
              <p14:xfrm>
                <a:off x="10656227" y="4466804"/>
                <a:ext cx="239760" cy="473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7792925-6AF2-A46E-16F6-FFB60F93B5A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647227" y="4458164"/>
                  <a:ext cx="25740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89DD9CA-34D4-D02D-35B5-5B5C399DF6B8}"/>
                    </a:ext>
                  </a:extLst>
                </p14:cNvPr>
                <p14:cNvContentPartPr/>
                <p14:nvPr/>
              </p14:nvContentPartPr>
              <p14:xfrm>
                <a:off x="10947827" y="4463564"/>
                <a:ext cx="421200" cy="360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89DD9CA-34D4-D02D-35B5-5B5C399DF6B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938827" y="4454564"/>
                  <a:ext cx="43884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75EDDE6-0E80-39FE-D7C4-FBB57DFE68AC}"/>
                    </a:ext>
                  </a:extLst>
                </p14:cNvPr>
                <p14:cNvContentPartPr/>
                <p14:nvPr/>
              </p14:nvContentPartPr>
              <p14:xfrm>
                <a:off x="11315747" y="4485524"/>
                <a:ext cx="154440" cy="3193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75EDDE6-0E80-39FE-D7C4-FBB57DFE68A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306747" y="4476524"/>
                  <a:ext cx="17208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619897D-D8B2-F437-6A21-F28665F66E89}"/>
                    </a:ext>
                  </a:extLst>
                </p14:cNvPr>
                <p14:cNvContentPartPr/>
                <p14:nvPr/>
              </p14:nvContentPartPr>
              <p14:xfrm>
                <a:off x="11680787" y="4449884"/>
                <a:ext cx="176400" cy="291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619897D-D8B2-F437-6A21-F28665F66E8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671787" y="4441244"/>
                  <a:ext cx="1940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30FEDC0-F7AF-0C29-A4FF-2F7532914589}"/>
                    </a:ext>
                  </a:extLst>
                </p14:cNvPr>
                <p14:cNvContentPartPr/>
                <p14:nvPr/>
              </p14:nvContentPartPr>
              <p14:xfrm>
                <a:off x="11663507" y="4515764"/>
                <a:ext cx="141840" cy="167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30FEDC0-F7AF-0C29-A4FF-2F753291458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654867" y="4507124"/>
                  <a:ext cx="159480" cy="18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E82F2FD-C587-B7D4-92E4-22FADB45B6AB}"/>
              </a:ext>
            </a:extLst>
          </p:cNvPr>
          <p:cNvGrpSpPr/>
          <p:nvPr/>
        </p:nvGrpSpPr>
        <p:grpSpPr>
          <a:xfrm>
            <a:off x="6771467" y="5653004"/>
            <a:ext cx="673200" cy="341280"/>
            <a:chOff x="6771467" y="5653004"/>
            <a:chExt cx="673200" cy="34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D025147-D475-D064-F0EB-E338613FE7A3}"/>
                    </a:ext>
                  </a:extLst>
                </p14:cNvPr>
                <p14:cNvContentPartPr/>
                <p14:nvPr/>
              </p14:nvContentPartPr>
              <p14:xfrm>
                <a:off x="6771467" y="5696924"/>
                <a:ext cx="322560" cy="297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D025147-D475-D064-F0EB-E338613FE7A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762467" y="5688284"/>
                  <a:ext cx="3402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A7DFD4D-ACA8-57A9-8B7B-99CCC8CDD8F6}"/>
                    </a:ext>
                  </a:extLst>
                </p14:cNvPr>
                <p14:cNvContentPartPr/>
                <p14:nvPr/>
              </p14:nvContentPartPr>
              <p14:xfrm>
                <a:off x="7166747" y="5653004"/>
                <a:ext cx="201960" cy="3157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A7DFD4D-ACA8-57A9-8B7B-99CCC8CDD8F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57747" y="5644364"/>
                  <a:ext cx="21960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284A3D8-7113-5DE3-B1C8-BCDA5F6DCFF2}"/>
                    </a:ext>
                  </a:extLst>
                </p14:cNvPr>
                <p14:cNvContentPartPr/>
                <p14:nvPr/>
              </p14:nvContentPartPr>
              <p14:xfrm>
                <a:off x="7286627" y="5840204"/>
                <a:ext cx="158040" cy="37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284A3D8-7113-5DE3-B1C8-BCDA5F6DCFF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277627" y="5831564"/>
                  <a:ext cx="17568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548D3E19-AE4F-3212-0858-22B3169B00AB}"/>
              </a:ext>
            </a:extLst>
          </p:cNvPr>
          <p:cNvGrpSpPr/>
          <p:nvPr/>
        </p:nvGrpSpPr>
        <p:grpSpPr>
          <a:xfrm>
            <a:off x="7667867" y="5574164"/>
            <a:ext cx="579960" cy="360360"/>
            <a:chOff x="7667867" y="5574164"/>
            <a:chExt cx="579960" cy="36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DE2DAEC-FE17-56D4-4324-571F3CA3CD98}"/>
                    </a:ext>
                  </a:extLst>
                </p14:cNvPr>
                <p14:cNvContentPartPr/>
                <p14:nvPr/>
              </p14:nvContentPartPr>
              <p14:xfrm>
                <a:off x="7711787" y="5854964"/>
                <a:ext cx="360" cy="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DE2DAEC-FE17-56D4-4324-571F3CA3CD9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703147" y="584632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D035801-D1CD-8E78-F0BE-2521045AEB75}"/>
                    </a:ext>
                  </a:extLst>
                </p14:cNvPr>
                <p14:cNvContentPartPr/>
                <p14:nvPr/>
              </p14:nvContentPartPr>
              <p14:xfrm>
                <a:off x="7667867" y="5574164"/>
                <a:ext cx="260640" cy="360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D035801-D1CD-8E78-F0BE-2521045AEB7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658867" y="5565524"/>
                  <a:ext cx="27828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F32CAAB-8BA3-0C66-CE82-5731C73B4096}"/>
                    </a:ext>
                  </a:extLst>
                </p14:cNvPr>
                <p14:cNvContentPartPr/>
                <p14:nvPr/>
              </p14:nvContentPartPr>
              <p14:xfrm>
                <a:off x="7846427" y="5754524"/>
                <a:ext cx="191160" cy="590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F32CAAB-8BA3-0C66-CE82-5731C73B409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837427" y="5745884"/>
                  <a:ext cx="2088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2E47DA1-4DD7-5D05-2788-E69618A3AC22}"/>
                    </a:ext>
                  </a:extLst>
                </p14:cNvPr>
                <p14:cNvContentPartPr/>
                <p14:nvPr/>
              </p14:nvContentPartPr>
              <p14:xfrm>
                <a:off x="8152427" y="5584244"/>
                <a:ext cx="95400" cy="276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2E47DA1-4DD7-5D05-2788-E69618A3AC2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143787" y="5575604"/>
                  <a:ext cx="113040" cy="29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1F35DA4E-B89F-43BF-E4E7-0F7D8161E82D}"/>
              </a:ext>
            </a:extLst>
          </p:cNvPr>
          <p:cNvGrpSpPr/>
          <p:nvPr/>
        </p:nvGrpSpPr>
        <p:grpSpPr>
          <a:xfrm>
            <a:off x="8491907" y="5556884"/>
            <a:ext cx="3091680" cy="927720"/>
            <a:chOff x="8491907" y="5556884"/>
            <a:chExt cx="3091680" cy="92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107D00D-978C-4165-9E9E-455288C0A967}"/>
                    </a:ext>
                  </a:extLst>
                </p14:cNvPr>
                <p14:cNvContentPartPr/>
                <p14:nvPr/>
              </p14:nvContentPartPr>
              <p14:xfrm>
                <a:off x="8491907" y="5786204"/>
                <a:ext cx="337680" cy="554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107D00D-978C-4165-9E9E-455288C0A96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483267" y="5777564"/>
                  <a:ext cx="3553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12BAD94-E4D8-95FB-616C-7D5C39371B96}"/>
                    </a:ext>
                  </a:extLst>
                </p14:cNvPr>
                <p14:cNvContentPartPr/>
                <p14:nvPr/>
              </p14:nvContentPartPr>
              <p14:xfrm>
                <a:off x="9104267" y="5632124"/>
                <a:ext cx="40680" cy="2566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12BAD94-E4D8-95FB-616C-7D5C39371B9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095267" y="5623484"/>
                  <a:ext cx="583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2D71C9A-FA13-AA93-7A5B-F263B1334C27}"/>
                    </a:ext>
                  </a:extLst>
                </p14:cNvPr>
                <p14:cNvContentPartPr/>
                <p14:nvPr/>
              </p14:nvContentPartPr>
              <p14:xfrm>
                <a:off x="8986907" y="5686844"/>
                <a:ext cx="108360" cy="96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2D71C9A-FA13-AA93-7A5B-F263B1334C2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977907" y="5677844"/>
                  <a:ext cx="1260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5D2B003-4240-583F-8C71-F2B96BE7FA2C}"/>
                    </a:ext>
                  </a:extLst>
                </p14:cNvPr>
                <p14:cNvContentPartPr/>
                <p14:nvPr/>
              </p14:nvContentPartPr>
              <p14:xfrm>
                <a:off x="9258347" y="5614844"/>
                <a:ext cx="124920" cy="3160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5D2B003-4240-583F-8C71-F2B96BE7FA2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249707" y="5605844"/>
                  <a:ext cx="14256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8CD8B71-195C-4BCD-D970-9BA052452C2D}"/>
                    </a:ext>
                  </a:extLst>
                </p14:cNvPr>
                <p14:cNvContentPartPr/>
                <p14:nvPr/>
              </p14:nvContentPartPr>
              <p14:xfrm>
                <a:off x="9606467" y="5875844"/>
                <a:ext cx="360" cy="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8CD8B71-195C-4BCD-D970-9BA052452C2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597467" y="586720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5CD6455-C1FA-9ADE-47B9-13708441C473}"/>
                    </a:ext>
                  </a:extLst>
                </p14:cNvPr>
                <p14:cNvContentPartPr/>
                <p14:nvPr/>
              </p14:nvContentPartPr>
              <p14:xfrm>
                <a:off x="9712667" y="5670644"/>
                <a:ext cx="114120" cy="2192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5CD6455-C1FA-9ADE-47B9-13708441C47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704027" y="5661644"/>
                  <a:ext cx="1317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B796E45-99C9-CBE3-28BC-4DEB5BFBAE3D}"/>
                    </a:ext>
                  </a:extLst>
                </p14:cNvPr>
                <p14:cNvContentPartPr/>
                <p14:nvPr/>
              </p14:nvContentPartPr>
              <p14:xfrm>
                <a:off x="9681707" y="5636804"/>
                <a:ext cx="264240" cy="59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B796E45-99C9-CBE3-28BC-4DEB5BFBAE3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672707" y="5627804"/>
                  <a:ext cx="2818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C6C906E-9D86-801E-0142-91635ED27670}"/>
                    </a:ext>
                  </a:extLst>
                </p14:cNvPr>
                <p14:cNvContentPartPr/>
                <p14:nvPr/>
              </p14:nvContentPartPr>
              <p14:xfrm>
                <a:off x="10073747" y="5592884"/>
                <a:ext cx="81000" cy="2343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C6C906E-9D86-801E-0142-91635ED2767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065107" y="5583884"/>
                  <a:ext cx="986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8CAD472-5B48-5C8F-AF3D-C894841F0D99}"/>
                    </a:ext>
                  </a:extLst>
                </p14:cNvPr>
                <p14:cNvContentPartPr/>
                <p14:nvPr/>
              </p14:nvContentPartPr>
              <p14:xfrm>
                <a:off x="10227107" y="5680004"/>
                <a:ext cx="69840" cy="11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8CAD472-5B48-5C8F-AF3D-C894841F0D9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218107" y="5671364"/>
                  <a:ext cx="874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B6052E9-54AC-5A6A-77B9-6DAFBA823D71}"/>
                    </a:ext>
                  </a:extLst>
                </p14:cNvPr>
                <p14:cNvContentPartPr/>
                <p14:nvPr/>
              </p14:nvContentPartPr>
              <p14:xfrm>
                <a:off x="10060787" y="5703404"/>
                <a:ext cx="158040" cy="259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B6052E9-54AC-5A6A-77B9-6DAFBA823D7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52147" y="5694404"/>
                  <a:ext cx="1756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73ACADE-847A-E531-B3F7-5E6DA6777E2A}"/>
                    </a:ext>
                  </a:extLst>
                </p14:cNvPr>
                <p14:cNvContentPartPr/>
                <p14:nvPr/>
              </p14:nvContentPartPr>
              <p14:xfrm>
                <a:off x="9419267" y="5994644"/>
                <a:ext cx="806400" cy="1634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73ACADE-847A-E531-B3F7-5E6DA6777E2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410627" y="5986004"/>
                  <a:ext cx="8240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0766B02-2F43-0DD8-1D88-DBF181869C83}"/>
                    </a:ext>
                  </a:extLst>
                </p14:cNvPr>
                <p14:cNvContentPartPr/>
                <p14:nvPr/>
              </p14:nvContentPartPr>
              <p14:xfrm>
                <a:off x="9579467" y="6296684"/>
                <a:ext cx="360" cy="784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0766B02-2F43-0DD8-1D88-DBF181869C8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570467" y="6287684"/>
                  <a:ext cx="180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3789D5B-B670-5BB6-2364-122BBB5D1296}"/>
                    </a:ext>
                  </a:extLst>
                </p14:cNvPr>
                <p14:cNvContentPartPr/>
                <p14:nvPr/>
              </p14:nvContentPartPr>
              <p14:xfrm>
                <a:off x="9715187" y="6299204"/>
                <a:ext cx="143280" cy="121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3789D5B-B670-5BB6-2364-122BBB5D129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06187" y="6290564"/>
                  <a:ext cx="1609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E30060A-EB7A-D39C-ED92-20477599F232}"/>
                    </a:ext>
                  </a:extLst>
                </p14:cNvPr>
                <p14:cNvContentPartPr/>
                <p14:nvPr/>
              </p14:nvContentPartPr>
              <p14:xfrm>
                <a:off x="9909227" y="6236924"/>
                <a:ext cx="66240" cy="182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E30060A-EB7A-D39C-ED92-20477599F23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900587" y="6227924"/>
                  <a:ext cx="838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86DC12A-4452-278D-141D-4093E7A40E7D}"/>
                    </a:ext>
                  </a:extLst>
                </p14:cNvPr>
                <p14:cNvContentPartPr/>
                <p14:nvPr/>
              </p14:nvContentPartPr>
              <p14:xfrm>
                <a:off x="9915707" y="6295964"/>
                <a:ext cx="384120" cy="1688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86DC12A-4452-278D-141D-4093E7A40E7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907067" y="6286964"/>
                  <a:ext cx="4017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014DA58-AF83-9622-43D8-E3EAE579C508}"/>
                    </a:ext>
                  </a:extLst>
                </p14:cNvPr>
                <p14:cNvContentPartPr/>
                <p14:nvPr/>
              </p14:nvContentPartPr>
              <p14:xfrm>
                <a:off x="10309547" y="6288404"/>
                <a:ext cx="128520" cy="1436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014DA58-AF83-9622-43D8-E3EAE579C50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300907" y="6279764"/>
                  <a:ext cx="146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1E1DA82-9B18-A2A4-5EB4-1F9E67842B22}"/>
                    </a:ext>
                  </a:extLst>
                </p14:cNvPr>
                <p14:cNvContentPartPr/>
                <p14:nvPr/>
              </p14:nvContentPartPr>
              <p14:xfrm>
                <a:off x="10448507" y="6298484"/>
                <a:ext cx="235080" cy="1861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1E1DA82-9B18-A2A4-5EB4-1F9E67842B2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439507" y="6289484"/>
                  <a:ext cx="2527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16573F8-C155-ECEF-8B3D-EBD6BE960042}"/>
                    </a:ext>
                  </a:extLst>
                </p14:cNvPr>
                <p14:cNvContentPartPr/>
                <p14:nvPr/>
              </p14:nvContentPartPr>
              <p14:xfrm>
                <a:off x="10649387" y="6326204"/>
                <a:ext cx="143280" cy="1490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16573F8-C155-ECEF-8B3D-EBD6BE96004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640387" y="6317564"/>
                  <a:ext cx="1609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CE8707B-F2A1-9665-2038-BF0E653D2062}"/>
                    </a:ext>
                  </a:extLst>
                </p14:cNvPr>
                <p14:cNvContentPartPr/>
                <p14:nvPr/>
              </p14:nvContentPartPr>
              <p14:xfrm>
                <a:off x="10858187" y="6324404"/>
                <a:ext cx="25920" cy="784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CE8707B-F2A1-9665-2038-BF0E653D206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849547" y="6315764"/>
                  <a:ext cx="435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99E98B5-3D71-777D-7CC1-F19D1238E5BB}"/>
                    </a:ext>
                  </a:extLst>
                </p14:cNvPr>
                <p14:cNvContentPartPr/>
                <p14:nvPr/>
              </p14:nvContentPartPr>
              <p14:xfrm>
                <a:off x="10928027" y="6263924"/>
                <a:ext cx="257040" cy="1400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99E98B5-3D71-777D-7CC1-F19D1238E5B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919027" y="6255284"/>
                  <a:ext cx="2746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E8987F4-B854-2724-16A4-22B6ED879D03}"/>
                    </a:ext>
                  </a:extLst>
                </p14:cNvPr>
                <p14:cNvContentPartPr/>
                <p14:nvPr/>
              </p14:nvContentPartPr>
              <p14:xfrm>
                <a:off x="11020907" y="6202724"/>
                <a:ext cx="3960" cy="39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E8987F4-B854-2724-16A4-22B6ED879D0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012267" y="6194084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73F5AC4-B5A8-7A17-D78D-4ED4432E61B1}"/>
                    </a:ext>
                  </a:extLst>
                </p14:cNvPr>
                <p14:cNvContentPartPr/>
                <p14:nvPr/>
              </p14:nvContentPartPr>
              <p14:xfrm>
                <a:off x="10690427" y="5814284"/>
                <a:ext cx="154440" cy="75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73F5AC4-B5A8-7A17-D78D-4ED4432E61B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681787" y="5805644"/>
                  <a:ext cx="1720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17A25AB-496F-E4BC-7C7E-05F1B294B9B0}"/>
                    </a:ext>
                  </a:extLst>
                </p14:cNvPr>
                <p14:cNvContentPartPr/>
                <p14:nvPr/>
              </p14:nvContentPartPr>
              <p14:xfrm>
                <a:off x="10723547" y="5933444"/>
                <a:ext cx="165240" cy="295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17A25AB-496F-E4BC-7C7E-05F1B294B9B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714907" y="5924444"/>
                  <a:ext cx="1828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A5FE128-6B5E-FD9A-DF8A-318373760694}"/>
                    </a:ext>
                  </a:extLst>
                </p14:cNvPr>
                <p14:cNvContentPartPr/>
                <p14:nvPr/>
              </p14:nvContentPartPr>
              <p14:xfrm>
                <a:off x="11244107" y="5574164"/>
                <a:ext cx="84600" cy="2934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A5FE128-6B5E-FD9A-DF8A-31837376069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235107" y="5565164"/>
                  <a:ext cx="1022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E252495-3A92-4B90-404C-A87015F6443D}"/>
                    </a:ext>
                  </a:extLst>
                </p14:cNvPr>
                <p14:cNvContentPartPr/>
                <p14:nvPr/>
              </p14:nvContentPartPr>
              <p14:xfrm>
                <a:off x="11042147" y="5739044"/>
                <a:ext cx="110160" cy="334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E252495-3A92-4B90-404C-A87015F6443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033507" y="5730404"/>
                  <a:ext cx="1278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09C2EDF-7047-A35F-E6E1-9DF61A347E83}"/>
                    </a:ext>
                  </a:extLst>
                </p14:cNvPr>
                <p14:cNvContentPartPr/>
                <p14:nvPr/>
              </p14:nvContentPartPr>
              <p14:xfrm>
                <a:off x="11430947" y="5556884"/>
                <a:ext cx="108720" cy="957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09C2EDF-7047-A35F-E6E1-9DF61A347E8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421947" y="5547884"/>
                  <a:ext cx="1263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FB871DC-8165-2A47-110C-1ACA96BF1A15}"/>
                    </a:ext>
                  </a:extLst>
                </p14:cNvPr>
                <p14:cNvContentPartPr/>
                <p14:nvPr/>
              </p14:nvContentPartPr>
              <p14:xfrm>
                <a:off x="11418347" y="5648684"/>
                <a:ext cx="165240" cy="1983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FB871DC-8165-2A47-110C-1ACA96BF1A1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409347" y="5639684"/>
                  <a:ext cx="182880" cy="21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77A20A47-A4B6-D338-8D24-8EC85463D450}"/>
                  </a:ext>
                </a:extLst>
              </p14:cNvPr>
              <p14:cNvContentPartPr/>
              <p14:nvPr/>
            </p14:nvContentPartPr>
            <p14:xfrm>
              <a:off x="5443631" y="3099656"/>
              <a:ext cx="360" cy="36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77A20A47-A4B6-D338-8D24-8EC85463D45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5434631" y="3091016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98112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4B8BE-4F27-D8A3-6755-53A956281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C14E12-2386-934D-FCCE-B8E9C2D87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94964" y="41788"/>
            <a:ext cx="14292424" cy="107912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64E9E73-16CD-5A6C-9B7B-A7346209AE53}"/>
                  </a:ext>
                </a:extLst>
              </p14:cNvPr>
              <p14:cNvContentPartPr/>
              <p14:nvPr/>
            </p14:nvContentPartPr>
            <p14:xfrm>
              <a:off x="7132631" y="349256"/>
              <a:ext cx="138600" cy="22968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64E9E73-16CD-5A6C-9B7B-A7346209AE5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23631" y="340256"/>
                <a:ext cx="15624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A9199875-2B2F-8300-CC22-D04B17FB6F03}"/>
                  </a:ext>
                </a:extLst>
              </p14:cNvPr>
              <p14:cNvContentPartPr/>
              <p14:nvPr/>
            </p14:nvContentPartPr>
            <p14:xfrm>
              <a:off x="5347031" y="3187496"/>
              <a:ext cx="360" cy="36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A9199875-2B2F-8300-CC22-D04B17FB6F0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338031" y="317849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E6FC9BAE-9FF7-50EC-35F2-926EA5951FF2}"/>
                  </a:ext>
                </a:extLst>
              </p14:cNvPr>
              <p14:cNvContentPartPr/>
              <p14:nvPr/>
            </p14:nvContentPartPr>
            <p14:xfrm>
              <a:off x="3273791" y="2904536"/>
              <a:ext cx="2304360" cy="8107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E6FC9BAE-9FF7-50EC-35F2-926EA5951FF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264791" y="2895536"/>
                <a:ext cx="2322000" cy="82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330F0265-0A2F-0FDA-C71D-3ECC60B5BC3F}"/>
                  </a:ext>
                </a:extLst>
              </p14:cNvPr>
              <p14:cNvContentPartPr/>
              <p14:nvPr/>
            </p14:nvContentPartPr>
            <p14:xfrm>
              <a:off x="8960351" y="2921816"/>
              <a:ext cx="422280" cy="4140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330F0265-0A2F-0FDA-C71D-3ECC60B5BC3F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51711" y="2913176"/>
                <a:ext cx="439920" cy="5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B22CFD60-67C2-DDE3-CFBA-8C0777E547BE}"/>
                  </a:ext>
                </a:extLst>
              </p14:cNvPr>
              <p14:cNvContentPartPr/>
              <p14:nvPr/>
            </p14:nvContentPartPr>
            <p14:xfrm>
              <a:off x="7047071" y="5792816"/>
              <a:ext cx="360" cy="324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B22CFD60-67C2-DDE3-CFBA-8C0777E547B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038431" y="5784176"/>
                <a:ext cx="18000" cy="20880"/>
              </a:xfrm>
              <a:prstGeom prst="rect">
                <a:avLst/>
              </a:prstGeom>
            </p:spPr>
          </p:pic>
        </mc:Fallback>
      </mc:AlternateContent>
      <p:pic>
        <p:nvPicPr>
          <p:cNvPr id="138" name="Picture 137">
            <a:extLst>
              <a:ext uri="{FF2B5EF4-FFF2-40B4-BE49-F238E27FC236}">
                <a16:creationId xmlns:a16="http://schemas.microsoft.com/office/drawing/2014/main" id="{CB6E72AE-145E-5938-8370-B7A160148E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71278" y="4174903"/>
            <a:ext cx="5165043" cy="2638838"/>
          </a:xfrm>
          <a:prstGeom prst="rect">
            <a:avLst/>
          </a:prstGeom>
        </p:spPr>
      </p:pic>
      <p:grpSp>
        <p:nvGrpSpPr>
          <p:cNvPr id="144" name="Group 143">
            <a:extLst>
              <a:ext uri="{FF2B5EF4-FFF2-40B4-BE49-F238E27FC236}">
                <a16:creationId xmlns:a16="http://schemas.microsoft.com/office/drawing/2014/main" id="{1D370055-3865-DDEB-202E-D0876C46EDC3}"/>
              </a:ext>
            </a:extLst>
          </p:cNvPr>
          <p:cNvGrpSpPr/>
          <p:nvPr/>
        </p:nvGrpSpPr>
        <p:grpSpPr>
          <a:xfrm>
            <a:off x="512711" y="5532176"/>
            <a:ext cx="264240" cy="337680"/>
            <a:chOff x="512711" y="5532176"/>
            <a:chExt cx="264240" cy="33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076C327-1637-180F-4E45-22C7E81FD2C8}"/>
                    </a:ext>
                  </a:extLst>
                </p14:cNvPr>
                <p14:cNvContentPartPr/>
                <p14:nvPr/>
              </p14:nvContentPartPr>
              <p14:xfrm>
                <a:off x="512711" y="5532176"/>
                <a:ext cx="131760" cy="3376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076C327-1637-180F-4E45-22C7E81FD2C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4071" y="5523176"/>
                  <a:ext cx="14940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2B719D5-EFD0-E475-6E13-5EB094EAFD83}"/>
                    </a:ext>
                  </a:extLst>
                </p14:cNvPr>
                <p14:cNvContentPartPr/>
                <p14:nvPr/>
              </p14:nvContentPartPr>
              <p14:xfrm>
                <a:off x="730151" y="5549816"/>
                <a:ext cx="46800" cy="2685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2B719D5-EFD0-E475-6E13-5EB094EAFD8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21151" y="5541176"/>
                  <a:ext cx="64440" cy="28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FB12F09A-6C3C-EAB1-7281-B6FDF4A16AAB}"/>
                  </a:ext>
                </a:extLst>
              </p14:cNvPr>
              <p14:cNvContentPartPr/>
              <p14:nvPr/>
            </p14:nvContentPartPr>
            <p14:xfrm>
              <a:off x="1000871" y="5628656"/>
              <a:ext cx="79560" cy="324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FB12F09A-6C3C-EAB1-7281-B6FDF4A16AA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92231" y="5620016"/>
                <a:ext cx="97200" cy="2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0C428FAA-633C-5C41-2F38-39B8B9FBCB3B}"/>
                  </a:ext>
                </a:extLst>
              </p14:cNvPr>
              <p14:cNvContentPartPr/>
              <p14:nvPr/>
            </p14:nvContentPartPr>
            <p14:xfrm>
              <a:off x="1065671" y="5750336"/>
              <a:ext cx="218880" cy="2232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0C428FAA-633C-5C41-2F38-39B8B9FBCB3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056671" y="5741696"/>
                <a:ext cx="236520" cy="3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175DCD6A-6F2F-32F7-7AE6-63C6300FA34E}"/>
                  </a:ext>
                </a:extLst>
              </p14:cNvPr>
              <p14:cNvContentPartPr/>
              <p14:nvPr/>
            </p14:nvContentPartPr>
            <p14:xfrm>
              <a:off x="2492351" y="4762136"/>
              <a:ext cx="401040" cy="864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175DCD6A-6F2F-32F7-7AE6-63C6300FA34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83351" y="4753136"/>
                <a:ext cx="41868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B3AD9A39-5647-70F0-02FD-961890DD9E94}"/>
                  </a:ext>
                </a:extLst>
              </p14:cNvPr>
              <p14:cNvContentPartPr/>
              <p14:nvPr/>
            </p14:nvContentPartPr>
            <p14:xfrm>
              <a:off x="7144991" y="4269296"/>
              <a:ext cx="438480" cy="8100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B3AD9A39-5647-70F0-02FD-961890DD9E9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136351" y="4260296"/>
                <a:ext cx="45612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3" name="Group 162">
            <a:extLst>
              <a:ext uri="{FF2B5EF4-FFF2-40B4-BE49-F238E27FC236}">
                <a16:creationId xmlns:a16="http://schemas.microsoft.com/office/drawing/2014/main" id="{6731DE67-2596-7C3F-ABFC-70DB4BAF1B17}"/>
              </a:ext>
            </a:extLst>
          </p:cNvPr>
          <p:cNvGrpSpPr/>
          <p:nvPr/>
        </p:nvGrpSpPr>
        <p:grpSpPr>
          <a:xfrm>
            <a:off x="1514591" y="5234096"/>
            <a:ext cx="1872000" cy="463680"/>
            <a:chOff x="1514591" y="5234096"/>
            <a:chExt cx="1872000" cy="46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C242642-8FE7-93DF-04D5-9C795BDBA772}"/>
                    </a:ext>
                  </a:extLst>
                </p14:cNvPr>
                <p14:cNvContentPartPr/>
                <p14:nvPr/>
              </p14:nvContentPartPr>
              <p14:xfrm>
                <a:off x="1514591" y="5271536"/>
                <a:ext cx="320400" cy="3891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C242642-8FE7-93DF-04D5-9C795BDBA77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505591" y="5262536"/>
                  <a:ext cx="33804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C81583EE-2953-39FE-A2DF-558CE004FD26}"/>
                    </a:ext>
                  </a:extLst>
                </p14:cNvPr>
                <p14:cNvContentPartPr/>
                <p14:nvPr/>
              </p14:nvContentPartPr>
              <p14:xfrm>
                <a:off x="1858751" y="5289896"/>
                <a:ext cx="215640" cy="4078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C81583EE-2953-39FE-A2DF-558CE004FD2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849751" y="5281256"/>
                  <a:ext cx="23328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F2812F8C-42F9-3186-2150-E41B69632F16}"/>
                    </a:ext>
                  </a:extLst>
                </p14:cNvPr>
                <p14:cNvContentPartPr/>
                <p14:nvPr/>
              </p14:nvContentPartPr>
              <p14:xfrm>
                <a:off x="2155031" y="5344256"/>
                <a:ext cx="162000" cy="2815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F2812F8C-42F9-3186-2150-E41B69632F1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146031" y="5335616"/>
                  <a:ext cx="1796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AE412CAC-3058-1437-BEDA-6D4EBA196AE5}"/>
                    </a:ext>
                  </a:extLst>
                </p14:cNvPr>
                <p14:cNvContentPartPr/>
                <p14:nvPr/>
              </p14:nvContentPartPr>
              <p14:xfrm>
                <a:off x="2535911" y="5301056"/>
                <a:ext cx="46800" cy="3398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AE412CAC-3058-1437-BEDA-6D4EBA196AE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526911" y="5292416"/>
                  <a:ext cx="6444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FB64CF1-DF98-F4F5-F77B-4327E63BB5DF}"/>
                    </a:ext>
                  </a:extLst>
                </p14:cNvPr>
                <p14:cNvContentPartPr/>
                <p14:nvPr/>
              </p14:nvContentPartPr>
              <p14:xfrm>
                <a:off x="2474351" y="5445056"/>
                <a:ext cx="63360" cy="392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FB64CF1-DF98-F4F5-F77B-4327E63BB5D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465711" y="5436416"/>
                  <a:ext cx="810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7CD94E7-D79C-7261-1B59-8C4CFE8681C4}"/>
                    </a:ext>
                  </a:extLst>
                </p14:cNvPr>
                <p14:cNvContentPartPr/>
                <p14:nvPr/>
              </p14:nvContentPartPr>
              <p14:xfrm>
                <a:off x="2753711" y="5508776"/>
                <a:ext cx="360" cy="32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7CD94E7-D79C-7261-1B59-8C4CFE8681C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745071" y="5500136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0CF162A2-710F-D67A-865F-9EEEE4063204}"/>
                    </a:ext>
                  </a:extLst>
                </p14:cNvPr>
                <p14:cNvContentPartPr/>
                <p14:nvPr/>
              </p14:nvContentPartPr>
              <p14:xfrm>
                <a:off x="2969351" y="5263256"/>
                <a:ext cx="46800" cy="2134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0CF162A2-710F-D67A-865F-9EEEE406320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960711" y="5254256"/>
                  <a:ext cx="6444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486BF0A-D982-7FA1-6321-0A8D867BC20A}"/>
                    </a:ext>
                  </a:extLst>
                </p14:cNvPr>
                <p14:cNvContentPartPr/>
                <p14:nvPr/>
              </p14:nvContentPartPr>
              <p14:xfrm>
                <a:off x="2934431" y="5234096"/>
                <a:ext cx="198360" cy="3099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486BF0A-D982-7FA1-6321-0A8D867BC20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925791" y="5225456"/>
                  <a:ext cx="21600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CD8DA88-479F-504E-99A2-14258906C9E4}"/>
                    </a:ext>
                  </a:extLst>
                </p14:cNvPr>
                <p14:cNvContentPartPr/>
                <p14:nvPr/>
              </p14:nvContentPartPr>
              <p14:xfrm>
                <a:off x="3224231" y="5248856"/>
                <a:ext cx="162360" cy="2937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CD8DA88-479F-504E-99A2-14258906C9E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215231" y="5240216"/>
                  <a:ext cx="180000" cy="31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4EB8F685-F87E-5846-4913-C1C49D70BC62}"/>
              </a:ext>
            </a:extLst>
          </p:cNvPr>
          <p:cNvGrpSpPr/>
          <p:nvPr/>
        </p:nvGrpSpPr>
        <p:grpSpPr>
          <a:xfrm>
            <a:off x="9632591" y="3546416"/>
            <a:ext cx="437040" cy="360360"/>
            <a:chOff x="9632591" y="3546416"/>
            <a:chExt cx="437040" cy="36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15C0D0F-7082-30F0-838A-79C65AC1161C}"/>
                    </a:ext>
                  </a:extLst>
                </p14:cNvPr>
                <p14:cNvContentPartPr/>
                <p14:nvPr/>
              </p14:nvContentPartPr>
              <p14:xfrm>
                <a:off x="9632591" y="3555416"/>
                <a:ext cx="109440" cy="3502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15C0D0F-7082-30F0-838A-79C65AC1161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623951" y="3546776"/>
                  <a:ext cx="1270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86FE9F0-4714-C437-6521-842CC3FCE13E}"/>
                    </a:ext>
                  </a:extLst>
                </p14:cNvPr>
                <p14:cNvContentPartPr/>
                <p14:nvPr/>
              </p14:nvContentPartPr>
              <p14:xfrm>
                <a:off x="9832031" y="3832976"/>
                <a:ext cx="360" cy="3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86FE9F0-4714-C437-6521-842CC3FCE13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823391" y="38243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F634355F-2BED-0B3B-8E95-145EAE16D5B5}"/>
                    </a:ext>
                  </a:extLst>
                </p14:cNvPr>
                <p14:cNvContentPartPr/>
                <p14:nvPr/>
              </p14:nvContentPartPr>
              <p14:xfrm>
                <a:off x="9944711" y="3546416"/>
                <a:ext cx="124920" cy="3603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F634355F-2BED-0B3B-8E95-145EAE16D5B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935711" y="3537416"/>
                  <a:ext cx="142560" cy="37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56E029BC-67EE-0EF1-B73E-09E7E5FD8549}"/>
              </a:ext>
            </a:extLst>
          </p:cNvPr>
          <p:cNvGrpSpPr/>
          <p:nvPr/>
        </p:nvGrpSpPr>
        <p:grpSpPr>
          <a:xfrm>
            <a:off x="9002591" y="3550016"/>
            <a:ext cx="431640" cy="352800"/>
            <a:chOff x="9002591" y="3550016"/>
            <a:chExt cx="431640" cy="35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F0818720-FF26-10C0-826B-83CDF2321B4B}"/>
                    </a:ext>
                  </a:extLst>
                </p14:cNvPr>
                <p14:cNvContentPartPr/>
                <p14:nvPr/>
              </p14:nvContentPartPr>
              <p14:xfrm>
                <a:off x="9353231" y="3550016"/>
                <a:ext cx="81000" cy="3528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F0818720-FF26-10C0-826B-83CDF2321B4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344591" y="3541016"/>
                  <a:ext cx="9864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6D31A48-FD86-5E04-0734-05BB13A44749}"/>
                    </a:ext>
                  </a:extLst>
                </p14:cNvPr>
                <p14:cNvContentPartPr/>
                <p14:nvPr/>
              </p14:nvContentPartPr>
              <p14:xfrm>
                <a:off x="9226151" y="3601496"/>
                <a:ext cx="158760" cy="1994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6D31A48-FD86-5E04-0734-05BB13A4474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217511" y="3592496"/>
                  <a:ext cx="176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5657CDEB-2002-1B1F-0105-BA369BA80A5D}"/>
                    </a:ext>
                  </a:extLst>
                </p14:cNvPr>
                <p14:cNvContentPartPr/>
                <p14:nvPr/>
              </p14:nvContentPartPr>
              <p14:xfrm>
                <a:off x="9002591" y="3742976"/>
                <a:ext cx="172440" cy="111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5657CDEB-2002-1B1F-0105-BA369BA80A5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993951" y="3733976"/>
                  <a:ext cx="19008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F9C18CE-0959-DFA7-2629-6884DF980B47}"/>
              </a:ext>
            </a:extLst>
          </p:cNvPr>
          <p:cNvGrpSpPr/>
          <p:nvPr/>
        </p:nvGrpSpPr>
        <p:grpSpPr>
          <a:xfrm>
            <a:off x="364631" y="1992656"/>
            <a:ext cx="8302320" cy="2740320"/>
            <a:chOff x="364631" y="1992656"/>
            <a:chExt cx="8302320" cy="274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3B2F701-12D4-1213-FA2E-CCBBDF062524}"/>
                    </a:ext>
                  </a:extLst>
                </p14:cNvPr>
                <p14:cNvContentPartPr/>
                <p14:nvPr/>
              </p14:nvContentPartPr>
              <p14:xfrm>
                <a:off x="1652351" y="2193896"/>
                <a:ext cx="50040" cy="300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3B2F701-12D4-1213-FA2E-CCBBDF06252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643351" y="2185256"/>
                  <a:ext cx="6768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676D82F-7E8F-7429-E1A8-5D226E2F97CA}"/>
                    </a:ext>
                  </a:extLst>
                </p14:cNvPr>
                <p14:cNvContentPartPr/>
                <p14:nvPr/>
              </p14:nvContentPartPr>
              <p14:xfrm>
                <a:off x="1585751" y="2250056"/>
                <a:ext cx="93240" cy="918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676D82F-7E8F-7429-E1A8-5D226E2F97C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577111" y="2241416"/>
                  <a:ext cx="1108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6CCCE5C-B7F1-EFD6-43A6-CDF742CD19EC}"/>
                    </a:ext>
                  </a:extLst>
                </p14:cNvPr>
                <p14:cNvContentPartPr/>
                <p14:nvPr/>
              </p14:nvContentPartPr>
              <p14:xfrm>
                <a:off x="1812911" y="2164016"/>
                <a:ext cx="105480" cy="391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6CCCE5C-B7F1-EFD6-43A6-CDF742CD19E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803911" y="2155016"/>
                  <a:ext cx="12312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372F1A9-AC8C-E397-80B7-C1B1D03F8B81}"/>
                    </a:ext>
                  </a:extLst>
                </p14:cNvPr>
                <p14:cNvContentPartPr/>
                <p14:nvPr/>
              </p14:nvContentPartPr>
              <p14:xfrm>
                <a:off x="1114511" y="2318816"/>
                <a:ext cx="279000" cy="972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372F1A9-AC8C-E397-80B7-C1B1D03F8B8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05871" y="2309816"/>
                  <a:ext cx="2966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6CACCF6-E446-BEA8-F7D3-D69F35318FC5}"/>
                    </a:ext>
                  </a:extLst>
                </p14:cNvPr>
                <p14:cNvContentPartPr/>
                <p14:nvPr/>
              </p14:nvContentPartPr>
              <p14:xfrm>
                <a:off x="2838191" y="2150696"/>
                <a:ext cx="25200" cy="293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6CACCF6-E446-BEA8-F7D3-D69F35318FC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829191" y="2141696"/>
                  <a:ext cx="4284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017EC96-5559-97F4-F3EB-A31B3AC28771}"/>
                    </a:ext>
                  </a:extLst>
                </p14:cNvPr>
                <p14:cNvContentPartPr/>
                <p14:nvPr/>
              </p14:nvContentPartPr>
              <p14:xfrm>
                <a:off x="2821271" y="2165456"/>
                <a:ext cx="246240" cy="24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017EC96-5559-97F4-F3EB-A31B3AC2877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2631" y="2156456"/>
                  <a:ext cx="26388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E4CF794-63F3-4979-794C-10EB4592B0F4}"/>
                    </a:ext>
                  </a:extLst>
                </p14:cNvPr>
                <p14:cNvContentPartPr/>
                <p14:nvPr/>
              </p14:nvContentPartPr>
              <p14:xfrm>
                <a:off x="2914871" y="2284256"/>
                <a:ext cx="112320" cy="19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E4CF794-63F3-4979-794C-10EB4592B0F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906231" y="2275616"/>
                  <a:ext cx="129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B21D252-2126-3146-A67F-C95E59A449AA}"/>
                    </a:ext>
                  </a:extLst>
                </p14:cNvPr>
                <p14:cNvContentPartPr/>
                <p14:nvPr/>
              </p14:nvContentPartPr>
              <p14:xfrm>
                <a:off x="3179831" y="2261216"/>
                <a:ext cx="33120" cy="115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B21D252-2126-3146-A67F-C95E59A449A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171191" y="2252576"/>
                  <a:ext cx="507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36CD36F-D457-8784-B17E-D994F6BA4CCB}"/>
                    </a:ext>
                  </a:extLst>
                </p14:cNvPr>
                <p14:cNvContentPartPr/>
                <p14:nvPr/>
              </p14:nvContentPartPr>
              <p14:xfrm>
                <a:off x="3163631" y="2236016"/>
                <a:ext cx="167040" cy="165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36CD36F-D457-8784-B17E-D994F6BA4CC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154991" y="2227016"/>
                  <a:ext cx="1846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57B460A-EB53-BDE0-05DA-56EDD343B798}"/>
                    </a:ext>
                  </a:extLst>
                </p14:cNvPr>
                <p14:cNvContentPartPr/>
                <p14:nvPr/>
              </p14:nvContentPartPr>
              <p14:xfrm>
                <a:off x="3433991" y="2218016"/>
                <a:ext cx="303480" cy="173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57B460A-EB53-BDE0-05DA-56EDD343B79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424991" y="2209016"/>
                  <a:ext cx="3211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49EFE7F-54A0-6335-00D9-EE8E22E98BA3}"/>
                    </a:ext>
                  </a:extLst>
                </p14:cNvPr>
                <p14:cNvContentPartPr/>
                <p14:nvPr/>
              </p14:nvContentPartPr>
              <p14:xfrm>
                <a:off x="3797231" y="2209016"/>
                <a:ext cx="187920" cy="2041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49EFE7F-54A0-6335-00D9-EE8E22E98BA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788231" y="2200376"/>
                  <a:ext cx="2055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590DEEE-833C-4253-9A20-E78A32A49E31}"/>
                    </a:ext>
                  </a:extLst>
                </p14:cNvPr>
                <p14:cNvContentPartPr/>
                <p14:nvPr/>
              </p14:nvContentPartPr>
              <p14:xfrm>
                <a:off x="4018631" y="2224136"/>
                <a:ext cx="189000" cy="183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590DEEE-833C-4253-9A20-E78A32A49E3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09631" y="2215136"/>
                  <a:ext cx="2066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62D80DB-7AB1-CB62-2540-FF5D1E77A8C8}"/>
                    </a:ext>
                  </a:extLst>
                </p14:cNvPr>
                <p14:cNvContentPartPr/>
                <p14:nvPr/>
              </p14:nvContentPartPr>
              <p14:xfrm>
                <a:off x="4463591" y="2214776"/>
                <a:ext cx="212040" cy="219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62D80DB-7AB1-CB62-2540-FF5D1E77A8C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454951" y="2205776"/>
                  <a:ext cx="2296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5460685-8A5E-631B-9A03-FCAC07729BAC}"/>
                    </a:ext>
                  </a:extLst>
                </p14:cNvPr>
                <p14:cNvContentPartPr/>
                <p14:nvPr/>
              </p14:nvContentPartPr>
              <p14:xfrm>
                <a:off x="4776071" y="2176616"/>
                <a:ext cx="84960" cy="2012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5460685-8A5E-631B-9A03-FCAC07729BA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767071" y="2167616"/>
                  <a:ext cx="1026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B532C8C-84BD-3ED7-64C2-0CA165C01CEE}"/>
                    </a:ext>
                  </a:extLst>
                </p14:cNvPr>
                <p14:cNvContentPartPr/>
                <p14:nvPr/>
              </p14:nvContentPartPr>
              <p14:xfrm>
                <a:off x="5392751" y="2064296"/>
                <a:ext cx="219240" cy="3150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B532C8C-84BD-3ED7-64C2-0CA165C01CE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384111" y="2055656"/>
                  <a:ext cx="23688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0A37042-F89D-FE11-209A-ACD22DC8799C}"/>
                    </a:ext>
                  </a:extLst>
                </p14:cNvPr>
                <p14:cNvContentPartPr/>
                <p14:nvPr/>
              </p14:nvContentPartPr>
              <p14:xfrm>
                <a:off x="5622791" y="2161136"/>
                <a:ext cx="116640" cy="187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0A37042-F89D-FE11-209A-ACD22DC8799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614151" y="2152496"/>
                  <a:ext cx="1342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987D9A1-40D7-DE9C-8C11-C14FD9341AD2}"/>
                    </a:ext>
                  </a:extLst>
                </p14:cNvPr>
                <p14:cNvContentPartPr/>
                <p14:nvPr/>
              </p14:nvContentPartPr>
              <p14:xfrm>
                <a:off x="5976311" y="1992656"/>
                <a:ext cx="147240" cy="290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987D9A1-40D7-DE9C-8C11-C14FD9341AD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967311" y="1983656"/>
                  <a:ext cx="1648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7FB2075-9642-8CE2-F219-BAE6DBE03F5B}"/>
                    </a:ext>
                  </a:extLst>
                </p14:cNvPr>
                <p14:cNvContentPartPr/>
                <p14:nvPr/>
              </p14:nvContentPartPr>
              <p14:xfrm>
                <a:off x="5946071" y="2202896"/>
                <a:ext cx="169560" cy="37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7FB2075-9642-8CE2-F219-BAE6DBE03F5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937431" y="2193896"/>
                  <a:ext cx="1872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337A553-8F4B-077B-C817-D9D83BE16455}"/>
                    </a:ext>
                  </a:extLst>
                </p14:cNvPr>
                <p14:cNvContentPartPr/>
                <p14:nvPr/>
              </p14:nvContentPartPr>
              <p14:xfrm>
                <a:off x="6169991" y="2169056"/>
                <a:ext cx="76680" cy="961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337A553-8F4B-077B-C817-D9D83BE1645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161351" y="2160056"/>
                  <a:ext cx="943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E61A7DC-04B3-ACA0-3459-7FAE8753C825}"/>
                    </a:ext>
                  </a:extLst>
                </p14:cNvPr>
                <p14:cNvContentPartPr/>
                <p14:nvPr/>
              </p14:nvContentPartPr>
              <p14:xfrm>
                <a:off x="6276551" y="2093816"/>
                <a:ext cx="344520" cy="1746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E61A7DC-04B3-ACA0-3459-7FAE8753C82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267911" y="2084816"/>
                  <a:ext cx="3621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CDEC969-8692-261F-23DD-7EFC2F872072}"/>
                    </a:ext>
                  </a:extLst>
                </p14:cNvPr>
                <p14:cNvContentPartPr/>
                <p14:nvPr/>
              </p14:nvContentPartPr>
              <p14:xfrm>
                <a:off x="6614231" y="2106776"/>
                <a:ext cx="161640" cy="1508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CDEC969-8692-261F-23DD-7EFC2F87207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605591" y="2098136"/>
                  <a:ext cx="1792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1636461-710A-2BA2-B158-4B47B51071D3}"/>
                    </a:ext>
                  </a:extLst>
                </p14:cNvPr>
                <p14:cNvContentPartPr/>
                <p14:nvPr/>
              </p14:nvContentPartPr>
              <p14:xfrm>
                <a:off x="6838151" y="2050976"/>
                <a:ext cx="213480" cy="174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1636461-710A-2BA2-B158-4B47B51071D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829511" y="2042336"/>
                  <a:ext cx="2311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526709E-844A-1926-B3CD-14CBE4F03643}"/>
                    </a:ext>
                  </a:extLst>
                </p14:cNvPr>
                <p14:cNvContentPartPr/>
                <p14:nvPr/>
              </p14:nvContentPartPr>
              <p14:xfrm>
                <a:off x="364631" y="3318176"/>
                <a:ext cx="409320" cy="401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526709E-844A-1926-B3CD-14CBE4F0364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5631" y="3309536"/>
                  <a:ext cx="42696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473C2C7-C8B6-5AA6-43E4-8FF92535F772}"/>
                    </a:ext>
                  </a:extLst>
                </p14:cNvPr>
                <p14:cNvContentPartPr/>
                <p14:nvPr/>
              </p14:nvContentPartPr>
              <p14:xfrm>
                <a:off x="816431" y="3314576"/>
                <a:ext cx="202320" cy="301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473C2C7-C8B6-5AA6-43E4-8FF92535F77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07431" y="3305576"/>
                  <a:ext cx="21996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221C56D-3390-C429-EF83-56261AA0AA46}"/>
                    </a:ext>
                  </a:extLst>
                </p14:cNvPr>
                <p14:cNvContentPartPr/>
                <p14:nvPr/>
              </p14:nvContentPartPr>
              <p14:xfrm>
                <a:off x="1328351" y="3377576"/>
                <a:ext cx="126000" cy="334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221C56D-3390-C429-EF83-56261AA0AA4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319351" y="3368576"/>
                  <a:ext cx="1436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EB0633D-AC1D-6954-D999-0E4FBD0F77F6}"/>
                    </a:ext>
                  </a:extLst>
                </p14:cNvPr>
                <p14:cNvContentPartPr/>
                <p14:nvPr/>
              </p14:nvContentPartPr>
              <p14:xfrm>
                <a:off x="1376231" y="3524096"/>
                <a:ext cx="186120" cy="30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EB0633D-AC1D-6954-D999-0E4FBD0F77F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367591" y="3515096"/>
                  <a:ext cx="2037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729BB0E-79E5-5CBC-7113-0EA8931520E3}"/>
                    </a:ext>
                  </a:extLst>
                </p14:cNvPr>
                <p14:cNvContentPartPr/>
                <p14:nvPr/>
              </p14:nvContentPartPr>
              <p14:xfrm>
                <a:off x="1907951" y="3334736"/>
                <a:ext cx="224280" cy="213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729BB0E-79E5-5CBC-7113-0EA8931520E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898951" y="3325736"/>
                  <a:ext cx="2419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4EA5FAE-B4B8-B98B-57CC-168F7F02CD54}"/>
                    </a:ext>
                  </a:extLst>
                </p14:cNvPr>
                <p14:cNvContentPartPr/>
                <p14:nvPr/>
              </p14:nvContentPartPr>
              <p14:xfrm>
                <a:off x="2418791" y="3269216"/>
                <a:ext cx="30600" cy="3924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4EA5FAE-B4B8-B98B-57CC-168F7F02CD5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409791" y="3260216"/>
                  <a:ext cx="4824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EDD97C4-436C-026C-564F-3E8D85A282AA}"/>
                    </a:ext>
                  </a:extLst>
                </p14:cNvPr>
                <p14:cNvContentPartPr/>
                <p14:nvPr/>
              </p14:nvContentPartPr>
              <p14:xfrm>
                <a:off x="2333471" y="3403856"/>
                <a:ext cx="128880" cy="684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EDD97C4-436C-026C-564F-3E8D85A282A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324831" y="3395216"/>
                  <a:ext cx="1465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9FBDBC1-080A-54ED-1C0B-D2315877DC7D}"/>
                    </a:ext>
                  </a:extLst>
                </p14:cNvPr>
                <p14:cNvContentPartPr/>
                <p14:nvPr/>
              </p14:nvContentPartPr>
              <p14:xfrm>
                <a:off x="2570351" y="3300536"/>
                <a:ext cx="126000" cy="2242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9FBDBC1-080A-54ED-1C0B-D2315877DC7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561711" y="3291896"/>
                  <a:ext cx="1436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6C92F8F-7C49-9A7F-97BF-FD9810B627B9}"/>
                    </a:ext>
                  </a:extLst>
                </p14:cNvPr>
                <p14:cNvContentPartPr/>
                <p14:nvPr/>
              </p14:nvContentPartPr>
              <p14:xfrm>
                <a:off x="2782391" y="3292616"/>
                <a:ext cx="93240" cy="279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6C92F8F-7C49-9A7F-97BF-FD9810B627B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773751" y="3283616"/>
                  <a:ext cx="1108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3A0640A-16BC-97BD-C3F9-B83FCF274DAB}"/>
                    </a:ext>
                  </a:extLst>
                </p14:cNvPr>
                <p14:cNvContentPartPr/>
                <p14:nvPr/>
              </p14:nvContentPartPr>
              <p14:xfrm>
                <a:off x="2976431" y="3487016"/>
                <a:ext cx="360" cy="3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3A0640A-16BC-97BD-C3F9-B83FCF274DA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967431" y="34783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849B9D5-0FD0-CA42-39A4-2D4065FB6113}"/>
                    </a:ext>
                  </a:extLst>
                </p14:cNvPr>
                <p14:cNvContentPartPr/>
                <p14:nvPr/>
              </p14:nvContentPartPr>
              <p14:xfrm>
                <a:off x="3159311" y="3263096"/>
                <a:ext cx="63360" cy="3308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849B9D5-0FD0-CA42-39A4-2D4065FB611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150311" y="3254456"/>
                  <a:ext cx="810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9C466D4-E85F-E176-07FD-D36D93CD4984}"/>
                    </a:ext>
                  </a:extLst>
                </p14:cNvPr>
                <p14:cNvContentPartPr/>
                <p14:nvPr/>
              </p14:nvContentPartPr>
              <p14:xfrm>
                <a:off x="3553871" y="3204416"/>
                <a:ext cx="46800" cy="3448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9C466D4-E85F-E176-07FD-D36D93CD498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544871" y="3195416"/>
                  <a:ext cx="6444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D64D4B-01BA-14E5-2955-079CA2B6E688}"/>
                    </a:ext>
                  </a:extLst>
                </p14:cNvPr>
                <p14:cNvContentPartPr/>
                <p14:nvPr/>
              </p14:nvContentPartPr>
              <p14:xfrm>
                <a:off x="3489431" y="3353096"/>
                <a:ext cx="212760" cy="11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D64D4B-01BA-14E5-2955-079CA2B6E68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480431" y="3344096"/>
                  <a:ext cx="2304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2F6D436-5979-9B0D-8816-FCD246726DE2}"/>
                    </a:ext>
                  </a:extLst>
                </p14:cNvPr>
                <p14:cNvContentPartPr/>
                <p14:nvPr/>
              </p14:nvContentPartPr>
              <p14:xfrm>
                <a:off x="3840431" y="3205496"/>
                <a:ext cx="313560" cy="2952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2F6D436-5979-9B0D-8816-FCD246726DE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831791" y="3196856"/>
                  <a:ext cx="3312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BADA211-57A4-5898-9624-40C1C83D85FA}"/>
                    </a:ext>
                  </a:extLst>
                </p14:cNvPr>
                <p14:cNvContentPartPr/>
                <p14:nvPr/>
              </p14:nvContentPartPr>
              <p14:xfrm>
                <a:off x="4172351" y="3173816"/>
                <a:ext cx="202320" cy="2242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BADA211-57A4-5898-9624-40C1C83D85F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163351" y="3164816"/>
                  <a:ext cx="219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9D26299-8C76-B8B0-FE9B-4721368D814E}"/>
                    </a:ext>
                  </a:extLst>
                </p14:cNvPr>
                <p14:cNvContentPartPr/>
                <p14:nvPr/>
              </p14:nvContentPartPr>
              <p14:xfrm>
                <a:off x="4337951" y="3323936"/>
                <a:ext cx="106920" cy="14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9D26299-8C76-B8B0-FE9B-4721368D814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329311" y="3315296"/>
                  <a:ext cx="1245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85A5EA4-5ABA-1CF3-3AB7-9AF6D96DA36C}"/>
                    </a:ext>
                  </a:extLst>
                </p14:cNvPr>
                <p14:cNvContentPartPr/>
                <p14:nvPr/>
              </p14:nvContentPartPr>
              <p14:xfrm>
                <a:off x="4515431" y="3327176"/>
                <a:ext cx="360" cy="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85A5EA4-5ABA-1CF3-3AB7-9AF6D96DA36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506791" y="33181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5180F07-9982-9CDE-859E-89999CF51F46}"/>
                    </a:ext>
                  </a:extLst>
                </p14:cNvPr>
                <p14:cNvContentPartPr/>
                <p14:nvPr/>
              </p14:nvContentPartPr>
              <p14:xfrm>
                <a:off x="4673831" y="3145376"/>
                <a:ext cx="216000" cy="2415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5180F07-9982-9CDE-859E-89999CF51F4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665191" y="3136376"/>
                  <a:ext cx="2336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CE1558C-8A59-FEC4-7ECF-E64DAF422821}"/>
                    </a:ext>
                  </a:extLst>
                </p14:cNvPr>
                <p14:cNvContentPartPr/>
                <p14:nvPr/>
              </p14:nvContentPartPr>
              <p14:xfrm>
                <a:off x="4859231" y="3262016"/>
                <a:ext cx="189000" cy="49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CE1558C-8A59-FEC4-7ECF-E64DAF42282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850231" y="3253016"/>
                  <a:ext cx="2066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F5A317E-F5A3-F5BF-1AEE-D1EEDEB3644A}"/>
                    </a:ext>
                  </a:extLst>
                </p14:cNvPr>
                <p14:cNvContentPartPr/>
                <p14:nvPr/>
              </p14:nvContentPartPr>
              <p14:xfrm>
                <a:off x="6188351" y="2973656"/>
                <a:ext cx="76680" cy="3042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F5A317E-F5A3-F5BF-1AEE-D1EEDEB3644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179351" y="2965016"/>
                  <a:ext cx="943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C6F53A3-3F1E-8D1D-35F4-4712FDF221CE}"/>
                    </a:ext>
                  </a:extLst>
                </p14:cNvPr>
                <p14:cNvContentPartPr/>
                <p14:nvPr/>
              </p14:nvContentPartPr>
              <p14:xfrm>
                <a:off x="6095831" y="3017936"/>
                <a:ext cx="205200" cy="604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C6F53A3-3F1E-8D1D-35F4-4712FDF221C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087191" y="3008936"/>
                  <a:ext cx="2228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4AA5DED-6867-B42C-C756-4CB0A8E07D99}"/>
                    </a:ext>
                  </a:extLst>
                </p14:cNvPr>
                <p14:cNvContentPartPr/>
                <p14:nvPr/>
              </p14:nvContentPartPr>
              <p14:xfrm>
                <a:off x="6546911" y="2821016"/>
                <a:ext cx="213480" cy="3261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4AA5DED-6867-B42C-C756-4CB0A8E07D9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38271" y="2812016"/>
                  <a:ext cx="23112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6C142A6-4C36-B079-15DE-92A77647B39C}"/>
                    </a:ext>
                  </a:extLst>
                </p14:cNvPr>
                <p14:cNvContentPartPr/>
                <p14:nvPr/>
              </p14:nvContentPartPr>
              <p14:xfrm>
                <a:off x="6721511" y="2971856"/>
                <a:ext cx="186120" cy="550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6C142A6-4C36-B079-15DE-92A77647B39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712511" y="2963216"/>
                  <a:ext cx="2037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98F4CE9-4F1C-2C67-CACB-2E007121DB07}"/>
                    </a:ext>
                  </a:extLst>
                </p14:cNvPr>
                <p14:cNvContentPartPr/>
                <p14:nvPr/>
              </p14:nvContentPartPr>
              <p14:xfrm>
                <a:off x="6925991" y="2763056"/>
                <a:ext cx="173880" cy="3222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98F4CE9-4F1C-2C67-CACB-2E007121DB0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916991" y="2754056"/>
                  <a:ext cx="19152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F2EC50D-5263-4E21-DF30-A8E92E787A60}"/>
                    </a:ext>
                  </a:extLst>
                </p14:cNvPr>
                <p14:cNvContentPartPr/>
                <p14:nvPr/>
              </p14:nvContentPartPr>
              <p14:xfrm>
                <a:off x="7181231" y="2714096"/>
                <a:ext cx="176760" cy="1782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F2EC50D-5263-4E21-DF30-A8E92E787A6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172591" y="2705096"/>
                  <a:ext cx="1944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D061EDB-A065-6A46-E6DC-7EFDC6D62ED1}"/>
                    </a:ext>
                  </a:extLst>
                </p14:cNvPr>
                <p14:cNvContentPartPr/>
                <p14:nvPr/>
              </p14:nvContentPartPr>
              <p14:xfrm>
                <a:off x="7239551" y="2857736"/>
                <a:ext cx="122040" cy="174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D061EDB-A065-6A46-E6DC-7EFDC6D62ED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230911" y="2849096"/>
                  <a:ext cx="1396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C087A7E-4D94-DF9A-45DE-3D3995A3258C}"/>
                    </a:ext>
                  </a:extLst>
                </p14:cNvPr>
                <p14:cNvContentPartPr/>
                <p14:nvPr/>
              </p14:nvContentPartPr>
              <p14:xfrm>
                <a:off x="7497311" y="2923976"/>
                <a:ext cx="30240" cy="32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C087A7E-4D94-DF9A-45DE-3D3995A3258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488311" y="2915336"/>
                  <a:ext cx="4788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6775323-9EB6-3D47-233A-A610614EDE59}"/>
                    </a:ext>
                  </a:extLst>
                </p14:cNvPr>
                <p14:cNvContentPartPr/>
                <p14:nvPr/>
              </p14:nvContentPartPr>
              <p14:xfrm>
                <a:off x="7606751" y="2667296"/>
                <a:ext cx="186120" cy="2916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6775323-9EB6-3D47-233A-A610614EDE5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597751" y="2658296"/>
                  <a:ext cx="20376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5B15B62-27F7-A759-2C0F-5655F5801627}"/>
                    </a:ext>
                  </a:extLst>
                </p14:cNvPr>
                <p14:cNvContentPartPr/>
                <p14:nvPr/>
              </p14:nvContentPartPr>
              <p14:xfrm>
                <a:off x="7884311" y="2616176"/>
                <a:ext cx="189720" cy="3520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5B15B62-27F7-A759-2C0F-5655F580162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875671" y="2607176"/>
                  <a:ext cx="20736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4733E0D-6C92-1DF6-CA16-0818030664B0}"/>
                    </a:ext>
                  </a:extLst>
                </p14:cNvPr>
                <p14:cNvContentPartPr/>
                <p14:nvPr/>
              </p14:nvContentPartPr>
              <p14:xfrm>
                <a:off x="7902311" y="2755136"/>
                <a:ext cx="189000" cy="972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4733E0D-6C92-1DF6-CA16-0818030664B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893311" y="2746136"/>
                  <a:ext cx="2066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34E34F7-776E-FE35-4F28-7E64A8469C29}"/>
                    </a:ext>
                  </a:extLst>
                </p14:cNvPr>
                <p14:cNvContentPartPr/>
                <p14:nvPr/>
              </p14:nvContentPartPr>
              <p14:xfrm>
                <a:off x="7963511" y="2799776"/>
                <a:ext cx="109440" cy="414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34E34F7-776E-FE35-4F28-7E64A8469C2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954511" y="2791136"/>
                  <a:ext cx="1270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C778FC7-D265-8CBA-3570-8676EB099C1A}"/>
                    </a:ext>
                  </a:extLst>
                </p14:cNvPr>
                <p14:cNvContentPartPr/>
                <p14:nvPr/>
              </p14:nvContentPartPr>
              <p14:xfrm>
                <a:off x="8185991" y="2603216"/>
                <a:ext cx="163440" cy="2833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C778FC7-D265-8CBA-3570-8676EB099C1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176991" y="2594576"/>
                  <a:ext cx="18108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8F8E3FC-FA4F-EB27-7A8B-B85C94411657}"/>
                    </a:ext>
                  </a:extLst>
                </p14:cNvPr>
                <p14:cNvContentPartPr/>
                <p14:nvPr/>
              </p14:nvContentPartPr>
              <p14:xfrm>
                <a:off x="7544111" y="3240776"/>
                <a:ext cx="203760" cy="2930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8F8E3FC-FA4F-EB27-7A8B-B85C9441165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535471" y="3232136"/>
                  <a:ext cx="2214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922E636-30FB-5633-B40C-07239B206304}"/>
                    </a:ext>
                  </a:extLst>
                </p14:cNvPr>
                <p14:cNvContentPartPr/>
                <p14:nvPr/>
              </p14:nvContentPartPr>
              <p14:xfrm>
                <a:off x="1128191" y="4368656"/>
                <a:ext cx="360" cy="3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922E636-30FB-5633-B40C-07239B20630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19191" y="43600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4FB518C-860E-6DA8-DF9F-474A6BFBD728}"/>
                    </a:ext>
                  </a:extLst>
                </p14:cNvPr>
                <p14:cNvContentPartPr/>
                <p14:nvPr/>
              </p14:nvContentPartPr>
              <p14:xfrm>
                <a:off x="550031" y="4328696"/>
                <a:ext cx="293040" cy="4042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4FB518C-860E-6DA8-DF9F-474A6BFBD72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41391" y="4320056"/>
                  <a:ext cx="31068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7D62260-62B4-3346-3B28-473EE5C56D29}"/>
                    </a:ext>
                  </a:extLst>
                </p14:cNvPr>
                <p14:cNvContentPartPr/>
                <p14:nvPr/>
              </p14:nvContentPartPr>
              <p14:xfrm>
                <a:off x="1081391" y="4377656"/>
                <a:ext cx="24840" cy="3520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7D62260-62B4-3346-3B28-473EE5C56D2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72751" y="4368656"/>
                  <a:ext cx="4248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84416DA-BE59-2DC0-447A-B2BFCEECE604}"/>
                    </a:ext>
                  </a:extLst>
                </p14:cNvPr>
                <p14:cNvContentPartPr/>
                <p14:nvPr/>
              </p14:nvContentPartPr>
              <p14:xfrm>
                <a:off x="1646951" y="4423736"/>
                <a:ext cx="123120" cy="57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84416DA-BE59-2DC0-447A-B2BFCEECE60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637951" y="4415096"/>
                  <a:ext cx="140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F3CF32D-10D9-9672-8074-9B429E28215A}"/>
                    </a:ext>
                  </a:extLst>
                </p14:cNvPr>
                <p14:cNvContentPartPr/>
                <p14:nvPr/>
              </p14:nvContentPartPr>
              <p14:xfrm>
                <a:off x="1659191" y="4587176"/>
                <a:ext cx="177840" cy="280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F3CF32D-10D9-9672-8074-9B429E28215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650191" y="4578176"/>
                  <a:ext cx="1954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078D852-6C39-D111-1F6D-E350687C2593}"/>
                    </a:ext>
                  </a:extLst>
                </p14:cNvPr>
                <p14:cNvContentPartPr/>
                <p14:nvPr/>
              </p14:nvContentPartPr>
              <p14:xfrm>
                <a:off x="3029351" y="4355696"/>
                <a:ext cx="199080" cy="3315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078D852-6C39-D111-1F6D-E350687C259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020711" y="4347056"/>
                  <a:ext cx="21672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1916DDA-39DB-7FBE-9FDE-A9A1FA23C6F5}"/>
                    </a:ext>
                  </a:extLst>
                </p14:cNvPr>
                <p14:cNvContentPartPr/>
                <p14:nvPr/>
              </p14:nvContentPartPr>
              <p14:xfrm>
                <a:off x="3357311" y="4594016"/>
                <a:ext cx="16920" cy="57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1916DDA-39DB-7FBE-9FDE-A9A1FA23C6F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348311" y="4585376"/>
                  <a:ext cx="34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E23BF25-7446-6593-F2D3-430445304D01}"/>
                    </a:ext>
                  </a:extLst>
                </p14:cNvPr>
                <p14:cNvContentPartPr/>
                <p14:nvPr/>
              </p14:nvContentPartPr>
              <p14:xfrm>
                <a:off x="3542711" y="4329056"/>
                <a:ext cx="16920" cy="2955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E23BF25-7446-6593-F2D3-430445304D01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3534071" y="4320416"/>
                  <a:ext cx="3456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0D04CE9-9D64-ADE0-45D9-405F94DD6159}"/>
                    </a:ext>
                  </a:extLst>
                </p14:cNvPr>
                <p14:cNvContentPartPr/>
                <p14:nvPr/>
              </p14:nvContentPartPr>
              <p14:xfrm>
                <a:off x="4064351" y="4197296"/>
                <a:ext cx="343440" cy="3481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0D04CE9-9D64-ADE0-45D9-405F94DD6159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4055351" y="4188656"/>
                  <a:ext cx="36108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0E02412-71D5-5906-E7F6-87D8EF6A002F}"/>
                    </a:ext>
                  </a:extLst>
                </p14:cNvPr>
                <p14:cNvContentPartPr/>
                <p14:nvPr/>
              </p14:nvContentPartPr>
              <p14:xfrm>
                <a:off x="4428311" y="4168136"/>
                <a:ext cx="210600" cy="3430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0E02412-71D5-5906-E7F6-87D8EF6A002F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4419671" y="4159496"/>
                  <a:ext cx="2282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F560E65-4B02-65AC-00EF-E8CAF3A769C0}"/>
                    </a:ext>
                  </a:extLst>
                </p14:cNvPr>
                <p14:cNvContentPartPr/>
                <p14:nvPr/>
              </p14:nvContentPartPr>
              <p14:xfrm>
                <a:off x="4547471" y="4366136"/>
                <a:ext cx="191520" cy="248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F560E65-4B02-65AC-00EF-E8CAF3A769C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4538471" y="4357496"/>
                  <a:ext cx="2091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E0F4AC3-E380-EFA3-854A-A5BA155411B5}"/>
                    </a:ext>
                  </a:extLst>
                </p14:cNvPr>
                <p14:cNvContentPartPr/>
                <p14:nvPr/>
              </p14:nvContentPartPr>
              <p14:xfrm>
                <a:off x="4882631" y="4443896"/>
                <a:ext cx="11160" cy="86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E0F4AC3-E380-EFA3-854A-A5BA155411B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873631" y="4435256"/>
                  <a:ext cx="288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43D9506-66EB-2C64-0DF6-953ECFAF58FF}"/>
                    </a:ext>
                  </a:extLst>
                </p14:cNvPr>
                <p14:cNvContentPartPr/>
                <p14:nvPr/>
              </p14:nvContentPartPr>
              <p14:xfrm>
                <a:off x="4933751" y="4111976"/>
                <a:ext cx="251640" cy="3528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43D9506-66EB-2C64-0DF6-953ECFAF58FF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4925111" y="4103336"/>
                  <a:ext cx="26928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FCD1B59-1563-0D00-3A24-7788736CC37B}"/>
                    </a:ext>
                  </a:extLst>
                </p14:cNvPr>
                <p14:cNvContentPartPr/>
                <p14:nvPr/>
              </p14:nvContentPartPr>
              <p14:xfrm>
                <a:off x="5118791" y="4314296"/>
                <a:ext cx="240840" cy="496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FCD1B59-1563-0D00-3A24-7788736CC37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109791" y="4305296"/>
                  <a:ext cx="2584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A142164-8144-4740-214C-3389C1047112}"/>
                    </a:ext>
                  </a:extLst>
                </p14:cNvPr>
                <p14:cNvContentPartPr/>
                <p14:nvPr/>
              </p14:nvContentPartPr>
              <p14:xfrm>
                <a:off x="6051191" y="3935936"/>
                <a:ext cx="115920" cy="5130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A142164-8144-4740-214C-3389C1047112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042191" y="3927296"/>
                  <a:ext cx="13356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385267D-FFB7-55A9-05FE-C0C4851199F6}"/>
                    </a:ext>
                  </a:extLst>
                </p14:cNvPr>
                <p14:cNvContentPartPr/>
                <p14:nvPr/>
              </p14:nvContentPartPr>
              <p14:xfrm>
                <a:off x="6016991" y="4147616"/>
                <a:ext cx="294120" cy="36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385267D-FFB7-55A9-05FE-C0C4851199F6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6008351" y="4138976"/>
                  <a:ext cx="3117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D25C8F5-7509-164B-AE1D-C517B7577C02}"/>
                    </a:ext>
                  </a:extLst>
                </p14:cNvPr>
                <p14:cNvContentPartPr/>
                <p14:nvPr/>
              </p14:nvContentPartPr>
              <p14:xfrm>
                <a:off x="7903751" y="3818936"/>
                <a:ext cx="223560" cy="2077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D25C8F5-7509-164B-AE1D-C517B7577C0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895111" y="3809936"/>
                  <a:ext cx="241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AC77F08-7E24-5311-C95C-027D2E8DC680}"/>
                    </a:ext>
                  </a:extLst>
                </p14:cNvPr>
                <p14:cNvContentPartPr/>
                <p14:nvPr/>
              </p14:nvContentPartPr>
              <p14:xfrm>
                <a:off x="8272031" y="3712016"/>
                <a:ext cx="123480" cy="2347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AC77F08-7E24-5311-C95C-027D2E8DC68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263031" y="3703376"/>
                  <a:ext cx="1411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D8BD247-B926-7F29-8116-84CE0FDC6470}"/>
                    </a:ext>
                  </a:extLst>
                </p14:cNvPr>
                <p14:cNvContentPartPr/>
                <p14:nvPr/>
              </p14:nvContentPartPr>
              <p14:xfrm>
                <a:off x="8289671" y="3822176"/>
                <a:ext cx="189000" cy="835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D8BD247-B926-7F29-8116-84CE0FDC6470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280671" y="3813176"/>
                  <a:ext cx="2066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ADA33FD-C6DC-B686-9992-32B03B214149}"/>
                    </a:ext>
                  </a:extLst>
                </p14:cNvPr>
                <p14:cNvContentPartPr/>
                <p14:nvPr/>
              </p14:nvContentPartPr>
              <p14:xfrm>
                <a:off x="8568311" y="3705896"/>
                <a:ext cx="98640" cy="1717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ADA33FD-C6DC-B686-9992-32B03B21414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559311" y="3696896"/>
                  <a:ext cx="1162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15C5F72-8601-1D49-5A1E-74FFBEF34D26}"/>
                    </a:ext>
                  </a:extLst>
                </p14:cNvPr>
                <p14:cNvContentPartPr/>
                <p14:nvPr/>
              </p14:nvContentPartPr>
              <p14:xfrm>
                <a:off x="2063111" y="4382696"/>
                <a:ext cx="351720" cy="3016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15C5F72-8601-1D49-5A1E-74FFBEF34D26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2054111" y="4373696"/>
                  <a:ext cx="36936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6E70423-F96C-E65E-5E73-F3204DCF9EA3}"/>
                    </a:ext>
                  </a:extLst>
                </p14:cNvPr>
                <p14:cNvContentPartPr/>
                <p14:nvPr/>
              </p14:nvContentPartPr>
              <p14:xfrm>
                <a:off x="2654591" y="4356056"/>
                <a:ext cx="19800" cy="3456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6E70423-F96C-E65E-5E73-F3204DCF9EA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645591" y="4347416"/>
                  <a:ext cx="3744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3B1B473-9E0B-DA8D-C1AE-1D228553E3C2}"/>
                    </a:ext>
                  </a:extLst>
                </p14:cNvPr>
                <p14:cNvContentPartPr/>
                <p14:nvPr/>
              </p14:nvContentPartPr>
              <p14:xfrm>
                <a:off x="2520671" y="4446776"/>
                <a:ext cx="192600" cy="80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3B1B473-9E0B-DA8D-C1AE-1D228553E3C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511671" y="4438136"/>
                  <a:ext cx="2102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C347348-1FE6-8A38-BD26-092B725E6681}"/>
                    </a:ext>
                  </a:extLst>
                </p14:cNvPr>
                <p14:cNvContentPartPr/>
                <p14:nvPr/>
              </p14:nvContentPartPr>
              <p14:xfrm>
                <a:off x="2736311" y="4385216"/>
                <a:ext cx="183240" cy="2739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C347348-1FE6-8A38-BD26-092B725E668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727311" y="4376216"/>
                  <a:ext cx="2008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423B343-AFE7-2EBE-C9C6-DF9609F514C4}"/>
                    </a:ext>
                  </a:extLst>
                </p14:cNvPr>
                <p14:cNvContentPartPr/>
                <p14:nvPr/>
              </p14:nvContentPartPr>
              <p14:xfrm>
                <a:off x="6607751" y="3888776"/>
                <a:ext cx="287280" cy="3348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423B343-AFE7-2EBE-C9C6-DF9609F514C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6599111" y="3880136"/>
                  <a:ext cx="3049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4052CA4-F9D4-C408-8E87-21F6565DC981}"/>
                    </a:ext>
                  </a:extLst>
                </p14:cNvPr>
                <p14:cNvContentPartPr/>
                <p14:nvPr/>
              </p14:nvContentPartPr>
              <p14:xfrm>
                <a:off x="6767231" y="4074536"/>
                <a:ext cx="177840" cy="399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4052CA4-F9D4-C408-8E87-21F6565DC981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6758591" y="4065896"/>
                  <a:ext cx="1954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36B19EE-9E13-8B15-3BD1-6FB4B51D0247}"/>
                    </a:ext>
                  </a:extLst>
                </p14:cNvPr>
                <p14:cNvContentPartPr/>
                <p14:nvPr/>
              </p14:nvContentPartPr>
              <p14:xfrm>
                <a:off x="7108151" y="3879056"/>
                <a:ext cx="220320" cy="3247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36B19EE-9E13-8B15-3BD1-6FB4B51D0247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099151" y="3870416"/>
                  <a:ext cx="23796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E6643F2-1B78-0991-7BCC-40796230694D}"/>
                    </a:ext>
                  </a:extLst>
                </p14:cNvPr>
                <p14:cNvContentPartPr/>
                <p14:nvPr/>
              </p14:nvContentPartPr>
              <p14:xfrm>
                <a:off x="7474271" y="3882656"/>
                <a:ext cx="153360" cy="1414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E6643F2-1B78-0991-7BCC-40796230694D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465631" y="3874016"/>
                  <a:ext cx="171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76707E5-5EFD-5B07-4216-D03EB5615739}"/>
                    </a:ext>
                  </a:extLst>
                </p14:cNvPr>
                <p14:cNvContentPartPr/>
                <p14:nvPr/>
              </p14:nvContentPartPr>
              <p14:xfrm>
                <a:off x="7513871" y="4043576"/>
                <a:ext cx="149400" cy="1260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76707E5-5EFD-5B07-4216-D03EB561573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504871" y="4034576"/>
                  <a:ext cx="1670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AF4CD05-F654-9A7E-ECED-7963BAEFCBB6}"/>
                    </a:ext>
                  </a:extLst>
                </p14:cNvPr>
                <p14:cNvContentPartPr/>
                <p14:nvPr/>
              </p14:nvContentPartPr>
              <p14:xfrm>
                <a:off x="7734551" y="4112696"/>
                <a:ext cx="5760" cy="32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AF4CD05-F654-9A7E-ECED-7963BAEFCBB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725551" y="4104056"/>
                  <a:ext cx="234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B66C4D-5C42-9891-E8B5-8E2A23254D8C}"/>
                    </a:ext>
                  </a:extLst>
                </p14:cNvPr>
                <p14:cNvContentPartPr/>
                <p14:nvPr/>
              </p14:nvContentPartPr>
              <p14:xfrm>
                <a:off x="2992031" y="3647936"/>
                <a:ext cx="4277160" cy="4039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B66C4D-5C42-9891-E8B5-8E2A23254D8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2983391" y="3638936"/>
                  <a:ext cx="4294800" cy="42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2D7B4584-589A-B107-F80E-B6B0CBC196FF}"/>
              </a:ext>
            </a:extLst>
          </p:cNvPr>
          <p:cNvGrpSpPr/>
          <p:nvPr/>
        </p:nvGrpSpPr>
        <p:grpSpPr>
          <a:xfrm>
            <a:off x="4387391" y="4802816"/>
            <a:ext cx="1296360" cy="556200"/>
            <a:chOff x="4387391" y="4802816"/>
            <a:chExt cx="1296360" cy="55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EDD86B2-6AA8-03EF-62AF-CA5CC7CF3101}"/>
                    </a:ext>
                  </a:extLst>
                </p14:cNvPr>
                <p14:cNvContentPartPr/>
                <p14:nvPr/>
              </p14:nvContentPartPr>
              <p14:xfrm>
                <a:off x="4387391" y="4967696"/>
                <a:ext cx="320400" cy="3913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EDD86B2-6AA8-03EF-62AF-CA5CC7CF3101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4378391" y="4959056"/>
                  <a:ext cx="33804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C69B7C4-B0C2-CDAB-6957-70A5F34A3B62}"/>
                    </a:ext>
                  </a:extLst>
                </p14:cNvPr>
                <p14:cNvContentPartPr/>
                <p14:nvPr/>
              </p14:nvContentPartPr>
              <p14:xfrm>
                <a:off x="4645871" y="4921616"/>
                <a:ext cx="263520" cy="3848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C69B7C4-B0C2-CDAB-6957-70A5F34A3B6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4637231" y="4912976"/>
                  <a:ext cx="28116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6F1825E-1AFF-6EE6-105A-F3CB1DDE3368}"/>
                    </a:ext>
                  </a:extLst>
                </p14:cNvPr>
                <p14:cNvContentPartPr/>
                <p14:nvPr/>
              </p14:nvContentPartPr>
              <p14:xfrm>
                <a:off x="4876271" y="5186216"/>
                <a:ext cx="93240" cy="57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6F1825E-1AFF-6EE6-105A-F3CB1DDE336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867271" y="5177216"/>
                  <a:ext cx="1108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37C313B-7090-B209-ED91-E7954434881E}"/>
                    </a:ext>
                  </a:extLst>
                </p14:cNvPr>
                <p14:cNvContentPartPr/>
                <p14:nvPr/>
              </p14:nvContentPartPr>
              <p14:xfrm>
                <a:off x="5150231" y="5167496"/>
                <a:ext cx="360" cy="3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37C313B-7090-B209-ED91-E7954434881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141591" y="515849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F548354-E166-0018-D864-238B1E000E82}"/>
                    </a:ext>
                  </a:extLst>
                </p14:cNvPr>
                <p14:cNvContentPartPr/>
                <p14:nvPr/>
              </p14:nvContentPartPr>
              <p14:xfrm>
                <a:off x="5193431" y="4802816"/>
                <a:ext cx="378000" cy="4388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F548354-E166-0018-D864-238B1E000E8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184791" y="4793816"/>
                  <a:ext cx="395640" cy="45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C145E888-C6FC-566A-C608-F74E1FCDB11A}"/>
                    </a:ext>
                  </a:extLst>
                </p14:cNvPr>
                <p14:cNvContentPartPr/>
                <p14:nvPr/>
              </p14:nvContentPartPr>
              <p14:xfrm>
                <a:off x="5496551" y="5040776"/>
                <a:ext cx="187200" cy="86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C145E888-C6FC-566A-C608-F74E1FCDB11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487911" y="5031776"/>
                  <a:ext cx="204840" cy="2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4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F3224EBA-A1D7-7B9C-5836-C2B863E1D3C3}"/>
                  </a:ext>
                </a:extLst>
              </p14:cNvPr>
              <p14:cNvContentPartPr/>
              <p14:nvPr/>
            </p14:nvContentPartPr>
            <p14:xfrm>
              <a:off x="6311231" y="4990376"/>
              <a:ext cx="213480" cy="576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F3224EBA-A1D7-7B9C-5836-C2B863E1D3C3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6302231" y="4981376"/>
                <a:ext cx="231120" cy="23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FCF9ABDB-011C-3E26-4117-9252501A1991}"/>
              </a:ext>
            </a:extLst>
          </p:cNvPr>
          <p:cNvGrpSpPr/>
          <p:nvPr/>
        </p:nvGrpSpPr>
        <p:grpSpPr>
          <a:xfrm>
            <a:off x="6920351" y="4815416"/>
            <a:ext cx="777960" cy="349200"/>
            <a:chOff x="6920351" y="4815416"/>
            <a:chExt cx="777960" cy="34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5F8CA37-512B-C348-8EDD-556C070994EF}"/>
                    </a:ext>
                  </a:extLst>
                </p14:cNvPr>
                <p14:cNvContentPartPr/>
                <p14:nvPr/>
              </p14:nvContentPartPr>
              <p14:xfrm>
                <a:off x="6994871" y="4815416"/>
                <a:ext cx="47520" cy="3168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5F8CA37-512B-C348-8EDD-556C070994E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986231" y="4806776"/>
                  <a:ext cx="6516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1636A4D-FEFD-2E67-06A3-7C28BA50A900}"/>
                    </a:ext>
                  </a:extLst>
                </p14:cNvPr>
                <p14:cNvContentPartPr/>
                <p14:nvPr/>
              </p14:nvContentPartPr>
              <p14:xfrm>
                <a:off x="6920351" y="4873376"/>
                <a:ext cx="208080" cy="16344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1636A4D-FEFD-2E67-06A3-7C28BA50A90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911351" y="4864376"/>
                  <a:ext cx="2257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1FA28FD4-D65B-1B2C-2D76-6638E7C6F651}"/>
                    </a:ext>
                  </a:extLst>
                </p14:cNvPr>
                <p14:cNvContentPartPr/>
                <p14:nvPr/>
              </p14:nvContentPartPr>
              <p14:xfrm>
                <a:off x="7149311" y="4848176"/>
                <a:ext cx="134640" cy="3164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1FA28FD4-D65B-1B2C-2D76-6638E7C6F65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140311" y="4839176"/>
                  <a:ext cx="15228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DB2354A6-7AB5-CB05-8B9B-80EBB5395CD9}"/>
                    </a:ext>
                  </a:extLst>
                </p14:cNvPr>
                <p14:cNvContentPartPr/>
                <p14:nvPr/>
              </p14:nvContentPartPr>
              <p14:xfrm>
                <a:off x="7459271" y="5042216"/>
                <a:ext cx="360" cy="3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DB2354A6-7AB5-CB05-8B9B-80EBB5395CD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50271" y="50335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832CD81-1F24-8B1C-E64D-3BCA5A22F081}"/>
                    </a:ext>
                  </a:extLst>
                </p14:cNvPr>
                <p14:cNvContentPartPr/>
                <p14:nvPr/>
              </p14:nvContentPartPr>
              <p14:xfrm>
                <a:off x="7587431" y="4862216"/>
                <a:ext cx="110880" cy="2865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832CD81-1F24-8B1C-E64D-3BCA5A22F081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578431" y="4853216"/>
                  <a:ext cx="128520" cy="30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5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F3F5AC-A502-7570-6057-00FC22D3E93A}"/>
                  </a:ext>
                </a:extLst>
              </p14:cNvPr>
              <p14:cNvContentPartPr/>
              <p14:nvPr/>
            </p14:nvContentPartPr>
            <p14:xfrm>
              <a:off x="6820991" y="5354336"/>
              <a:ext cx="1053000" cy="12600"/>
            </p14:xfrm>
          </p:contentPart>
        </mc:Choice>
        <mc:Fallback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F3F5AC-A502-7570-6057-00FC22D3E93A}"/>
                  </a:ext>
                </a:extLst>
              </p:cNvPr>
              <p:cNvPicPr/>
              <p:nvPr/>
            </p:nvPicPr>
            <p:blipFill>
              <a:blip r:embed="rId246"/>
              <a:stretch>
                <a:fillRect/>
              </a:stretch>
            </p:blipFill>
            <p:spPr>
              <a:xfrm>
                <a:off x="6812351" y="5345696"/>
                <a:ext cx="1070640" cy="3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7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EB7C85A8-F9A7-6637-2228-937C109280F2}"/>
                  </a:ext>
                </a:extLst>
              </p14:cNvPr>
              <p14:cNvContentPartPr/>
              <p14:nvPr/>
            </p14:nvContentPartPr>
            <p14:xfrm>
              <a:off x="5937191" y="5966696"/>
              <a:ext cx="213480" cy="864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EB7C85A8-F9A7-6637-2228-937C109280F2}"/>
                  </a:ext>
                </a:extLst>
              </p:cNvPr>
              <p:cNvPicPr/>
              <p:nvPr/>
            </p:nvPicPr>
            <p:blipFill>
              <a:blip r:embed="rId248"/>
              <a:stretch>
                <a:fillRect/>
              </a:stretch>
            </p:blipFill>
            <p:spPr>
              <a:xfrm>
                <a:off x="5928191" y="5957696"/>
                <a:ext cx="23112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9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180F95DD-D173-C585-B03E-F008978760E0}"/>
                  </a:ext>
                </a:extLst>
              </p14:cNvPr>
              <p14:cNvContentPartPr/>
              <p14:nvPr/>
            </p14:nvContentPartPr>
            <p14:xfrm>
              <a:off x="6386471" y="5825216"/>
              <a:ext cx="123120" cy="23508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180F95DD-D173-C585-B03E-F008978760E0}"/>
                  </a:ext>
                </a:extLst>
              </p:cNvPr>
              <p:cNvPicPr/>
              <p:nvPr/>
            </p:nvPicPr>
            <p:blipFill>
              <a:blip r:embed="rId250"/>
              <a:stretch>
                <a:fillRect/>
              </a:stretch>
            </p:blipFill>
            <p:spPr>
              <a:xfrm>
                <a:off x="6377471" y="5816576"/>
                <a:ext cx="14076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1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103A0A43-F507-973D-B458-F2F687FADBD0}"/>
                  </a:ext>
                </a:extLst>
              </p14:cNvPr>
              <p14:cNvContentPartPr/>
              <p14:nvPr/>
            </p14:nvContentPartPr>
            <p14:xfrm>
              <a:off x="6556751" y="5729456"/>
              <a:ext cx="224280" cy="15120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103A0A43-F507-973D-B458-F2F687FADBD0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6548111" y="5720816"/>
                <a:ext cx="241920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3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5AF4DF26-86E0-0CA6-DEAE-BE89C2D161B6}"/>
                  </a:ext>
                </a:extLst>
              </p14:cNvPr>
              <p14:cNvContentPartPr/>
              <p14:nvPr/>
            </p14:nvContentPartPr>
            <p14:xfrm>
              <a:off x="6639911" y="5866976"/>
              <a:ext cx="183240" cy="20268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5AF4DF26-86E0-0CA6-DEAE-BE89C2D161B6}"/>
                  </a:ext>
                </a:extLst>
              </p:cNvPr>
              <p:cNvPicPr/>
              <p:nvPr/>
            </p:nvPicPr>
            <p:blipFill>
              <a:blip r:embed="rId254"/>
              <a:stretch>
                <a:fillRect/>
              </a:stretch>
            </p:blipFill>
            <p:spPr>
              <a:xfrm>
                <a:off x="6630911" y="5857976"/>
                <a:ext cx="200880" cy="22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5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7C0DD277-0831-FB17-3D93-9AFB9810F24D}"/>
                  </a:ext>
                </a:extLst>
              </p14:cNvPr>
              <p14:cNvContentPartPr/>
              <p14:nvPr/>
            </p14:nvContentPartPr>
            <p14:xfrm>
              <a:off x="6440471" y="746696"/>
              <a:ext cx="1140120" cy="4788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7C0DD277-0831-FB17-3D93-9AFB9810F24D}"/>
                  </a:ext>
                </a:extLst>
              </p:cNvPr>
              <p:cNvPicPr/>
              <p:nvPr/>
            </p:nvPicPr>
            <p:blipFill>
              <a:blip r:embed="rId256"/>
              <a:stretch>
                <a:fillRect/>
              </a:stretch>
            </p:blipFill>
            <p:spPr>
              <a:xfrm>
                <a:off x="6431831" y="738056"/>
                <a:ext cx="1157760" cy="6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7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36875EA2-AB6F-95EF-269B-0ACF61E96472}"/>
                  </a:ext>
                </a:extLst>
              </p14:cNvPr>
              <p14:cNvContentPartPr/>
              <p14:nvPr/>
            </p14:nvContentPartPr>
            <p14:xfrm>
              <a:off x="8526671" y="787736"/>
              <a:ext cx="2129400" cy="4752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36875EA2-AB6F-95EF-269B-0ACF61E96472}"/>
                  </a:ext>
                </a:extLst>
              </p:cNvPr>
              <p:cNvPicPr/>
              <p:nvPr/>
            </p:nvPicPr>
            <p:blipFill>
              <a:blip r:embed="rId258"/>
              <a:stretch>
                <a:fillRect/>
              </a:stretch>
            </p:blipFill>
            <p:spPr>
              <a:xfrm>
                <a:off x="8517671" y="778736"/>
                <a:ext cx="214704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9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A5B047E5-5877-5402-050D-AB02012326AD}"/>
                  </a:ext>
                </a:extLst>
              </p14:cNvPr>
              <p14:cNvContentPartPr/>
              <p14:nvPr/>
            </p14:nvContentPartPr>
            <p14:xfrm>
              <a:off x="4588991" y="5521736"/>
              <a:ext cx="969120" cy="2664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A5B047E5-5877-5402-050D-AB02012326AD}"/>
                  </a:ext>
                </a:extLst>
              </p:cNvPr>
              <p:cNvPicPr/>
              <p:nvPr/>
            </p:nvPicPr>
            <p:blipFill>
              <a:blip r:embed="rId260"/>
              <a:stretch>
                <a:fillRect/>
              </a:stretch>
            </p:blipFill>
            <p:spPr>
              <a:xfrm>
                <a:off x="4580351" y="5512736"/>
                <a:ext cx="98676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1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6FD99296-8E4D-444B-158F-71480FBE08AA}"/>
                  </a:ext>
                </a:extLst>
              </p14:cNvPr>
              <p14:cNvContentPartPr/>
              <p14:nvPr/>
            </p14:nvContentPartPr>
            <p14:xfrm>
              <a:off x="3905351" y="189776"/>
              <a:ext cx="2949840" cy="17424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6FD99296-8E4D-444B-158F-71480FBE08AA}"/>
                  </a:ext>
                </a:extLst>
              </p:cNvPr>
              <p:cNvPicPr/>
              <p:nvPr/>
            </p:nvPicPr>
            <p:blipFill>
              <a:blip r:embed="rId262"/>
              <a:stretch>
                <a:fillRect/>
              </a:stretch>
            </p:blipFill>
            <p:spPr>
              <a:xfrm>
                <a:off x="3896351" y="180776"/>
                <a:ext cx="2967480" cy="19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7" name="Group 216">
            <a:extLst>
              <a:ext uri="{FF2B5EF4-FFF2-40B4-BE49-F238E27FC236}">
                <a16:creationId xmlns:a16="http://schemas.microsoft.com/office/drawing/2014/main" id="{6E6A16E1-2E53-BF65-B63E-86B3F4868C0E}"/>
              </a:ext>
            </a:extLst>
          </p:cNvPr>
          <p:cNvGrpSpPr/>
          <p:nvPr/>
        </p:nvGrpSpPr>
        <p:grpSpPr>
          <a:xfrm>
            <a:off x="4892471" y="6265496"/>
            <a:ext cx="948240" cy="455400"/>
            <a:chOff x="4892471" y="6265496"/>
            <a:chExt cx="948240" cy="45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219128EE-9BBA-3C92-FFF9-BAA22C90CA6C}"/>
                    </a:ext>
                  </a:extLst>
                </p14:cNvPr>
                <p14:cNvContentPartPr/>
                <p14:nvPr/>
              </p14:nvContentPartPr>
              <p14:xfrm>
                <a:off x="4892471" y="6404096"/>
                <a:ext cx="201960" cy="2739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219128EE-9BBA-3C92-FFF9-BAA22C90CA6C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4883831" y="6395456"/>
                  <a:ext cx="2196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B206E23-3AC1-70B5-5FC8-54A67ABFCC40}"/>
                    </a:ext>
                  </a:extLst>
                </p14:cNvPr>
                <p14:cNvContentPartPr/>
                <p14:nvPr/>
              </p14:nvContentPartPr>
              <p14:xfrm>
                <a:off x="5154191" y="6374576"/>
                <a:ext cx="236160" cy="3463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B206E23-3AC1-70B5-5FC8-54A67ABFCC40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5145191" y="6365576"/>
                  <a:ext cx="25380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DF914D38-6BD1-02EA-1318-8F59B32F2CD8}"/>
                    </a:ext>
                  </a:extLst>
                </p14:cNvPr>
                <p14:cNvContentPartPr/>
                <p14:nvPr/>
              </p14:nvContentPartPr>
              <p14:xfrm>
                <a:off x="5325191" y="6631616"/>
                <a:ext cx="22320" cy="111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DF914D38-6BD1-02EA-1318-8F59B32F2CD8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5316551" y="6622616"/>
                  <a:ext cx="399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B07364D4-C8B7-A1CD-BB1B-255197606C65}"/>
                    </a:ext>
                  </a:extLst>
                </p14:cNvPr>
                <p14:cNvContentPartPr/>
                <p14:nvPr/>
              </p14:nvContentPartPr>
              <p14:xfrm>
                <a:off x="5500151" y="6612536"/>
                <a:ext cx="5760" cy="3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B07364D4-C8B7-A1CD-BB1B-255197606C65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491151" y="6603536"/>
                  <a:ext cx="234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622CBA9-60DF-603A-D861-DD473A8754DD}"/>
                    </a:ext>
                  </a:extLst>
                </p14:cNvPr>
                <p14:cNvContentPartPr/>
                <p14:nvPr/>
              </p14:nvContentPartPr>
              <p14:xfrm>
                <a:off x="5502311" y="6265496"/>
                <a:ext cx="199800" cy="37728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622CBA9-60DF-603A-D861-DD473A8754DD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5493311" y="6256856"/>
                  <a:ext cx="2174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0C911C84-2FB9-BA13-CE37-67F8B5759FD2}"/>
                    </a:ext>
                  </a:extLst>
                </p14:cNvPr>
                <p14:cNvContentPartPr/>
                <p14:nvPr/>
              </p14:nvContentPartPr>
              <p14:xfrm>
                <a:off x="5651711" y="6464936"/>
                <a:ext cx="189000" cy="439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0C911C84-2FB9-BA13-CE37-67F8B5759FD2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5643071" y="6456296"/>
                  <a:ext cx="206640" cy="61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5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93E42658-9718-3E60-98D9-39B38BCAAE7D}"/>
                  </a:ext>
                </a:extLst>
              </p14:cNvPr>
              <p14:cNvContentPartPr/>
              <p14:nvPr/>
            </p14:nvContentPartPr>
            <p14:xfrm>
              <a:off x="6280631" y="6390056"/>
              <a:ext cx="243360" cy="8640"/>
            </p14:xfrm>
          </p:contentPart>
        </mc:Choice>
        <mc:Fallback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93E42658-9718-3E60-98D9-39B38BCAAE7D}"/>
                  </a:ext>
                </a:extLst>
              </p:cNvPr>
              <p:cNvPicPr/>
              <p:nvPr/>
            </p:nvPicPr>
            <p:blipFill>
              <a:blip r:embed="rId276"/>
              <a:stretch>
                <a:fillRect/>
              </a:stretch>
            </p:blipFill>
            <p:spPr>
              <a:xfrm>
                <a:off x="6271631" y="6381056"/>
                <a:ext cx="261000" cy="2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4" name="Group 223">
            <a:extLst>
              <a:ext uri="{FF2B5EF4-FFF2-40B4-BE49-F238E27FC236}">
                <a16:creationId xmlns:a16="http://schemas.microsoft.com/office/drawing/2014/main" id="{E05718DD-AD19-A107-3118-5D62B60C827D}"/>
              </a:ext>
            </a:extLst>
          </p:cNvPr>
          <p:cNvGrpSpPr/>
          <p:nvPr/>
        </p:nvGrpSpPr>
        <p:grpSpPr>
          <a:xfrm>
            <a:off x="6954911" y="6250016"/>
            <a:ext cx="839160" cy="402480"/>
            <a:chOff x="6954911" y="6250016"/>
            <a:chExt cx="839160" cy="40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342CC60-097E-6CE2-C4FE-26A53021FBE4}"/>
                    </a:ext>
                  </a:extLst>
                </p14:cNvPr>
                <p14:cNvContentPartPr/>
                <p14:nvPr/>
              </p14:nvContentPartPr>
              <p14:xfrm>
                <a:off x="7086671" y="6250016"/>
                <a:ext cx="28080" cy="3441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342CC60-097E-6CE2-C4FE-26A53021FBE4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7077671" y="6241016"/>
                  <a:ext cx="4572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4F537D9D-6AE8-9902-4CB8-C46AE50984C9}"/>
                    </a:ext>
                  </a:extLst>
                </p14:cNvPr>
                <p14:cNvContentPartPr/>
                <p14:nvPr/>
              </p14:nvContentPartPr>
              <p14:xfrm>
                <a:off x="6954911" y="6317696"/>
                <a:ext cx="213480" cy="1580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4F537D9D-6AE8-9902-4CB8-C46AE50984C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6945911" y="6308696"/>
                  <a:ext cx="2311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7591B9C7-5D20-BFC2-D3C6-8C1CA2B5471B}"/>
                    </a:ext>
                  </a:extLst>
                </p14:cNvPr>
                <p14:cNvContentPartPr/>
                <p14:nvPr/>
              </p14:nvContentPartPr>
              <p14:xfrm>
                <a:off x="7245071" y="6284216"/>
                <a:ext cx="109440" cy="3682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7591B9C7-5D20-BFC2-D3C6-8C1CA2B5471B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7236071" y="6275216"/>
                  <a:ext cx="12708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FBCE019B-FA01-E7CF-7E21-CB6EFEE15A4C}"/>
                    </a:ext>
                  </a:extLst>
                </p14:cNvPr>
                <p14:cNvContentPartPr/>
                <p14:nvPr/>
              </p14:nvContentPartPr>
              <p14:xfrm>
                <a:off x="7490591" y="6504896"/>
                <a:ext cx="360" cy="3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FBCE019B-FA01-E7CF-7E21-CB6EFEE15A4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81951" y="649589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3E5624A-B11C-3ADF-5209-183A6EA201B5}"/>
                    </a:ext>
                  </a:extLst>
                </p14:cNvPr>
                <p14:cNvContentPartPr/>
                <p14:nvPr/>
              </p14:nvContentPartPr>
              <p14:xfrm>
                <a:off x="7609391" y="6291776"/>
                <a:ext cx="184680" cy="27864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3E5624A-B11C-3ADF-5209-183A6EA201B5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600391" y="6283136"/>
                  <a:ext cx="202320" cy="29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62F5CF56-39DE-1A09-6F30-846CD144D91C}"/>
              </a:ext>
            </a:extLst>
          </p:cNvPr>
          <p:cNvGrpSpPr/>
          <p:nvPr/>
        </p:nvGrpSpPr>
        <p:grpSpPr>
          <a:xfrm>
            <a:off x="7718111" y="5580056"/>
            <a:ext cx="508320" cy="275400"/>
            <a:chOff x="7718111" y="5580056"/>
            <a:chExt cx="508320" cy="27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A6CD706C-7038-FED4-60E7-B3B31A7D1BFD}"/>
                    </a:ext>
                  </a:extLst>
                </p14:cNvPr>
                <p14:cNvContentPartPr/>
                <p14:nvPr/>
              </p14:nvContentPartPr>
              <p14:xfrm>
                <a:off x="7718111" y="5799296"/>
                <a:ext cx="115200" cy="36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A6CD706C-7038-FED4-60E7-B3B31A7D1BF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709111" y="5790656"/>
                  <a:ext cx="1328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12821ACA-6EB3-4D88-6091-8BBEE5922A5F}"/>
                    </a:ext>
                  </a:extLst>
                </p14:cNvPr>
                <p14:cNvContentPartPr/>
                <p14:nvPr/>
              </p14:nvContentPartPr>
              <p14:xfrm>
                <a:off x="8004311" y="5627216"/>
                <a:ext cx="16920" cy="1825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12821ACA-6EB3-4D88-6091-8BBEE5922A5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995671" y="5618576"/>
                  <a:ext cx="34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3490083-D074-D475-7D05-F25E14E44C70}"/>
                    </a:ext>
                  </a:extLst>
                </p14:cNvPr>
                <p14:cNvContentPartPr/>
                <p14:nvPr/>
              </p14:nvContentPartPr>
              <p14:xfrm>
                <a:off x="8067671" y="5580056"/>
                <a:ext cx="105840" cy="1458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3490083-D074-D475-7D05-F25E14E44C70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058671" y="5571416"/>
                  <a:ext cx="1234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CD31373-599F-DC93-E3D7-34052C80ACE4}"/>
                    </a:ext>
                  </a:extLst>
                </p14:cNvPr>
                <p14:cNvContentPartPr/>
                <p14:nvPr/>
              </p14:nvContentPartPr>
              <p14:xfrm>
                <a:off x="8086031" y="5789216"/>
                <a:ext cx="52920" cy="500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CD31373-599F-DC93-E3D7-34052C80ACE4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077391" y="5780576"/>
                  <a:ext cx="705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07ED8DF5-44AD-5AF5-DDC1-7614BCE0531C}"/>
                    </a:ext>
                  </a:extLst>
                </p14:cNvPr>
                <p14:cNvContentPartPr/>
                <p14:nvPr/>
              </p14:nvContentPartPr>
              <p14:xfrm>
                <a:off x="8108711" y="5663936"/>
                <a:ext cx="117720" cy="19152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07ED8DF5-44AD-5AF5-DDC1-7614BCE0531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099711" y="5655296"/>
                  <a:ext cx="135360" cy="209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6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35327D9F-01BB-04EF-2714-04EA51DBEB89}"/>
                  </a:ext>
                </a:extLst>
              </p14:cNvPr>
              <p14:cNvContentPartPr/>
              <p14:nvPr/>
            </p14:nvContentPartPr>
            <p14:xfrm>
              <a:off x="4842431" y="749936"/>
              <a:ext cx="990720" cy="30600"/>
            </p14:xfrm>
          </p:contentPart>
        </mc:Choice>
        <mc:Fallback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35327D9F-01BB-04EF-2714-04EA51DBEB89}"/>
                  </a:ext>
                </a:extLst>
              </p:cNvPr>
              <p:cNvPicPr/>
              <p:nvPr/>
            </p:nvPicPr>
            <p:blipFill>
              <a:blip r:embed="rId297"/>
              <a:stretch>
                <a:fillRect/>
              </a:stretch>
            </p:blipFill>
            <p:spPr>
              <a:xfrm>
                <a:off x="4833431" y="741296"/>
                <a:ext cx="1008360" cy="4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8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59CD952B-D733-A44B-5DFB-39F3A7FCDDC9}"/>
                  </a:ext>
                </a:extLst>
              </p14:cNvPr>
              <p14:cNvContentPartPr/>
              <p14:nvPr/>
            </p14:nvContentPartPr>
            <p14:xfrm>
              <a:off x="6212591" y="6171896"/>
              <a:ext cx="617760" cy="8640"/>
            </p14:xfrm>
          </p:contentPart>
        </mc:Choice>
        <mc:Fallback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59CD952B-D733-A44B-5DFB-39F3A7FCDDC9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6203951" y="6162896"/>
                <a:ext cx="635400" cy="2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93308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51978EB4-7477-723F-4D84-DE3362EAEF6B}"/>
              </a:ext>
            </a:extLst>
          </p:cNvPr>
          <p:cNvGrpSpPr/>
          <p:nvPr/>
        </p:nvGrpSpPr>
        <p:grpSpPr>
          <a:xfrm>
            <a:off x="1339787" y="795884"/>
            <a:ext cx="1780920" cy="958320"/>
            <a:chOff x="1339787" y="795884"/>
            <a:chExt cx="1780920" cy="95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346BC96-8946-BC3E-CAF9-6EDDB9DC2057}"/>
                    </a:ext>
                  </a:extLst>
                </p14:cNvPr>
                <p14:cNvContentPartPr/>
                <p14:nvPr/>
              </p14:nvContentPartPr>
              <p14:xfrm>
                <a:off x="1339787" y="795884"/>
                <a:ext cx="377640" cy="9583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346BC96-8946-BC3E-CAF9-6EDDB9DC205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30787" y="787244"/>
                  <a:ext cx="395280" cy="9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7E6E799-14FC-63BB-90B3-78D6DF21EFE9}"/>
                    </a:ext>
                  </a:extLst>
                </p14:cNvPr>
                <p14:cNvContentPartPr/>
                <p14:nvPr/>
              </p14:nvContentPartPr>
              <p14:xfrm>
                <a:off x="1692587" y="1427324"/>
                <a:ext cx="832680" cy="2678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7E6E799-14FC-63BB-90B3-78D6DF21EFE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83947" y="1418324"/>
                  <a:ext cx="8503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C616410-DAA4-A7E6-092F-EBF4595972D7}"/>
                    </a:ext>
                  </a:extLst>
                </p14:cNvPr>
                <p14:cNvContentPartPr/>
                <p14:nvPr/>
              </p14:nvContentPartPr>
              <p14:xfrm>
                <a:off x="2819027" y="1159484"/>
                <a:ext cx="37440" cy="5608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C616410-DAA4-A7E6-092F-EBF4595972D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10387" y="1150844"/>
                  <a:ext cx="55080" cy="57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BABB26D-B8FA-F889-3937-07F5CB512BB1}"/>
                    </a:ext>
                  </a:extLst>
                </p14:cNvPr>
                <p14:cNvContentPartPr/>
                <p14:nvPr/>
              </p14:nvContentPartPr>
              <p14:xfrm>
                <a:off x="2681867" y="1500044"/>
                <a:ext cx="438840" cy="187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BABB26D-B8FA-F889-3937-07F5CB512BB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72867" y="1491044"/>
                  <a:ext cx="45648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71D7C2-1C46-9AD5-AF81-292394F40187}"/>
              </a:ext>
            </a:extLst>
          </p:cNvPr>
          <p:cNvGrpSpPr/>
          <p:nvPr/>
        </p:nvGrpSpPr>
        <p:grpSpPr>
          <a:xfrm>
            <a:off x="3516707" y="1244444"/>
            <a:ext cx="1156320" cy="802440"/>
            <a:chOff x="3516707" y="1244444"/>
            <a:chExt cx="1156320" cy="80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CF43392-C6B0-894B-5582-F5434DDD0DD0}"/>
                    </a:ext>
                  </a:extLst>
                </p14:cNvPr>
                <p14:cNvContentPartPr/>
                <p14:nvPr/>
              </p14:nvContentPartPr>
              <p14:xfrm>
                <a:off x="3593387" y="1441364"/>
                <a:ext cx="183600" cy="3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CF43392-C6B0-894B-5582-F5434DDD0DD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584387" y="1432724"/>
                  <a:ext cx="2012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A05F606-9F67-2FDD-6FA1-819C5750A7FA}"/>
                    </a:ext>
                  </a:extLst>
                </p14:cNvPr>
                <p14:cNvContentPartPr/>
                <p14:nvPr/>
              </p14:nvContentPartPr>
              <p14:xfrm>
                <a:off x="3516707" y="1616324"/>
                <a:ext cx="399240" cy="151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A05F606-9F67-2FDD-6FA1-819C5750A7F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07707" y="1607324"/>
                  <a:ext cx="4168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58AF1BB-4E48-E88F-2879-D4655493CCE1}"/>
                    </a:ext>
                  </a:extLst>
                </p14:cNvPr>
                <p14:cNvContentPartPr/>
                <p14:nvPr/>
              </p14:nvContentPartPr>
              <p14:xfrm>
                <a:off x="4175867" y="1308164"/>
                <a:ext cx="70920" cy="738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58AF1BB-4E48-E88F-2879-D4655493CCE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167227" y="1299524"/>
                  <a:ext cx="88560" cy="75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26CAA47-33ED-1DDA-772C-ED18318A865B}"/>
                    </a:ext>
                  </a:extLst>
                </p14:cNvPr>
                <p14:cNvContentPartPr/>
                <p14:nvPr/>
              </p14:nvContentPartPr>
              <p14:xfrm>
                <a:off x="4146347" y="1244444"/>
                <a:ext cx="308160" cy="4161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26CAA47-33ED-1DDA-772C-ED18318A865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37347" y="1235444"/>
                  <a:ext cx="32580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5C42176-13A8-4B26-3ED2-02B19E3A7D13}"/>
                    </a:ext>
                  </a:extLst>
                </p14:cNvPr>
                <p14:cNvContentPartPr/>
                <p14:nvPr/>
              </p14:nvContentPartPr>
              <p14:xfrm>
                <a:off x="4460987" y="1464404"/>
                <a:ext cx="212040" cy="1872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5C42176-13A8-4B26-3ED2-02B19E3A7D1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52347" y="1455764"/>
                  <a:ext cx="22968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EB52098-09DE-D25E-DB2D-AC126C9E8036}"/>
              </a:ext>
            </a:extLst>
          </p:cNvPr>
          <p:cNvGrpSpPr/>
          <p:nvPr/>
        </p:nvGrpSpPr>
        <p:grpSpPr>
          <a:xfrm>
            <a:off x="4983347" y="1168484"/>
            <a:ext cx="2449440" cy="822240"/>
            <a:chOff x="4983347" y="1168484"/>
            <a:chExt cx="2449440" cy="82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ADCEB40-ED03-E7D6-89CC-9C7698C75DE1}"/>
                    </a:ext>
                  </a:extLst>
                </p14:cNvPr>
                <p14:cNvContentPartPr/>
                <p14:nvPr/>
              </p14:nvContentPartPr>
              <p14:xfrm>
                <a:off x="5069027" y="1178204"/>
                <a:ext cx="136080" cy="5508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ADCEB40-ED03-E7D6-89CC-9C7698C75DE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60027" y="1169564"/>
                  <a:ext cx="15372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10CDF8C-7466-6CE4-6F16-CB69534DA663}"/>
                    </a:ext>
                  </a:extLst>
                </p14:cNvPr>
                <p14:cNvContentPartPr/>
                <p14:nvPr/>
              </p14:nvContentPartPr>
              <p14:xfrm>
                <a:off x="4983347" y="1390964"/>
                <a:ext cx="353880" cy="69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10CDF8C-7466-6CE4-6F16-CB69534DA66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974707" y="1382324"/>
                  <a:ext cx="3715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254AE57-7A4D-F782-C490-EBE06CB1692B}"/>
                    </a:ext>
                  </a:extLst>
                </p14:cNvPr>
                <p14:cNvContentPartPr/>
                <p14:nvPr/>
              </p14:nvContentPartPr>
              <p14:xfrm>
                <a:off x="5618387" y="1200524"/>
                <a:ext cx="207000" cy="7902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254AE57-7A4D-F782-C490-EBE06CB1692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609747" y="1191524"/>
                  <a:ext cx="224640" cy="80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E22B3D7-DF70-A471-4F32-0F327C20B89B}"/>
                    </a:ext>
                  </a:extLst>
                </p14:cNvPr>
                <p14:cNvContentPartPr/>
                <p14:nvPr/>
              </p14:nvContentPartPr>
              <p14:xfrm>
                <a:off x="5516867" y="1168484"/>
                <a:ext cx="516600" cy="434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E22B3D7-DF70-A471-4F32-0F327C20B89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508227" y="1159844"/>
                  <a:ext cx="534240" cy="4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84F2989-5885-33BF-1B90-1C0CFC0685C2}"/>
                    </a:ext>
                  </a:extLst>
                </p14:cNvPr>
                <p14:cNvContentPartPr/>
                <p14:nvPr/>
              </p14:nvContentPartPr>
              <p14:xfrm>
                <a:off x="6024827" y="1425164"/>
                <a:ext cx="7560" cy="1526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84F2989-5885-33BF-1B90-1C0CFC0685C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016187" y="1416524"/>
                  <a:ext cx="252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E2FD486-4E18-B6D5-6A90-C8395CBB5B35}"/>
                    </a:ext>
                  </a:extLst>
                </p14:cNvPr>
                <p14:cNvContentPartPr/>
                <p14:nvPr/>
              </p14:nvContentPartPr>
              <p14:xfrm>
                <a:off x="6181067" y="1280444"/>
                <a:ext cx="158040" cy="271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E2FD486-4E18-B6D5-6A90-C8395CBB5B3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72427" y="1271804"/>
                  <a:ext cx="1756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A7DD8FE-A626-3DEB-0DAF-BDD6C1227838}"/>
                    </a:ext>
                  </a:extLst>
                </p14:cNvPr>
                <p14:cNvContentPartPr/>
                <p14:nvPr/>
              </p14:nvContentPartPr>
              <p14:xfrm>
                <a:off x="6439547" y="1334084"/>
                <a:ext cx="414360" cy="209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A7DD8FE-A626-3DEB-0DAF-BDD6C122783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430907" y="1325084"/>
                  <a:ext cx="4320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6824B06-CD34-034B-1E1F-19B5A3C63074}"/>
                    </a:ext>
                  </a:extLst>
                </p14:cNvPr>
                <p14:cNvContentPartPr/>
                <p14:nvPr/>
              </p14:nvContentPartPr>
              <p14:xfrm>
                <a:off x="6828707" y="1338044"/>
                <a:ext cx="119520" cy="1857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6824B06-CD34-034B-1E1F-19B5A3C6307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819707" y="1329044"/>
                  <a:ext cx="137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2B207DA-E5AF-7028-D629-707DA879A62A}"/>
                    </a:ext>
                  </a:extLst>
                </p14:cNvPr>
                <p14:cNvContentPartPr/>
                <p14:nvPr/>
              </p14:nvContentPartPr>
              <p14:xfrm>
                <a:off x="6991787" y="1277924"/>
                <a:ext cx="223920" cy="311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2B207DA-E5AF-7028-D629-707DA879A62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982787" y="1268924"/>
                  <a:ext cx="24156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F95CFFA-A129-D548-1DA6-B18AFF51655F}"/>
                    </a:ext>
                  </a:extLst>
                </p14:cNvPr>
                <p14:cNvContentPartPr/>
                <p14:nvPr/>
              </p14:nvContentPartPr>
              <p14:xfrm>
                <a:off x="7078187" y="1271444"/>
                <a:ext cx="158040" cy="180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F95CFFA-A129-D548-1DA6-B18AFF51655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069187" y="1262804"/>
                  <a:ext cx="1756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83B4D1F-191D-661F-C434-053CC724118B}"/>
                    </a:ext>
                  </a:extLst>
                </p14:cNvPr>
                <p14:cNvContentPartPr/>
                <p14:nvPr/>
              </p14:nvContentPartPr>
              <p14:xfrm>
                <a:off x="7274747" y="1276844"/>
                <a:ext cx="158040" cy="208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83B4D1F-191D-661F-C434-053CC724118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265747" y="1267844"/>
                  <a:ext cx="175680" cy="22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B27E2E-0E85-AC9E-D460-C7A27CFD8496}"/>
              </a:ext>
            </a:extLst>
          </p:cNvPr>
          <p:cNvGrpSpPr/>
          <p:nvPr/>
        </p:nvGrpSpPr>
        <p:grpSpPr>
          <a:xfrm>
            <a:off x="7750667" y="978764"/>
            <a:ext cx="264240" cy="432720"/>
            <a:chOff x="7750667" y="978764"/>
            <a:chExt cx="264240" cy="43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3312D08-4131-E5E9-BEDB-D25816FDD30E}"/>
                    </a:ext>
                  </a:extLst>
                </p14:cNvPr>
                <p14:cNvContentPartPr/>
                <p14:nvPr/>
              </p14:nvContentPartPr>
              <p14:xfrm>
                <a:off x="7751387" y="978764"/>
                <a:ext cx="46440" cy="432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3312D08-4131-E5E9-BEDB-D25816FDD30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742387" y="970124"/>
                  <a:ext cx="6408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64ED69C-2CDB-E08F-714F-D05313D0D28F}"/>
                    </a:ext>
                  </a:extLst>
                </p14:cNvPr>
                <p14:cNvContentPartPr/>
                <p14:nvPr/>
              </p14:nvContentPartPr>
              <p14:xfrm>
                <a:off x="7750667" y="1229324"/>
                <a:ext cx="264240" cy="114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64ED69C-2CDB-E08F-714F-D05313D0D28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741667" y="1220684"/>
                  <a:ext cx="28188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E8DE4A-8027-9F09-F412-0228ED292B20}"/>
              </a:ext>
            </a:extLst>
          </p:cNvPr>
          <p:cNvGrpSpPr/>
          <p:nvPr/>
        </p:nvGrpSpPr>
        <p:grpSpPr>
          <a:xfrm>
            <a:off x="8552747" y="955004"/>
            <a:ext cx="1312200" cy="609840"/>
            <a:chOff x="8552747" y="955004"/>
            <a:chExt cx="1312200" cy="60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DDFEC90-789B-DC39-6423-674DF0867E31}"/>
                    </a:ext>
                  </a:extLst>
                </p14:cNvPr>
                <p14:cNvContentPartPr/>
                <p14:nvPr/>
              </p14:nvContentPartPr>
              <p14:xfrm>
                <a:off x="8552747" y="1018004"/>
                <a:ext cx="141480" cy="505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DDFEC90-789B-DC39-6423-674DF0867E3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44107" y="1009004"/>
                  <a:ext cx="159120" cy="52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D5BC3DA-3235-6DD2-059C-9A7CD3F4B51B}"/>
                    </a:ext>
                  </a:extLst>
                </p14:cNvPr>
                <p14:cNvContentPartPr/>
                <p14:nvPr/>
              </p14:nvContentPartPr>
              <p14:xfrm>
                <a:off x="8556347" y="955004"/>
                <a:ext cx="347400" cy="397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D5BC3DA-3235-6DD2-059C-9A7CD3F4B51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547707" y="946004"/>
                  <a:ext cx="365040" cy="4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DB12560-2FD6-09EB-A3DE-B268A7D6C79B}"/>
                    </a:ext>
                  </a:extLst>
                </p14:cNvPr>
                <p14:cNvContentPartPr/>
                <p14:nvPr/>
              </p14:nvContentPartPr>
              <p14:xfrm>
                <a:off x="8917067" y="1205564"/>
                <a:ext cx="128160" cy="149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DB12560-2FD6-09EB-A3DE-B268A7D6C79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908427" y="1196564"/>
                  <a:ext cx="1458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A9DF4CE-CA21-2E3D-DC59-5D90D912C3C4}"/>
                    </a:ext>
                  </a:extLst>
                </p14:cNvPr>
                <p14:cNvContentPartPr/>
                <p14:nvPr/>
              </p14:nvContentPartPr>
              <p14:xfrm>
                <a:off x="9206147" y="987044"/>
                <a:ext cx="249120" cy="3470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A9DF4CE-CA21-2E3D-DC59-5D90D912C3C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97147" y="978404"/>
                  <a:ext cx="26676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8F7E82E-3CFB-D20B-F2CB-3A4E1C0E58B7}"/>
                    </a:ext>
                  </a:extLst>
                </p14:cNvPr>
                <p14:cNvContentPartPr/>
                <p14:nvPr/>
              </p14:nvContentPartPr>
              <p14:xfrm>
                <a:off x="9338267" y="1207364"/>
                <a:ext cx="117720" cy="62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8F7E82E-3CFB-D20B-F2CB-3A4E1C0E58B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329267" y="1198364"/>
                  <a:ext cx="1353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8DE9930-33E4-2F1F-BB13-571EEBC72A05}"/>
                    </a:ext>
                  </a:extLst>
                </p14:cNvPr>
                <p14:cNvContentPartPr/>
                <p14:nvPr/>
              </p14:nvContentPartPr>
              <p14:xfrm>
                <a:off x="9498827" y="1130324"/>
                <a:ext cx="176400" cy="434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8DE9930-33E4-2F1F-BB13-571EEBC72A0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490187" y="1121324"/>
                  <a:ext cx="19404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D018E57-DA09-3684-2A99-878C06CAF0E8}"/>
                    </a:ext>
                  </a:extLst>
                </p14:cNvPr>
                <p14:cNvContentPartPr/>
                <p14:nvPr/>
              </p14:nvContentPartPr>
              <p14:xfrm>
                <a:off x="9697187" y="1127804"/>
                <a:ext cx="167760" cy="247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D018E57-DA09-3684-2A99-878C06CAF0E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688187" y="1119164"/>
                  <a:ext cx="185400" cy="26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3527387-2B31-F01A-BAD3-0FC11AFDE485}"/>
              </a:ext>
            </a:extLst>
          </p:cNvPr>
          <p:cNvGrpSpPr/>
          <p:nvPr/>
        </p:nvGrpSpPr>
        <p:grpSpPr>
          <a:xfrm>
            <a:off x="10344467" y="805244"/>
            <a:ext cx="1375560" cy="679680"/>
            <a:chOff x="10344467" y="805244"/>
            <a:chExt cx="1375560" cy="67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75C07DD-BB36-A69B-DC8A-9876E234AFED}"/>
                    </a:ext>
                  </a:extLst>
                </p14:cNvPr>
                <p14:cNvContentPartPr/>
                <p14:nvPr/>
              </p14:nvContentPartPr>
              <p14:xfrm>
                <a:off x="10471547" y="856004"/>
                <a:ext cx="62640" cy="628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75C07DD-BB36-A69B-DC8A-9876E234AFE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462907" y="847004"/>
                  <a:ext cx="80280" cy="64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D2908A3-8C48-485E-A278-B97839925884}"/>
                    </a:ext>
                  </a:extLst>
                </p14:cNvPr>
                <p14:cNvContentPartPr/>
                <p14:nvPr/>
              </p14:nvContentPartPr>
              <p14:xfrm>
                <a:off x="10344467" y="1150124"/>
                <a:ext cx="516240" cy="48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D2908A3-8C48-485E-A278-B9783992588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335827" y="1141484"/>
                  <a:ext cx="5338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244E031-90D9-DDB8-FB8D-6AA8812048AA}"/>
                    </a:ext>
                  </a:extLst>
                </p14:cNvPr>
                <p14:cNvContentPartPr/>
                <p14:nvPr/>
              </p14:nvContentPartPr>
              <p14:xfrm>
                <a:off x="11058347" y="908204"/>
                <a:ext cx="111960" cy="434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244E031-90D9-DDB8-FB8D-6AA8812048A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49707" y="899564"/>
                  <a:ext cx="129600" cy="4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AC87A96-78C4-0B80-73E5-CB023F1D6F99}"/>
                    </a:ext>
                  </a:extLst>
                </p14:cNvPr>
                <p14:cNvContentPartPr/>
                <p14:nvPr/>
              </p14:nvContentPartPr>
              <p14:xfrm>
                <a:off x="11010467" y="805244"/>
                <a:ext cx="391320" cy="397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AC87A96-78C4-0B80-73E5-CB023F1D6F9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001467" y="796604"/>
                  <a:ext cx="408960" cy="4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123D0D5-CA32-464D-98A9-69C978E17C83}"/>
                    </a:ext>
                  </a:extLst>
                </p14:cNvPr>
                <p14:cNvContentPartPr/>
                <p14:nvPr/>
              </p14:nvContentPartPr>
              <p14:xfrm>
                <a:off x="11465147" y="1065164"/>
                <a:ext cx="254880" cy="2826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123D0D5-CA32-464D-98A9-69C978E17C8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456507" y="1056164"/>
                  <a:ext cx="27252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5298A5E-FE53-3149-4E48-A2F13688BD62}"/>
              </a:ext>
            </a:extLst>
          </p:cNvPr>
          <p:cNvGrpSpPr/>
          <p:nvPr/>
        </p:nvGrpSpPr>
        <p:grpSpPr>
          <a:xfrm>
            <a:off x="292187" y="3076124"/>
            <a:ext cx="2963160" cy="611640"/>
            <a:chOff x="292187" y="3076124"/>
            <a:chExt cx="2963160" cy="61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A7E201A-8E6A-2FD1-E2ED-52FDCA2E8345}"/>
                    </a:ext>
                  </a:extLst>
                </p14:cNvPr>
                <p14:cNvContentPartPr/>
                <p14:nvPr/>
              </p14:nvContentPartPr>
              <p14:xfrm>
                <a:off x="292187" y="3076124"/>
                <a:ext cx="367560" cy="552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A7E201A-8E6A-2FD1-E2ED-52FDCA2E834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83187" y="3067484"/>
                  <a:ext cx="385200" cy="57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613D432-D0EB-8AA7-E401-C2B4E32A9074}"/>
                    </a:ext>
                  </a:extLst>
                </p14:cNvPr>
                <p14:cNvContentPartPr/>
                <p14:nvPr/>
              </p14:nvContentPartPr>
              <p14:xfrm>
                <a:off x="698987" y="3403004"/>
                <a:ext cx="539280" cy="268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613D432-D0EB-8AA7-E401-C2B4E32A907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89987" y="3394364"/>
                  <a:ext cx="5569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7329731-6DB1-558B-DC94-E3A3C6817CE5}"/>
                    </a:ext>
                  </a:extLst>
                </p14:cNvPr>
                <p14:cNvContentPartPr/>
                <p14:nvPr/>
              </p14:nvContentPartPr>
              <p14:xfrm>
                <a:off x="1406387" y="3288524"/>
                <a:ext cx="42480" cy="3992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7329731-6DB1-558B-DC94-E3A3C6817CE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397747" y="3279524"/>
                  <a:ext cx="6012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1AAC87F-299E-47B0-44FE-92A5D3A6A7E2}"/>
                    </a:ext>
                  </a:extLst>
                </p14:cNvPr>
                <p14:cNvContentPartPr/>
                <p14:nvPr/>
              </p14:nvContentPartPr>
              <p14:xfrm>
                <a:off x="1273907" y="3419204"/>
                <a:ext cx="300960" cy="590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1AAC87F-299E-47B0-44FE-92A5D3A6A7E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265267" y="3410564"/>
                  <a:ext cx="3186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25A57D9-6ECC-FBBD-12F2-3F53A54508E8}"/>
                    </a:ext>
                  </a:extLst>
                </p14:cNvPr>
                <p14:cNvContentPartPr/>
                <p14:nvPr/>
              </p14:nvContentPartPr>
              <p14:xfrm>
                <a:off x="1710227" y="3460244"/>
                <a:ext cx="47880" cy="187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25A57D9-6ECC-FBBD-12F2-3F53A54508E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701227" y="3451604"/>
                  <a:ext cx="655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EA56784-9851-0BDA-A9E0-1B51B15BDE7E}"/>
                    </a:ext>
                  </a:extLst>
                </p14:cNvPr>
                <p14:cNvContentPartPr/>
                <p14:nvPr/>
              </p14:nvContentPartPr>
              <p14:xfrm>
                <a:off x="1720667" y="3635204"/>
                <a:ext cx="55440" cy="15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EA56784-9851-0BDA-A9E0-1B51B15BDE7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711667" y="3626204"/>
                  <a:ext cx="730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1B7CD64-EB2C-BC1A-0421-75432236A4BF}"/>
                    </a:ext>
                  </a:extLst>
                </p14:cNvPr>
                <p14:cNvContentPartPr/>
                <p14:nvPr/>
              </p14:nvContentPartPr>
              <p14:xfrm>
                <a:off x="2041067" y="3178724"/>
                <a:ext cx="427680" cy="3956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1B7CD64-EB2C-BC1A-0421-75432236A4B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32067" y="3170084"/>
                  <a:ext cx="4453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615CC1B-A430-9578-4EB1-1EADE2D42E5D}"/>
                    </a:ext>
                  </a:extLst>
                </p14:cNvPr>
                <p14:cNvContentPartPr/>
                <p14:nvPr/>
              </p14:nvContentPartPr>
              <p14:xfrm>
                <a:off x="2640827" y="3173324"/>
                <a:ext cx="106560" cy="4302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615CC1B-A430-9578-4EB1-1EADE2D42E5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631827" y="3164684"/>
                  <a:ext cx="12420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393BEA2-84B5-77B7-CDEF-437FC4DCE2D9}"/>
                    </a:ext>
                  </a:extLst>
                </p14:cNvPr>
                <p14:cNvContentPartPr/>
                <p14:nvPr/>
              </p14:nvContentPartPr>
              <p14:xfrm>
                <a:off x="2556227" y="3302564"/>
                <a:ext cx="122760" cy="119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393BEA2-84B5-77B7-CDEF-437FC4DCE2D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547227" y="3293924"/>
                  <a:ext cx="1404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799D837-DFD1-156C-8129-3B6DB1FC2A92}"/>
                    </a:ext>
                  </a:extLst>
                </p14:cNvPr>
                <p14:cNvContentPartPr/>
                <p14:nvPr/>
              </p14:nvContentPartPr>
              <p14:xfrm>
                <a:off x="2807867" y="3223364"/>
                <a:ext cx="149040" cy="2898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799D837-DFD1-156C-8129-3B6DB1FC2A9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98867" y="3214724"/>
                  <a:ext cx="1666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759CF02-2499-47B1-5A87-9ECCB769B611}"/>
                    </a:ext>
                  </a:extLst>
                </p14:cNvPr>
                <p14:cNvContentPartPr/>
                <p14:nvPr/>
              </p14:nvContentPartPr>
              <p14:xfrm>
                <a:off x="3097307" y="3165044"/>
                <a:ext cx="158040" cy="3344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759CF02-2499-47B1-5A87-9ECCB769B61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88667" y="3156044"/>
                  <a:ext cx="175680" cy="35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82C6B408-50DB-9C3E-531E-F4856B3258BC}"/>
              </a:ext>
            </a:extLst>
          </p:cNvPr>
          <p:cNvGrpSpPr/>
          <p:nvPr/>
        </p:nvGrpSpPr>
        <p:grpSpPr>
          <a:xfrm>
            <a:off x="3616787" y="3035084"/>
            <a:ext cx="378720" cy="518760"/>
            <a:chOff x="3616787" y="3035084"/>
            <a:chExt cx="378720" cy="51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7D90813-095C-6673-722E-7D062D9463C7}"/>
                    </a:ext>
                  </a:extLst>
                </p14:cNvPr>
                <p14:cNvContentPartPr/>
                <p14:nvPr/>
              </p14:nvContentPartPr>
              <p14:xfrm>
                <a:off x="3772667" y="3035084"/>
                <a:ext cx="18720" cy="5187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7D90813-095C-6673-722E-7D062D9463C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764027" y="3026444"/>
                  <a:ext cx="36360" cy="53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14856F7-0F38-C6DD-CE70-50021BAD0B64}"/>
                    </a:ext>
                  </a:extLst>
                </p14:cNvPr>
                <p14:cNvContentPartPr/>
                <p14:nvPr/>
              </p14:nvContentPartPr>
              <p14:xfrm>
                <a:off x="3616787" y="3324524"/>
                <a:ext cx="378720" cy="334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14856F7-0F38-C6DD-CE70-50021BAD0B6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607787" y="3315884"/>
                  <a:ext cx="396360" cy="5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DABA08AF-3FB0-B131-EF73-5CADF1E896CD}"/>
              </a:ext>
            </a:extLst>
          </p:cNvPr>
          <p:cNvGrpSpPr/>
          <p:nvPr/>
        </p:nvGrpSpPr>
        <p:grpSpPr>
          <a:xfrm>
            <a:off x="4965347" y="2672204"/>
            <a:ext cx="2158200" cy="1233000"/>
            <a:chOff x="4965347" y="2672204"/>
            <a:chExt cx="2158200" cy="123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0BA9B52-B431-89C7-A5C1-602B123D52AC}"/>
                    </a:ext>
                  </a:extLst>
                </p14:cNvPr>
                <p14:cNvContentPartPr/>
                <p14:nvPr/>
              </p14:nvContentPartPr>
              <p14:xfrm>
                <a:off x="4965347" y="2972444"/>
                <a:ext cx="226080" cy="5310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0BA9B52-B431-89C7-A5C1-602B123D52A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956707" y="2963444"/>
                  <a:ext cx="243720" cy="54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F7F9A09-0A74-AD62-16B7-8148592D68EC}"/>
                    </a:ext>
                  </a:extLst>
                </p14:cNvPr>
                <p14:cNvContentPartPr/>
                <p14:nvPr/>
              </p14:nvContentPartPr>
              <p14:xfrm>
                <a:off x="5079827" y="3194924"/>
                <a:ext cx="288000" cy="1029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F7F9A09-0A74-AD62-16B7-8148592D68E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070827" y="3185924"/>
                  <a:ext cx="3056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4595C2B-70A1-8E4D-375E-DE890426E123}"/>
                    </a:ext>
                  </a:extLst>
                </p14:cNvPr>
                <p14:cNvContentPartPr/>
                <p14:nvPr/>
              </p14:nvContentPartPr>
              <p14:xfrm>
                <a:off x="5384027" y="2879564"/>
                <a:ext cx="266040" cy="5493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4595C2B-70A1-8E4D-375E-DE890426E12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375387" y="2870924"/>
                  <a:ext cx="283680" cy="56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653D54E-9356-491A-2DC4-043CF773EAB9}"/>
                    </a:ext>
                  </a:extLst>
                </p14:cNvPr>
                <p14:cNvContentPartPr/>
                <p14:nvPr/>
              </p14:nvContentPartPr>
              <p14:xfrm>
                <a:off x="5788307" y="2870924"/>
                <a:ext cx="213120" cy="221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653D54E-9356-491A-2DC4-043CF773EAB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779307" y="2862284"/>
                  <a:ext cx="2307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7996AB5-2163-A90D-3114-38CF66889006}"/>
                    </a:ext>
                  </a:extLst>
                </p14:cNvPr>
                <p14:cNvContentPartPr/>
                <p14:nvPr/>
              </p14:nvContentPartPr>
              <p14:xfrm>
                <a:off x="5958947" y="3085484"/>
                <a:ext cx="139680" cy="315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7996AB5-2163-A90D-3114-38CF6688900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949947" y="3076844"/>
                  <a:ext cx="1573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8B93AB6-8BB6-86EB-C6F3-1C334DA7F8A8}"/>
                    </a:ext>
                  </a:extLst>
                </p14:cNvPr>
                <p14:cNvContentPartPr/>
                <p14:nvPr/>
              </p14:nvContentPartPr>
              <p14:xfrm>
                <a:off x="6204107" y="3221924"/>
                <a:ext cx="3960" cy="39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8B93AB6-8BB6-86EB-C6F3-1C334DA7F8A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195107" y="3212924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3F692E0-526C-3290-AFEE-DCCB5AA45127}"/>
                    </a:ext>
                  </a:extLst>
                </p14:cNvPr>
                <p14:cNvContentPartPr/>
                <p14:nvPr/>
              </p14:nvContentPartPr>
              <p14:xfrm>
                <a:off x="6683627" y="2756444"/>
                <a:ext cx="11520" cy="3783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3F692E0-526C-3290-AFEE-DCCB5AA4512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674627" y="2747444"/>
                  <a:ext cx="2916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860F220-85ED-A293-0368-BAACEE33C377}"/>
                    </a:ext>
                  </a:extLst>
                </p14:cNvPr>
                <p14:cNvContentPartPr/>
                <p14:nvPr/>
              </p14:nvContentPartPr>
              <p14:xfrm>
                <a:off x="6905027" y="2696684"/>
                <a:ext cx="62640" cy="4266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860F220-85ED-A293-0368-BAACEE33C37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896387" y="2687684"/>
                  <a:ext cx="8028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7D9EF7A-8657-62B0-EC6B-2BC07A8B1F2E}"/>
                    </a:ext>
                  </a:extLst>
                </p14:cNvPr>
                <p14:cNvContentPartPr/>
                <p14:nvPr/>
              </p14:nvContentPartPr>
              <p14:xfrm>
                <a:off x="6926627" y="2924924"/>
                <a:ext cx="115920" cy="478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7D9EF7A-8657-62B0-EC6B-2BC07A8B1F2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917627" y="2916284"/>
                  <a:ext cx="1335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43FC956-AA30-F4AA-2D2D-49CAF176149A}"/>
                    </a:ext>
                  </a:extLst>
                </p14:cNvPr>
                <p14:cNvContentPartPr/>
                <p14:nvPr/>
              </p14:nvContentPartPr>
              <p14:xfrm>
                <a:off x="6776507" y="2672204"/>
                <a:ext cx="204480" cy="115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43FC956-AA30-F4AA-2D2D-49CAF176149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767867" y="2663204"/>
                  <a:ext cx="2221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FD7AF46-E179-4D48-EA55-BA41FAE6A4B4}"/>
                    </a:ext>
                  </a:extLst>
                </p14:cNvPr>
                <p14:cNvContentPartPr/>
                <p14:nvPr/>
              </p14:nvContentPartPr>
              <p14:xfrm>
                <a:off x="5641427" y="3723044"/>
                <a:ext cx="189720" cy="1821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FD7AF46-E179-4D48-EA55-BA41FAE6A4B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32787" y="3714404"/>
                  <a:ext cx="2073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C70A387-26BB-7B2B-1F70-90CC335D0C46}"/>
                    </a:ext>
                  </a:extLst>
                </p14:cNvPr>
                <p14:cNvContentPartPr/>
                <p14:nvPr/>
              </p14:nvContentPartPr>
              <p14:xfrm>
                <a:off x="5839427" y="3591644"/>
                <a:ext cx="623520" cy="2368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C70A387-26BB-7B2B-1F70-90CC335D0C4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830787" y="3582644"/>
                  <a:ext cx="6411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EB0851F-1E09-E817-B243-52504E47AD0C}"/>
                    </a:ext>
                  </a:extLst>
                </p14:cNvPr>
                <p14:cNvContentPartPr/>
                <p14:nvPr/>
              </p14:nvContentPartPr>
              <p14:xfrm>
                <a:off x="6528107" y="3577244"/>
                <a:ext cx="90360" cy="2080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EB0851F-1E09-E817-B243-52504E47AD0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519467" y="3568604"/>
                  <a:ext cx="1080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ED6EDE1-CBA3-BD9D-409E-E6922084664E}"/>
                    </a:ext>
                  </a:extLst>
                </p14:cNvPr>
                <p14:cNvContentPartPr/>
                <p14:nvPr/>
              </p14:nvContentPartPr>
              <p14:xfrm>
                <a:off x="6714587" y="3473564"/>
                <a:ext cx="223920" cy="3549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ED6EDE1-CBA3-BD9D-409E-E6922084664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705947" y="3464924"/>
                  <a:ext cx="2415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4FEDBF9-9DD5-A499-7A52-2C519AF2F511}"/>
                    </a:ext>
                  </a:extLst>
                </p14:cNvPr>
                <p14:cNvContentPartPr/>
                <p14:nvPr/>
              </p14:nvContentPartPr>
              <p14:xfrm>
                <a:off x="6845627" y="3547364"/>
                <a:ext cx="73800" cy="1213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4FEDBF9-9DD5-A499-7A52-2C519AF2F51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836627" y="3538724"/>
                  <a:ext cx="914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220853C-0A5B-6FAF-3C11-15DD92414802}"/>
                    </a:ext>
                  </a:extLst>
                </p14:cNvPr>
                <p14:cNvContentPartPr/>
                <p14:nvPr/>
              </p14:nvContentPartPr>
              <p14:xfrm>
                <a:off x="6976667" y="3454124"/>
                <a:ext cx="146880" cy="2606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220853C-0A5B-6FAF-3C11-15DD9241480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968027" y="3445124"/>
                  <a:ext cx="164520" cy="27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204F5F1-7B29-C5FD-4B8F-126342FDFE71}"/>
              </a:ext>
            </a:extLst>
          </p:cNvPr>
          <p:cNvGrpSpPr/>
          <p:nvPr/>
        </p:nvGrpSpPr>
        <p:grpSpPr>
          <a:xfrm>
            <a:off x="6056507" y="4112924"/>
            <a:ext cx="468720" cy="373680"/>
            <a:chOff x="6056507" y="4112924"/>
            <a:chExt cx="468720" cy="37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5350407-4E4B-8936-ABAA-EB936E3694D3}"/>
                    </a:ext>
                  </a:extLst>
                </p14:cNvPr>
                <p14:cNvContentPartPr/>
                <p14:nvPr/>
              </p14:nvContentPartPr>
              <p14:xfrm>
                <a:off x="6056507" y="4153604"/>
                <a:ext cx="222120" cy="3330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5350407-4E4B-8936-ABAA-EB936E3694D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047867" y="4144964"/>
                  <a:ext cx="2397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58C96C0-9EBE-EAA2-4C38-4684E49D9502}"/>
                    </a:ext>
                  </a:extLst>
                </p14:cNvPr>
                <p14:cNvContentPartPr/>
                <p14:nvPr/>
              </p14:nvContentPartPr>
              <p14:xfrm>
                <a:off x="6348827" y="4112924"/>
                <a:ext cx="176400" cy="2534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58C96C0-9EBE-EAA2-4C38-4684E49D950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40187" y="4104284"/>
                  <a:ext cx="194040" cy="271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50542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8024C-AA5B-6E54-F64A-0BEFAEF68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8CDDB-09B6-4D60-8BC4-AC6E8CD6E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239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1406955B-61DB-7384-50A0-20ED6B5ECBC3}"/>
              </a:ext>
            </a:extLst>
          </p:cNvPr>
          <p:cNvGrpSpPr/>
          <p:nvPr/>
        </p:nvGrpSpPr>
        <p:grpSpPr>
          <a:xfrm>
            <a:off x="5936612" y="689096"/>
            <a:ext cx="254520" cy="362520"/>
            <a:chOff x="5936612" y="689096"/>
            <a:chExt cx="25452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6892988-E728-FB0C-9F53-15F2B6B468BB}"/>
                    </a:ext>
                  </a:extLst>
                </p14:cNvPr>
                <p14:cNvContentPartPr/>
                <p14:nvPr/>
              </p14:nvContentPartPr>
              <p14:xfrm>
                <a:off x="6015092" y="689096"/>
                <a:ext cx="82440" cy="362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6892988-E728-FB0C-9F53-15F2B6B468B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006092" y="680096"/>
                  <a:ext cx="10008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BF4CFDD-8780-186E-A475-1AB915307E7B}"/>
                    </a:ext>
                  </a:extLst>
                </p14:cNvPr>
                <p14:cNvContentPartPr/>
                <p14:nvPr/>
              </p14:nvContentPartPr>
              <p14:xfrm>
                <a:off x="5936612" y="859736"/>
                <a:ext cx="254520" cy="14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BF4CFDD-8780-186E-A475-1AB915307E7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927612" y="850736"/>
                  <a:ext cx="27216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7BDC767-F6C5-E8CD-FE75-A291B76FA29D}"/>
              </a:ext>
            </a:extLst>
          </p:cNvPr>
          <p:cNvGrpSpPr/>
          <p:nvPr/>
        </p:nvGrpSpPr>
        <p:grpSpPr>
          <a:xfrm>
            <a:off x="6516932" y="705656"/>
            <a:ext cx="1129680" cy="432360"/>
            <a:chOff x="6516932" y="705656"/>
            <a:chExt cx="1129680" cy="43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5A90AEE-0BA0-D6E6-8EFA-1AF957592D47}"/>
                    </a:ext>
                  </a:extLst>
                </p14:cNvPr>
                <p14:cNvContentPartPr/>
                <p14:nvPr/>
              </p14:nvContentPartPr>
              <p14:xfrm>
                <a:off x="6516932" y="705656"/>
                <a:ext cx="213480" cy="432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5A90AEE-0BA0-D6E6-8EFA-1AF957592D4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507932" y="696656"/>
                  <a:ext cx="23112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F8792BB-F3A4-FCDC-439D-1BC0E6B18F2A}"/>
                    </a:ext>
                  </a:extLst>
                </p14:cNvPr>
                <p14:cNvContentPartPr/>
                <p14:nvPr/>
              </p14:nvContentPartPr>
              <p14:xfrm>
                <a:off x="6820412" y="918416"/>
                <a:ext cx="174240" cy="1137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F8792BB-F3A4-FCDC-439D-1BC0E6B18F2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811412" y="909776"/>
                  <a:ext cx="1918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AEE8560-377C-FCD6-545D-1494FFF58BD7}"/>
                    </a:ext>
                  </a:extLst>
                </p14:cNvPr>
                <p14:cNvContentPartPr/>
                <p14:nvPr/>
              </p14:nvContentPartPr>
              <p14:xfrm>
                <a:off x="7205972" y="720416"/>
                <a:ext cx="105480" cy="249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AEE8560-377C-FCD6-545D-1494FFF58BD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196972" y="711776"/>
                  <a:ext cx="1231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D7F9E4B-BAA7-B295-4CCF-0FC5929A4BF4}"/>
                    </a:ext>
                  </a:extLst>
                </p14:cNvPr>
                <p14:cNvContentPartPr/>
                <p14:nvPr/>
              </p14:nvContentPartPr>
              <p14:xfrm>
                <a:off x="7200212" y="780896"/>
                <a:ext cx="208080" cy="1663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D7F9E4B-BAA7-B295-4CCF-0FC5929A4B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191572" y="772256"/>
                  <a:ext cx="2257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FA061EC-149C-4636-D589-58E169CE6D57}"/>
                    </a:ext>
                  </a:extLst>
                </p14:cNvPr>
                <p14:cNvContentPartPr/>
                <p14:nvPr/>
              </p14:nvContentPartPr>
              <p14:xfrm>
                <a:off x="7520252" y="824096"/>
                <a:ext cx="126360" cy="166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FA061EC-149C-4636-D589-58E169CE6D5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511612" y="815096"/>
                  <a:ext cx="14400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C2AB2FC-CB71-A2F4-3D59-987AD1F9CCCD}"/>
              </a:ext>
            </a:extLst>
          </p:cNvPr>
          <p:cNvGrpSpPr/>
          <p:nvPr/>
        </p:nvGrpSpPr>
        <p:grpSpPr>
          <a:xfrm>
            <a:off x="8399732" y="568856"/>
            <a:ext cx="219960" cy="336240"/>
            <a:chOff x="8399732" y="568856"/>
            <a:chExt cx="219960" cy="33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EBA12A0-4A6D-11DF-1638-EF764058C8CB}"/>
                    </a:ext>
                  </a:extLst>
                </p14:cNvPr>
                <p14:cNvContentPartPr/>
                <p14:nvPr/>
              </p14:nvContentPartPr>
              <p14:xfrm>
                <a:off x="8412692" y="568856"/>
                <a:ext cx="109440" cy="336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EBA12A0-4A6D-11DF-1638-EF764058C8C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403692" y="560216"/>
                  <a:ext cx="12708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6947470-D60E-9E22-E55B-14EC794CE163}"/>
                    </a:ext>
                  </a:extLst>
                </p14:cNvPr>
                <p14:cNvContentPartPr/>
                <p14:nvPr/>
              </p14:nvContentPartPr>
              <p14:xfrm>
                <a:off x="8399732" y="688016"/>
                <a:ext cx="219960" cy="590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6947470-D60E-9E22-E55B-14EC794CE16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391092" y="679016"/>
                  <a:ext cx="237600" cy="7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EE8B423-807C-7DD1-CC11-8D73874A054E}"/>
                  </a:ext>
                </a:extLst>
              </p14:cNvPr>
              <p14:cNvContentPartPr/>
              <p14:nvPr/>
            </p14:nvContentPartPr>
            <p14:xfrm>
              <a:off x="9063572" y="494336"/>
              <a:ext cx="285480" cy="50436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EE8B423-807C-7DD1-CC11-8D73874A054E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054572" y="485696"/>
                <a:ext cx="303120" cy="52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435E9906-378B-B643-995B-E9C697C6B798}"/>
              </a:ext>
            </a:extLst>
          </p:cNvPr>
          <p:cNvGrpSpPr/>
          <p:nvPr/>
        </p:nvGrpSpPr>
        <p:grpSpPr>
          <a:xfrm>
            <a:off x="1573052" y="550136"/>
            <a:ext cx="4084200" cy="1198800"/>
            <a:chOff x="1573052" y="550136"/>
            <a:chExt cx="4084200" cy="119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157AF64-78F6-97D1-DE6C-D5BAC9AA975E}"/>
                    </a:ext>
                  </a:extLst>
                </p14:cNvPr>
                <p14:cNvContentPartPr/>
                <p14:nvPr/>
              </p14:nvContentPartPr>
              <p14:xfrm>
                <a:off x="1573052" y="795656"/>
                <a:ext cx="497160" cy="9532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157AF64-78F6-97D1-DE6C-D5BAC9AA975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564412" y="786656"/>
                  <a:ext cx="514800" cy="9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927B5F7-243B-3A1F-73BF-058800026ABB}"/>
                    </a:ext>
                  </a:extLst>
                </p14:cNvPr>
                <p14:cNvContentPartPr/>
                <p14:nvPr/>
              </p14:nvContentPartPr>
              <p14:xfrm>
                <a:off x="1760612" y="550136"/>
                <a:ext cx="336240" cy="1933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927B5F7-243B-3A1F-73BF-058800026AB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51972" y="541136"/>
                  <a:ext cx="3538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6FB1E2C-BA42-5E44-3AD5-E54A8C24638C}"/>
                    </a:ext>
                  </a:extLst>
                </p14:cNvPr>
                <p14:cNvContentPartPr/>
                <p14:nvPr/>
              </p14:nvContentPartPr>
              <p14:xfrm>
                <a:off x="2258132" y="1147376"/>
                <a:ext cx="747720" cy="151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6FB1E2C-BA42-5E44-3AD5-E54A8C24638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49492" y="1138376"/>
                  <a:ext cx="7653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F57CD7A-BCD6-521D-C5B5-83C5B9F16AA2}"/>
                    </a:ext>
                  </a:extLst>
                </p14:cNvPr>
                <p14:cNvContentPartPr/>
                <p14:nvPr/>
              </p14:nvContentPartPr>
              <p14:xfrm>
                <a:off x="2656652" y="1351496"/>
                <a:ext cx="513000" cy="360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F57CD7A-BCD6-521D-C5B5-83C5B9F16AA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647652" y="1342496"/>
                  <a:ext cx="5306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B9AC3E7-20A3-90DA-43E9-5659CE5AF6C6}"/>
                    </a:ext>
                  </a:extLst>
                </p14:cNvPr>
                <p14:cNvContentPartPr/>
                <p14:nvPr/>
              </p14:nvContentPartPr>
              <p14:xfrm>
                <a:off x="3420932" y="940376"/>
                <a:ext cx="20880" cy="651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B9AC3E7-20A3-90DA-43E9-5659CE5AF6C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11932" y="931736"/>
                  <a:ext cx="38520" cy="66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21D1355-86D4-BB4C-2A99-1FB04337D855}"/>
                    </a:ext>
                  </a:extLst>
                </p14:cNvPr>
                <p14:cNvContentPartPr/>
                <p14:nvPr/>
              </p14:nvContentPartPr>
              <p14:xfrm>
                <a:off x="3338852" y="857576"/>
                <a:ext cx="333720" cy="4651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21D1355-86D4-BB4C-2A99-1FB04337D85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330212" y="848576"/>
                  <a:ext cx="351360" cy="48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6653D15-990F-2F88-41BC-AF82E30A6087}"/>
                    </a:ext>
                  </a:extLst>
                </p14:cNvPr>
                <p14:cNvContentPartPr/>
                <p14:nvPr/>
              </p14:nvContentPartPr>
              <p14:xfrm>
                <a:off x="3699572" y="1126136"/>
                <a:ext cx="239400" cy="196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6653D15-990F-2F88-41BC-AF82E30A608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690572" y="1117136"/>
                  <a:ext cx="2570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E6A5BFA-B6DA-0F3B-3C4E-E9853B102858}"/>
                    </a:ext>
                  </a:extLst>
                </p14:cNvPr>
                <p14:cNvContentPartPr/>
                <p14:nvPr/>
              </p14:nvContentPartPr>
              <p14:xfrm>
                <a:off x="4181612" y="948656"/>
                <a:ext cx="52200" cy="329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E6A5BFA-B6DA-0F3B-3C4E-E9853B10285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72972" y="939656"/>
                  <a:ext cx="698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35C4127-6B5D-77A2-2AC6-D2947055C601}"/>
                    </a:ext>
                  </a:extLst>
                </p14:cNvPr>
                <p14:cNvContentPartPr/>
                <p14:nvPr/>
              </p14:nvContentPartPr>
              <p14:xfrm>
                <a:off x="4111772" y="1121456"/>
                <a:ext cx="366480" cy="11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35C4127-6B5D-77A2-2AC6-D2947055C60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103132" y="1112816"/>
                  <a:ext cx="3841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C4D3E38-F274-03ED-3025-C1FFEF15E668}"/>
                    </a:ext>
                  </a:extLst>
                </p14:cNvPr>
                <p14:cNvContentPartPr/>
                <p14:nvPr/>
              </p14:nvContentPartPr>
              <p14:xfrm>
                <a:off x="4759052" y="836696"/>
                <a:ext cx="22680" cy="4748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C4D3E38-F274-03ED-3025-C1FFEF15E66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750052" y="827696"/>
                  <a:ext cx="40320" cy="49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69CBC4C-E12A-0052-F641-CD2923EA377A}"/>
                    </a:ext>
                  </a:extLst>
                </p14:cNvPr>
                <p14:cNvContentPartPr/>
                <p14:nvPr/>
              </p14:nvContentPartPr>
              <p14:xfrm>
                <a:off x="4398692" y="793856"/>
                <a:ext cx="690120" cy="3772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69CBC4C-E12A-0052-F641-CD2923EA377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90052" y="784856"/>
                  <a:ext cx="70776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822AADF-62DB-EC30-66B1-0EDE41E921D2}"/>
                    </a:ext>
                  </a:extLst>
                </p14:cNvPr>
                <p14:cNvContentPartPr/>
                <p14:nvPr/>
              </p14:nvContentPartPr>
              <p14:xfrm>
                <a:off x="5058212" y="1014176"/>
                <a:ext cx="116640" cy="1497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822AADF-62DB-EC30-66B1-0EDE41E921D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49572" y="1005176"/>
                  <a:ext cx="1342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92FA217-A9B2-98A3-8F6F-A763943FAA00}"/>
                    </a:ext>
                  </a:extLst>
                </p14:cNvPr>
                <p14:cNvContentPartPr/>
                <p14:nvPr/>
              </p14:nvContentPartPr>
              <p14:xfrm>
                <a:off x="5299052" y="808616"/>
                <a:ext cx="110880" cy="293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92FA217-A9B2-98A3-8F6F-A763943FAA0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90052" y="799616"/>
                  <a:ext cx="12852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123753E-7FE2-E12C-74E0-0B86146CF41A}"/>
                    </a:ext>
                  </a:extLst>
                </p14:cNvPr>
                <p14:cNvContentPartPr/>
                <p14:nvPr/>
              </p14:nvContentPartPr>
              <p14:xfrm>
                <a:off x="5307332" y="903296"/>
                <a:ext cx="175320" cy="170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123753E-7FE2-E12C-74E0-0B86146CF41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298332" y="894656"/>
                  <a:ext cx="1929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062FD18-F686-73B8-A831-27B05DAACA4F}"/>
                    </a:ext>
                  </a:extLst>
                </p14:cNvPr>
                <p14:cNvContentPartPr/>
                <p14:nvPr/>
              </p14:nvContentPartPr>
              <p14:xfrm>
                <a:off x="5588492" y="964136"/>
                <a:ext cx="68760" cy="155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062FD18-F686-73B8-A831-27B05DAACA4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579852" y="955496"/>
                  <a:ext cx="864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C52F862-B444-7925-381B-98989438B0C5}"/>
                    </a:ext>
                  </a:extLst>
                </p14:cNvPr>
                <p14:cNvContentPartPr/>
                <p14:nvPr/>
              </p14:nvContentPartPr>
              <p14:xfrm>
                <a:off x="4945892" y="1422416"/>
                <a:ext cx="16920" cy="102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C52F862-B444-7925-381B-98989438B0C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937252" y="1413416"/>
                  <a:ext cx="345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E7FC498-BE59-B1C4-0DFC-80CB278CCEDA}"/>
                    </a:ext>
                  </a:extLst>
                </p14:cNvPr>
                <p14:cNvContentPartPr/>
                <p14:nvPr/>
              </p14:nvContentPartPr>
              <p14:xfrm>
                <a:off x="4931852" y="1385336"/>
                <a:ext cx="5760" cy="57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E7FC498-BE59-B1C4-0DFC-80CB278CCED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923212" y="1376696"/>
                  <a:ext cx="234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039E655-67AA-484D-5659-D1234C1FB4C2}"/>
                    </a:ext>
                  </a:extLst>
                </p14:cNvPr>
                <p14:cNvContentPartPr/>
                <p14:nvPr/>
              </p14:nvContentPartPr>
              <p14:xfrm>
                <a:off x="4883612" y="1288856"/>
                <a:ext cx="123120" cy="132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039E655-67AA-484D-5659-D1234C1FB4C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874612" y="1279856"/>
                  <a:ext cx="14076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3624635-DF4A-59D4-7585-93978538D56E}"/>
              </a:ext>
            </a:extLst>
          </p:cNvPr>
          <p:cNvGrpSpPr/>
          <p:nvPr/>
        </p:nvGrpSpPr>
        <p:grpSpPr>
          <a:xfrm>
            <a:off x="6716372" y="1285616"/>
            <a:ext cx="176040" cy="284400"/>
            <a:chOff x="6716372" y="1285616"/>
            <a:chExt cx="176040" cy="28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D09F033-F577-AEA6-C01F-87521AFC3CD1}"/>
                    </a:ext>
                  </a:extLst>
                </p14:cNvPr>
                <p14:cNvContentPartPr/>
                <p14:nvPr/>
              </p14:nvContentPartPr>
              <p14:xfrm>
                <a:off x="6779732" y="1344296"/>
                <a:ext cx="48600" cy="225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D09F033-F577-AEA6-C01F-87521AFC3CD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771092" y="1335296"/>
                  <a:ext cx="662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D54C0D3-14F3-B330-3DD3-A68D6C119800}"/>
                    </a:ext>
                  </a:extLst>
                </p14:cNvPr>
                <p14:cNvContentPartPr/>
                <p14:nvPr/>
              </p14:nvContentPartPr>
              <p14:xfrm>
                <a:off x="6716372" y="1372736"/>
                <a:ext cx="150480" cy="16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D54C0D3-14F3-B330-3DD3-A68D6C11980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707372" y="1363736"/>
                  <a:ext cx="1681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32971E5-3071-3DEA-CD03-538B4C552117}"/>
                    </a:ext>
                  </a:extLst>
                </p14:cNvPr>
                <p14:cNvContentPartPr/>
                <p14:nvPr/>
              </p14:nvContentPartPr>
              <p14:xfrm>
                <a:off x="6759572" y="1285616"/>
                <a:ext cx="132840" cy="93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32971E5-3071-3DEA-CD03-538B4C55211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750932" y="1276616"/>
                  <a:ext cx="15048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0834840-F4F7-2ABE-F574-605BEC91CB06}"/>
              </a:ext>
            </a:extLst>
          </p:cNvPr>
          <p:cNvGrpSpPr/>
          <p:nvPr/>
        </p:nvGrpSpPr>
        <p:grpSpPr>
          <a:xfrm>
            <a:off x="801932" y="2466416"/>
            <a:ext cx="1055880" cy="968040"/>
            <a:chOff x="801932" y="2466416"/>
            <a:chExt cx="1055880" cy="96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1EA333E-19D9-C6D9-5E7E-B1314EFC5AB4}"/>
                    </a:ext>
                  </a:extLst>
                </p14:cNvPr>
                <p14:cNvContentPartPr/>
                <p14:nvPr/>
              </p14:nvContentPartPr>
              <p14:xfrm>
                <a:off x="801932" y="2673776"/>
                <a:ext cx="470160" cy="760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1EA333E-19D9-C6D9-5E7E-B1314EFC5AB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92932" y="2665136"/>
                  <a:ext cx="487800" cy="77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E941B4E-2403-4CCD-EB78-BFBBE44AC32D}"/>
                    </a:ext>
                  </a:extLst>
                </p14:cNvPr>
                <p14:cNvContentPartPr/>
                <p14:nvPr/>
              </p14:nvContentPartPr>
              <p14:xfrm>
                <a:off x="999572" y="2466416"/>
                <a:ext cx="218880" cy="189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E941B4E-2403-4CCD-EB78-BFBBE44AC32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90572" y="2457776"/>
                  <a:ext cx="236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C44696B-AF8C-1E94-BFBE-E2179CF1D2BA}"/>
                    </a:ext>
                  </a:extLst>
                </p14:cNvPr>
                <p14:cNvContentPartPr/>
                <p14:nvPr/>
              </p14:nvContentPartPr>
              <p14:xfrm>
                <a:off x="1493852" y="2809496"/>
                <a:ext cx="206280" cy="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C44696B-AF8C-1E94-BFBE-E2179CF1D2B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484852" y="2800496"/>
                  <a:ext cx="2239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5EF7FD4-D222-C724-CEDF-44C4CDED1FAB}"/>
                    </a:ext>
                  </a:extLst>
                </p14:cNvPr>
                <p14:cNvContentPartPr/>
                <p14:nvPr/>
              </p14:nvContentPartPr>
              <p14:xfrm>
                <a:off x="1558652" y="2914616"/>
                <a:ext cx="299160" cy="198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5EF7FD4-D222-C724-CEDF-44C4CDED1FA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550012" y="2905616"/>
                  <a:ext cx="31680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83E62F6-68F0-AA54-AB50-5FD8AEFCA11A}"/>
              </a:ext>
            </a:extLst>
          </p:cNvPr>
          <p:cNvGrpSpPr/>
          <p:nvPr/>
        </p:nvGrpSpPr>
        <p:grpSpPr>
          <a:xfrm>
            <a:off x="2152292" y="2520056"/>
            <a:ext cx="659880" cy="594360"/>
            <a:chOff x="2152292" y="2520056"/>
            <a:chExt cx="659880" cy="59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CB52563-57E7-5232-17B3-D1A9DBF907DF}"/>
                    </a:ext>
                  </a:extLst>
                </p14:cNvPr>
                <p14:cNvContentPartPr/>
                <p14:nvPr/>
              </p14:nvContentPartPr>
              <p14:xfrm>
                <a:off x="2198372" y="2570456"/>
                <a:ext cx="11520" cy="5439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CB52563-57E7-5232-17B3-D1A9DBF907D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189372" y="2561456"/>
                  <a:ext cx="29160" cy="56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CD07E64-5FA3-2084-4941-6D2951AB1B76}"/>
                    </a:ext>
                  </a:extLst>
                </p14:cNvPr>
                <p14:cNvContentPartPr/>
                <p14:nvPr/>
              </p14:nvContentPartPr>
              <p14:xfrm>
                <a:off x="2152292" y="2520056"/>
                <a:ext cx="270720" cy="354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CD07E64-5FA3-2084-4941-6D2951AB1B7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143652" y="2511416"/>
                  <a:ext cx="2883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081AC69-8727-0DD0-8D1C-FDD8C540EBFC}"/>
                    </a:ext>
                  </a:extLst>
                </p14:cNvPr>
                <p14:cNvContentPartPr/>
                <p14:nvPr/>
              </p14:nvContentPartPr>
              <p14:xfrm>
                <a:off x="2505812" y="2737856"/>
                <a:ext cx="306360" cy="188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081AC69-8727-0DD0-8D1C-FDD8C540EBF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496812" y="2728856"/>
                  <a:ext cx="32400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F87DBF4-02D0-FC91-7C48-6A4B5762F9C2}"/>
              </a:ext>
            </a:extLst>
          </p:cNvPr>
          <p:cNvGrpSpPr/>
          <p:nvPr/>
        </p:nvGrpSpPr>
        <p:grpSpPr>
          <a:xfrm>
            <a:off x="3204212" y="2231336"/>
            <a:ext cx="1898280" cy="782640"/>
            <a:chOff x="3204212" y="2231336"/>
            <a:chExt cx="1898280" cy="78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78828EE-8030-F45F-B4FB-C07F1618D986}"/>
                    </a:ext>
                  </a:extLst>
                </p14:cNvPr>
                <p14:cNvContentPartPr/>
                <p14:nvPr/>
              </p14:nvContentPartPr>
              <p14:xfrm>
                <a:off x="3325172" y="2248976"/>
                <a:ext cx="110520" cy="7081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78828EE-8030-F45F-B4FB-C07F1618D98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16172" y="2240336"/>
                  <a:ext cx="128160" cy="72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B677CAD-1F08-09A3-6F40-79681A96F84A}"/>
                    </a:ext>
                  </a:extLst>
                </p14:cNvPr>
                <p14:cNvContentPartPr/>
                <p14:nvPr/>
              </p14:nvContentPartPr>
              <p14:xfrm>
                <a:off x="3204212" y="2657576"/>
                <a:ext cx="430920" cy="11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B677CAD-1F08-09A3-6F40-79681A96F84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195572" y="2648576"/>
                  <a:ext cx="4485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578EA97-FE02-26A4-4FE0-B39CCFFE6B70}"/>
                    </a:ext>
                  </a:extLst>
                </p14:cNvPr>
                <p14:cNvContentPartPr/>
                <p14:nvPr/>
              </p14:nvContentPartPr>
              <p14:xfrm>
                <a:off x="3916652" y="2392256"/>
                <a:ext cx="3240" cy="621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578EA97-FE02-26A4-4FE0-B39CCFFE6B7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907652" y="2383256"/>
                  <a:ext cx="20880" cy="63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F03E83E-DF39-A2A9-F1BC-D5E3677428D0}"/>
                    </a:ext>
                  </a:extLst>
                </p14:cNvPr>
                <p14:cNvContentPartPr/>
                <p14:nvPr/>
              </p14:nvContentPartPr>
              <p14:xfrm>
                <a:off x="3867332" y="2412776"/>
                <a:ext cx="196920" cy="343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F03E83E-DF39-A2A9-F1BC-D5E3677428D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58332" y="2403776"/>
                  <a:ext cx="21456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52CE16C-871E-6DC3-5AC0-63D022560898}"/>
                    </a:ext>
                  </a:extLst>
                </p14:cNvPr>
                <p14:cNvContentPartPr/>
                <p14:nvPr/>
              </p14:nvContentPartPr>
              <p14:xfrm>
                <a:off x="4142012" y="2594576"/>
                <a:ext cx="33120" cy="126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52CE16C-871E-6DC3-5AC0-63D02256089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133012" y="2585576"/>
                  <a:ext cx="507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A5B32D3-F190-8691-F3E8-B8F4BA4D8735}"/>
                    </a:ext>
                  </a:extLst>
                </p14:cNvPr>
                <p14:cNvContentPartPr/>
                <p14:nvPr/>
              </p14:nvContentPartPr>
              <p14:xfrm>
                <a:off x="4272692" y="2374976"/>
                <a:ext cx="153360" cy="3297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A5B32D3-F190-8691-F3E8-B8F4BA4D873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264052" y="2365976"/>
                  <a:ext cx="17100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6A782D0-EA78-5F58-77F0-17D59CEBAAED}"/>
                    </a:ext>
                  </a:extLst>
                </p14:cNvPr>
                <p14:cNvContentPartPr/>
                <p14:nvPr/>
              </p14:nvContentPartPr>
              <p14:xfrm>
                <a:off x="4286372" y="2481536"/>
                <a:ext cx="175320" cy="1828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6A782D0-EA78-5F58-77F0-17D59CEBAAE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277372" y="2472536"/>
                  <a:ext cx="1929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F47D47B-6477-7132-ABBF-486DA4C835EA}"/>
                    </a:ext>
                  </a:extLst>
                </p14:cNvPr>
                <p14:cNvContentPartPr/>
                <p14:nvPr/>
              </p14:nvContentPartPr>
              <p14:xfrm>
                <a:off x="4584092" y="2557136"/>
                <a:ext cx="63360" cy="1501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F47D47B-6477-7132-ABBF-486DA4C835E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575092" y="2548496"/>
                  <a:ext cx="810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CE81B4E-9ED6-B1F2-1DDF-21C543FFC2D6}"/>
                    </a:ext>
                  </a:extLst>
                </p14:cNvPr>
                <p14:cNvContentPartPr/>
                <p14:nvPr/>
              </p14:nvContentPartPr>
              <p14:xfrm>
                <a:off x="4977212" y="2231336"/>
                <a:ext cx="72720" cy="442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CE81B4E-9ED6-B1F2-1DDF-21C543FFC2D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968572" y="2222696"/>
                  <a:ext cx="9036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B233359-209D-3E98-16F9-1D8C06DEA40D}"/>
                    </a:ext>
                  </a:extLst>
                </p14:cNvPr>
                <p14:cNvContentPartPr/>
                <p14:nvPr/>
              </p14:nvContentPartPr>
              <p14:xfrm>
                <a:off x="4867052" y="2490536"/>
                <a:ext cx="235440" cy="223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B233359-209D-3E98-16F9-1D8C06DEA40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858412" y="2481896"/>
                  <a:ext cx="25308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E63D90D1-D99E-AFFD-4ED7-5BDE93493474}"/>
              </a:ext>
            </a:extLst>
          </p:cNvPr>
          <p:cNvGrpSpPr/>
          <p:nvPr/>
        </p:nvGrpSpPr>
        <p:grpSpPr>
          <a:xfrm>
            <a:off x="5425772" y="2168696"/>
            <a:ext cx="942840" cy="606240"/>
            <a:chOff x="5425772" y="2168696"/>
            <a:chExt cx="942840" cy="60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35AC56C-CF68-360F-E1F6-25EA678279F2}"/>
                    </a:ext>
                  </a:extLst>
                </p14:cNvPr>
                <p14:cNvContentPartPr/>
                <p14:nvPr/>
              </p14:nvContentPartPr>
              <p14:xfrm>
                <a:off x="5503532" y="2273456"/>
                <a:ext cx="91800" cy="5014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35AC56C-CF68-360F-E1F6-25EA678279F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494532" y="2264816"/>
                  <a:ext cx="109440" cy="51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38E4775-01D5-501E-102B-D4AB92966A84}"/>
                    </a:ext>
                  </a:extLst>
                </p14:cNvPr>
                <p14:cNvContentPartPr/>
                <p14:nvPr/>
              </p14:nvContentPartPr>
              <p14:xfrm>
                <a:off x="5425772" y="2224136"/>
                <a:ext cx="254520" cy="2602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38E4775-01D5-501E-102B-D4AB92966A8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417132" y="2215496"/>
                  <a:ext cx="27216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3E2E3B7-48F1-45C9-481C-892BEAB5E0D1}"/>
                    </a:ext>
                  </a:extLst>
                </p14:cNvPr>
                <p14:cNvContentPartPr/>
                <p14:nvPr/>
              </p14:nvContentPartPr>
              <p14:xfrm>
                <a:off x="5584892" y="2448776"/>
                <a:ext cx="165240" cy="2160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3E2E3B7-48F1-45C9-481C-892BEAB5E0D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576252" y="2439776"/>
                  <a:ext cx="1828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DBF02C7-2D65-9F12-EECA-76DC7B972C6C}"/>
                    </a:ext>
                  </a:extLst>
                </p14:cNvPr>
                <p14:cNvContentPartPr/>
                <p14:nvPr/>
              </p14:nvContentPartPr>
              <p14:xfrm>
                <a:off x="5805212" y="2495216"/>
                <a:ext cx="119880" cy="1220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DBF02C7-2D65-9F12-EECA-76DC7B972C6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796212" y="2486216"/>
                  <a:ext cx="1375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7CEC3F2-429A-6132-AB89-BA94F5D17A04}"/>
                    </a:ext>
                  </a:extLst>
                </p14:cNvPr>
                <p14:cNvContentPartPr/>
                <p14:nvPr/>
              </p14:nvContentPartPr>
              <p14:xfrm>
                <a:off x="5978732" y="2168696"/>
                <a:ext cx="162000" cy="3564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7CEC3F2-429A-6132-AB89-BA94F5D17A0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969732" y="2160056"/>
                  <a:ext cx="17964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8C41A89-67E5-496C-4B91-767D60B5D363}"/>
                    </a:ext>
                  </a:extLst>
                </p14:cNvPr>
                <p14:cNvContentPartPr/>
                <p14:nvPr/>
              </p14:nvContentPartPr>
              <p14:xfrm>
                <a:off x="5959292" y="2288216"/>
                <a:ext cx="221760" cy="1954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8C41A89-67E5-496C-4B91-767D60B5D36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950292" y="2279576"/>
                  <a:ext cx="23940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07EA4E1-F0AA-B2DD-7838-202531964CCE}"/>
                    </a:ext>
                  </a:extLst>
                </p14:cNvPr>
                <p14:cNvContentPartPr/>
                <p14:nvPr/>
              </p14:nvContentPartPr>
              <p14:xfrm>
                <a:off x="6232172" y="2358776"/>
                <a:ext cx="136440" cy="1857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07EA4E1-F0AA-B2DD-7838-202531964CC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223532" y="2350136"/>
                  <a:ext cx="15408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BE9F26A-B7F3-576C-F3F4-ABB2BC8AD411}"/>
              </a:ext>
            </a:extLst>
          </p:cNvPr>
          <p:cNvGrpSpPr/>
          <p:nvPr/>
        </p:nvGrpSpPr>
        <p:grpSpPr>
          <a:xfrm>
            <a:off x="9552812" y="1706456"/>
            <a:ext cx="684000" cy="563400"/>
            <a:chOff x="9552812" y="1706456"/>
            <a:chExt cx="684000" cy="56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4E43761-1F88-1FFB-905C-9B5F6CD1F5CC}"/>
                    </a:ext>
                  </a:extLst>
                </p14:cNvPr>
                <p14:cNvContentPartPr/>
                <p14:nvPr/>
              </p14:nvContentPartPr>
              <p14:xfrm>
                <a:off x="9644612" y="1706456"/>
                <a:ext cx="26640" cy="473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4E43761-1F88-1FFB-905C-9B5F6CD1F5C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635612" y="1697816"/>
                  <a:ext cx="44280" cy="4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70EA197-7E79-220C-3CAD-10E41E83978D}"/>
                    </a:ext>
                  </a:extLst>
                </p14:cNvPr>
                <p14:cNvContentPartPr/>
                <p14:nvPr/>
              </p14:nvContentPartPr>
              <p14:xfrm>
                <a:off x="9552812" y="1896896"/>
                <a:ext cx="353880" cy="864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70EA197-7E79-220C-3CAD-10E41E83978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544172" y="1887896"/>
                  <a:ext cx="3715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4B4FFBA-CA67-AFEA-D417-76CF88BDD970}"/>
                    </a:ext>
                  </a:extLst>
                </p14:cNvPr>
                <p14:cNvContentPartPr/>
                <p14:nvPr/>
              </p14:nvContentPartPr>
              <p14:xfrm>
                <a:off x="10008932" y="1730216"/>
                <a:ext cx="227880" cy="5396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4B4FFBA-CA67-AFEA-D417-76CF88BDD97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999932" y="1721576"/>
                  <a:ext cx="245520" cy="55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A094682-A35B-0E1A-ABA7-8A9E7786FA85}"/>
              </a:ext>
            </a:extLst>
          </p:cNvPr>
          <p:cNvGrpSpPr/>
          <p:nvPr/>
        </p:nvGrpSpPr>
        <p:grpSpPr>
          <a:xfrm>
            <a:off x="6696932" y="1617176"/>
            <a:ext cx="2558520" cy="1748880"/>
            <a:chOff x="6696932" y="1617176"/>
            <a:chExt cx="2558520" cy="174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69FD4AC-4A0B-7F20-D961-9A735D80E8CB}"/>
                    </a:ext>
                  </a:extLst>
                </p14:cNvPr>
                <p14:cNvContentPartPr/>
                <p14:nvPr/>
              </p14:nvContentPartPr>
              <p14:xfrm>
                <a:off x="6966932" y="2063216"/>
                <a:ext cx="30960" cy="4845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69FD4AC-4A0B-7F20-D961-9A735D80E8C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957932" y="2054576"/>
                  <a:ext cx="4860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DC9FD72-B601-266E-97B7-35986455F339}"/>
                    </a:ext>
                  </a:extLst>
                </p14:cNvPr>
                <p14:cNvContentPartPr/>
                <p14:nvPr/>
              </p14:nvContentPartPr>
              <p14:xfrm>
                <a:off x="6897092" y="2270216"/>
                <a:ext cx="304560" cy="439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DC9FD72-B601-266E-97B7-35986455F33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888452" y="2261576"/>
                  <a:ext cx="3222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666AD94-0147-AFAF-E1F3-4E1338004B46}"/>
                    </a:ext>
                  </a:extLst>
                </p14:cNvPr>
                <p14:cNvContentPartPr/>
                <p14:nvPr/>
              </p14:nvContentPartPr>
              <p14:xfrm>
                <a:off x="7556972" y="2027576"/>
                <a:ext cx="60120" cy="6548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666AD94-0147-AFAF-E1F3-4E1338004B4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548332" y="2018576"/>
                  <a:ext cx="7776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980C73E-1D17-51F8-5072-374003329B4F}"/>
                    </a:ext>
                  </a:extLst>
                </p14:cNvPr>
                <p14:cNvContentPartPr/>
                <p14:nvPr/>
              </p14:nvContentPartPr>
              <p14:xfrm>
                <a:off x="7503332" y="2011376"/>
                <a:ext cx="285840" cy="4053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980C73E-1D17-51F8-5072-374003329B4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494332" y="2002376"/>
                  <a:ext cx="30348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3FE6E60-902E-4420-9537-748DDFC7398F}"/>
                    </a:ext>
                  </a:extLst>
                </p14:cNvPr>
                <p14:cNvContentPartPr/>
                <p14:nvPr/>
              </p14:nvContentPartPr>
              <p14:xfrm>
                <a:off x="7869452" y="2231696"/>
                <a:ext cx="119880" cy="1623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3FE6E60-902E-4420-9537-748DDFC7398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860452" y="2223056"/>
                  <a:ext cx="137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24FE7DC-AF1C-24D4-D9CE-8AA06579808E}"/>
                    </a:ext>
                  </a:extLst>
                </p14:cNvPr>
                <p14:cNvContentPartPr/>
                <p14:nvPr/>
              </p14:nvContentPartPr>
              <p14:xfrm>
                <a:off x="8199572" y="1971056"/>
                <a:ext cx="105480" cy="3970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24FE7DC-AF1C-24D4-D9CE-8AA06579808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190572" y="1962416"/>
                  <a:ext cx="12312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052FB06-C623-C079-CD31-38FCF9B3C85E}"/>
                    </a:ext>
                  </a:extLst>
                </p14:cNvPr>
                <p14:cNvContentPartPr/>
                <p14:nvPr/>
              </p14:nvContentPartPr>
              <p14:xfrm>
                <a:off x="8155292" y="2060336"/>
                <a:ext cx="232560" cy="2048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052FB06-C623-C079-CD31-38FCF9B3C85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146292" y="2051696"/>
                  <a:ext cx="2502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0FB867E-185C-0C5A-8FED-5E4BED28DC43}"/>
                    </a:ext>
                  </a:extLst>
                </p14:cNvPr>
                <p14:cNvContentPartPr/>
                <p14:nvPr/>
              </p14:nvContentPartPr>
              <p14:xfrm>
                <a:off x="8488292" y="2152856"/>
                <a:ext cx="79560" cy="1458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0FB867E-185C-0C5A-8FED-5E4BED28DC4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479652" y="2143856"/>
                  <a:ext cx="972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254DE7A-5676-68DA-3E3A-5EACBE21F8F7}"/>
                    </a:ext>
                  </a:extLst>
                </p14:cNvPr>
                <p14:cNvContentPartPr/>
                <p14:nvPr/>
              </p14:nvContentPartPr>
              <p14:xfrm>
                <a:off x="8674412" y="1908776"/>
                <a:ext cx="70920" cy="4093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254DE7A-5676-68DA-3E3A-5EACBE21F8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665412" y="1900136"/>
                  <a:ext cx="8856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C4CAFC8-F3DB-5287-EF4D-3D7546CC1C76}"/>
                    </a:ext>
                  </a:extLst>
                </p14:cNvPr>
                <p14:cNvContentPartPr/>
                <p14:nvPr/>
              </p14:nvContentPartPr>
              <p14:xfrm>
                <a:off x="8640932" y="2053856"/>
                <a:ext cx="196920" cy="2106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C4CAFC8-F3DB-5287-EF4D-3D7546CC1C7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632292" y="2044856"/>
                  <a:ext cx="2145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E2115DE-44CB-5BC8-B0DA-2E97545FE02B}"/>
                    </a:ext>
                  </a:extLst>
                </p14:cNvPr>
                <p14:cNvContentPartPr/>
                <p14:nvPr/>
              </p14:nvContentPartPr>
              <p14:xfrm>
                <a:off x="8843972" y="2108216"/>
                <a:ext cx="171360" cy="1994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E2115DE-44CB-5BC8-B0DA-2E97545FE02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834972" y="2099216"/>
                  <a:ext cx="1890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E14E30B-F12C-1B15-141B-6B1162505F93}"/>
                    </a:ext>
                  </a:extLst>
                </p14:cNvPr>
                <p14:cNvContentPartPr/>
                <p14:nvPr/>
              </p14:nvContentPartPr>
              <p14:xfrm>
                <a:off x="8446532" y="2790416"/>
                <a:ext cx="5760" cy="252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E14E30B-F12C-1B15-141B-6B1162505F9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437532" y="2781776"/>
                  <a:ext cx="234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D9A2812-0C33-1755-3CA2-B405D9E6FFD6}"/>
                    </a:ext>
                  </a:extLst>
                </p14:cNvPr>
                <p14:cNvContentPartPr/>
                <p14:nvPr/>
              </p14:nvContentPartPr>
              <p14:xfrm>
                <a:off x="6696932" y="1617176"/>
                <a:ext cx="2558520" cy="12394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D9A2812-0C33-1755-3CA2-B405D9E6FFD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687932" y="1608176"/>
                  <a:ext cx="2576160" cy="12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04794EC-BF6B-BA55-A551-CD6AD69CE45E}"/>
                    </a:ext>
                  </a:extLst>
                </p14:cNvPr>
                <p14:cNvContentPartPr/>
                <p14:nvPr/>
              </p14:nvContentPartPr>
              <p14:xfrm>
                <a:off x="8288852" y="2837936"/>
                <a:ext cx="60120" cy="4359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04794EC-BF6B-BA55-A551-CD6AD69CE45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279852" y="2829296"/>
                  <a:ext cx="7776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25C15A5-91CD-F78A-C151-762AB53822F4}"/>
                    </a:ext>
                  </a:extLst>
                </p14:cNvPr>
                <p14:cNvContentPartPr/>
                <p14:nvPr/>
              </p14:nvContentPartPr>
              <p14:xfrm>
                <a:off x="8280932" y="3232856"/>
                <a:ext cx="137160" cy="468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25C15A5-91CD-F78A-C151-762AB53822F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272292" y="3223856"/>
                  <a:ext cx="1548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858F550-4A8D-9C3F-244E-D6B04E957171}"/>
                    </a:ext>
                  </a:extLst>
                </p14:cNvPr>
                <p14:cNvContentPartPr/>
                <p14:nvPr/>
              </p14:nvContentPartPr>
              <p14:xfrm>
                <a:off x="8217572" y="3229256"/>
                <a:ext cx="246240" cy="1368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858F550-4A8D-9C3F-244E-D6B04E95717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208572" y="3220616"/>
                  <a:ext cx="263880" cy="154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F8CB2C5C-274F-72FB-61BE-C633D7660513}"/>
                  </a:ext>
                </a:extLst>
              </p14:cNvPr>
              <p14:cNvContentPartPr/>
              <p14:nvPr/>
            </p14:nvContentPartPr>
            <p14:xfrm>
              <a:off x="4288892" y="2966816"/>
              <a:ext cx="213480" cy="2232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F8CB2C5C-274F-72FB-61BE-C633D7660513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80252" y="2958176"/>
                <a:ext cx="2311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AAF55414-8167-7562-F009-5FB310BEE79E}"/>
              </a:ext>
            </a:extLst>
          </p:cNvPr>
          <p:cNvGrpSpPr/>
          <p:nvPr/>
        </p:nvGrpSpPr>
        <p:grpSpPr>
          <a:xfrm>
            <a:off x="6062612" y="2710136"/>
            <a:ext cx="180720" cy="282600"/>
            <a:chOff x="6062612" y="2710136"/>
            <a:chExt cx="180720" cy="28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0D89337-0E32-384C-A89B-0DB4A3F1015F}"/>
                    </a:ext>
                  </a:extLst>
                </p14:cNvPr>
                <p14:cNvContentPartPr/>
                <p14:nvPr/>
              </p14:nvContentPartPr>
              <p14:xfrm>
                <a:off x="6062612" y="2830016"/>
                <a:ext cx="180720" cy="439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0D89337-0E32-384C-A89B-0DB4A3F1015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053972" y="2821016"/>
                  <a:ext cx="1983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151889B-F862-EE71-367B-4FE8376399E5}"/>
                    </a:ext>
                  </a:extLst>
                </p14:cNvPr>
                <p14:cNvContentPartPr/>
                <p14:nvPr/>
              </p14:nvContentPartPr>
              <p14:xfrm>
                <a:off x="6172052" y="2710136"/>
                <a:ext cx="16920" cy="2826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151889B-F862-EE71-367B-4FE8376399E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163052" y="2701496"/>
                  <a:ext cx="34560" cy="30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9E8DE3AC-68AB-FD59-D038-7B0AE7110254}"/>
                  </a:ext>
                </a:extLst>
              </p14:cNvPr>
              <p14:cNvContentPartPr/>
              <p14:nvPr/>
            </p14:nvContentPartPr>
            <p14:xfrm>
              <a:off x="4346132" y="2882576"/>
              <a:ext cx="35280" cy="29340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9E8DE3AC-68AB-FD59-D038-7B0AE7110254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337492" y="2873936"/>
                <a:ext cx="52920" cy="311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18FEFAE-AE59-069F-1EC1-08AA18C0D341}"/>
              </a:ext>
            </a:extLst>
          </p:cNvPr>
          <p:cNvGrpSpPr/>
          <p:nvPr/>
        </p:nvGrpSpPr>
        <p:grpSpPr>
          <a:xfrm>
            <a:off x="2214932" y="4767896"/>
            <a:ext cx="716760" cy="451080"/>
            <a:chOff x="2214932" y="4767896"/>
            <a:chExt cx="716760" cy="45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5C08012D-CD91-100D-15A7-6710EE0FD976}"/>
                    </a:ext>
                  </a:extLst>
                </p14:cNvPr>
                <p14:cNvContentPartPr/>
                <p14:nvPr/>
              </p14:nvContentPartPr>
              <p14:xfrm>
                <a:off x="2214932" y="4767896"/>
                <a:ext cx="364320" cy="4510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5C08012D-CD91-100D-15A7-6710EE0FD97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205932" y="4758896"/>
                  <a:ext cx="38196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40A43DA7-9ADD-9001-E32D-5D35F04F6A7D}"/>
                    </a:ext>
                  </a:extLst>
                </p14:cNvPr>
                <p14:cNvContentPartPr/>
                <p14:nvPr/>
              </p14:nvContentPartPr>
              <p14:xfrm>
                <a:off x="2690852" y="4943936"/>
                <a:ext cx="240840" cy="2422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40A43DA7-9ADD-9001-E32D-5D35F04F6A7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682212" y="4935296"/>
                  <a:ext cx="258480" cy="25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E7FAA212-3928-65E2-D4D9-ED02CBAFF5AD}"/>
              </a:ext>
            </a:extLst>
          </p:cNvPr>
          <p:cNvGrpSpPr/>
          <p:nvPr/>
        </p:nvGrpSpPr>
        <p:grpSpPr>
          <a:xfrm>
            <a:off x="2060852" y="3750176"/>
            <a:ext cx="1396080" cy="622080"/>
            <a:chOff x="2060852" y="3750176"/>
            <a:chExt cx="1396080" cy="62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A1B4BA8-0C6F-9C03-7B01-B20DBF7C401C}"/>
                    </a:ext>
                  </a:extLst>
                </p14:cNvPr>
                <p14:cNvContentPartPr/>
                <p14:nvPr/>
              </p14:nvContentPartPr>
              <p14:xfrm>
                <a:off x="2060852" y="3750176"/>
                <a:ext cx="451800" cy="6220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A1B4BA8-0C6F-9C03-7B01-B20DBF7C401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052212" y="3741536"/>
                  <a:ext cx="469440" cy="63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FAFBF2C-A60D-BB9F-7254-A59ECA96237F}"/>
                    </a:ext>
                  </a:extLst>
                </p14:cNvPr>
                <p14:cNvContentPartPr/>
                <p14:nvPr/>
              </p14:nvContentPartPr>
              <p14:xfrm>
                <a:off x="2602652" y="4059776"/>
                <a:ext cx="225720" cy="1832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FAFBF2C-A60D-BB9F-7254-A59ECA96237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594012" y="4050776"/>
                  <a:ext cx="2433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8944A60-B9DF-9727-03B4-E8ADD754FB28}"/>
                    </a:ext>
                  </a:extLst>
                </p14:cNvPr>
                <p14:cNvContentPartPr/>
                <p14:nvPr/>
              </p14:nvContentPartPr>
              <p14:xfrm>
                <a:off x="3066692" y="4007576"/>
                <a:ext cx="226440" cy="169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8944A60-B9DF-9727-03B4-E8ADD754FB2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057692" y="3998936"/>
                  <a:ext cx="2440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A7293381-C331-1F21-DCA6-F50C5179EC06}"/>
                    </a:ext>
                  </a:extLst>
                </p14:cNvPr>
                <p14:cNvContentPartPr/>
                <p14:nvPr/>
              </p14:nvContentPartPr>
              <p14:xfrm>
                <a:off x="3182252" y="4115936"/>
                <a:ext cx="274680" cy="302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A7293381-C331-1F21-DCA6-F50C5179EC0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173252" y="4107296"/>
                  <a:ext cx="29232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0A3A16AA-E08D-4715-EA6C-BBF3E03790B0}"/>
              </a:ext>
            </a:extLst>
          </p:cNvPr>
          <p:cNvGrpSpPr/>
          <p:nvPr/>
        </p:nvGrpSpPr>
        <p:grpSpPr>
          <a:xfrm>
            <a:off x="3779132" y="3669896"/>
            <a:ext cx="615960" cy="444600"/>
            <a:chOff x="3779132" y="3669896"/>
            <a:chExt cx="615960" cy="44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1F7111F-5DD6-9437-0FD4-7C1EEAF1124E}"/>
                    </a:ext>
                  </a:extLst>
                </p14:cNvPr>
                <p14:cNvContentPartPr/>
                <p14:nvPr/>
              </p14:nvContentPartPr>
              <p14:xfrm>
                <a:off x="3812612" y="3776096"/>
                <a:ext cx="14040" cy="3240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1F7111F-5DD6-9437-0FD4-7C1EEAF1124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803612" y="3767096"/>
                  <a:ext cx="3168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CD333B7-DC13-E29B-90FF-AC7C99782D18}"/>
                    </a:ext>
                  </a:extLst>
                </p14:cNvPr>
                <p14:cNvContentPartPr/>
                <p14:nvPr/>
              </p14:nvContentPartPr>
              <p14:xfrm>
                <a:off x="3779132" y="3669896"/>
                <a:ext cx="399240" cy="3657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CD333B7-DC13-E29B-90FF-AC7C99782D1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770492" y="3660896"/>
                  <a:ext cx="41688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23E7A7BA-5F6A-EC39-BFB1-AF56F9B55E11}"/>
                    </a:ext>
                  </a:extLst>
                </p14:cNvPr>
                <p14:cNvContentPartPr/>
                <p14:nvPr/>
              </p14:nvContentPartPr>
              <p14:xfrm>
                <a:off x="4154972" y="3919736"/>
                <a:ext cx="240120" cy="1947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23E7A7BA-5F6A-EC39-BFB1-AF56F9B55E1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145972" y="3910736"/>
                  <a:ext cx="257760" cy="21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D7BF9BE0-6500-E5BB-57E3-4E8786206007}"/>
              </a:ext>
            </a:extLst>
          </p:cNvPr>
          <p:cNvGrpSpPr/>
          <p:nvPr/>
        </p:nvGrpSpPr>
        <p:grpSpPr>
          <a:xfrm>
            <a:off x="4712612" y="3673136"/>
            <a:ext cx="681120" cy="262800"/>
            <a:chOff x="4712612" y="3673136"/>
            <a:chExt cx="681120" cy="26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BDDE816-D805-311D-1EC7-E7C311257975}"/>
                    </a:ext>
                  </a:extLst>
                </p14:cNvPr>
                <p14:cNvContentPartPr/>
                <p14:nvPr/>
              </p14:nvContentPartPr>
              <p14:xfrm>
                <a:off x="4712612" y="3754136"/>
                <a:ext cx="147960" cy="32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BDDE816-D805-311D-1EC7-E7C31125797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703972" y="3745496"/>
                  <a:ext cx="1656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20E0922-8C5B-F4F4-7F09-0D6753B1E716}"/>
                    </a:ext>
                  </a:extLst>
                </p14:cNvPr>
                <p14:cNvContentPartPr/>
                <p14:nvPr/>
              </p14:nvContentPartPr>
              <p14:xfrm>
                <a:off x="4738532" y="3843056"/>
                <a:ext cx="172440" cy="140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20E0922-8C5B-F4F4-7F09-0D6753B1E71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729532" y="3834056"/>
                  <a:ext cx="1900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90F4CD4-2EB8-117A-F4A6-1724C7DA9F41}"/>
                    </a:ext>
                  </a:extLst>
                </p14:cNvPr>
                <p14:cNvContentPartPr/>
                <p14:nvPr/>
              </p14:nvContentPartPr>
              <p14:xfrm>
                <a:off x="5141732" y="3673136"/>
                <a:ext cx="252000" cy="2628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90F4CD4-2EB8-117A-F4A6-1724C7DA9F4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132732" y="3664136"/>
                  <a:ext cx="269640" cy="28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83B3A1CA-18EF-B7FE-5134-2F9163BFAF76}"/>
                  </a:ext>
                </a:extLst>
              </p14:cNvPr>
              <p14:cNvContentPartPr/>
              <p14:nvPr/>
            </p14:nvContentPartPr>
            <p14:xfrm>
              <a:off x="3381332" y="4813616"/>
              <a:ext cx="164160" cy="1944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83B3A1CA-18EF-B7FE-5134-2F9163BFAF76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3372692" y="4804616"/>
                <a:ext cx="181800" cy="3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51997483-6C56-FF2B-E9CC-4B6E6D0C1AE8}"/>
                  </a:ext>
                </a:extLst>
              </p14:cNvPr>
              <p14:cNvContentPartPr/>
              <p14:nvPr/>
            </p14:nvContentPartPr>
            <p14:xfrm>
              <a:off x="2922332" y="4986416"/>
              <a:ext cx="57600" cy="19080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51997483-6C56-FF2B-E9CC-4B6E6D0C1AE8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2913692" y="4977416"/>
                <a:ext cx="75240" cy="20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7A60D3BC-15F9-6A16-8535-08767DFFC613}"/>
                  </a:ext>
                </a:extLst>
              </p14:cNvPr>
              <p14:cNvContentPartPr/>
              <p14:nvPr/>
            </p14:nvContentPartPr>
            <p14:xfrm>
              <a:off x="3330212" y="5004056"/>
              <a:ext cx="229320" cy="1404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7A60D3BC-15F9-6A16-8535-08767DFFC613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321572" y="4995056"/>
                <a:ext cx="246960" cy="31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0" name="Group 149">
            <a:extLst>
              <a:ext uri="{FF2B5EF4-FFF2-40B4-BE49-F238E27FC236}">
                <a16:creationId xmlns:a16="http://schemas.microsoft.com/office/drawing/2014/main" id="{8BA67262-DAE6-27D8-8313-37A1D3BB70DB}"/>
              </a:ext>
            </a:extLst>
          </p:cNvPr>
          <p:cNvGrpSpPr/>
          <p:nvPr/>
        </p:nvGrpSpPr>
        <p:grpSpPr>
          <a:xfrm>
            <a:off x="4681652" y="4425536"/>
            <a:ext cx="928440" cy="563400"/>
            <a:chOff x="4681652" y="4425536"/>
            <a:chExt cx="928440" cy="56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F136776-4CC1-EDDA-E8BD-CDF47CB50A2B}"/>
                    </a:ext>
                  </a:extLst>
                </p14:cNvPr>
                <p14:cNvContentPartPr/>
                <p14:nvPr/>
              </p14:nvContentPartPr>
              <p14:xfrm>
                <a:off x="4681652" y="4657016"/>
                <a:ext cx="351000" cy="277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F136776-4CC1-EDDA-E8BD-CDF47CB50A2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673012" y="4648376"/>
                  <a:ext cx="3686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E4549ED-98C8-4321-A262-D05DBD501FD2}"/>
                    </a:ext>
                  </a:extLst>
                </p14:cNvPr>
                <p14:cNvContentPartPr/>
                <p14:nvPr/>
              </p14:nvContentPartPr>
              <p14:xfrm>
                <a:off x="4750412" y="4824416"/>
                <a:ext cx="251640" cy="496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E4549ED-98C8-4321-A262-D05DBD501FD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741772" y="4815416"/>
                  <a:ext cx="269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A1A5C4D-531C-DCAE-0729-2B109ADDAAC7}"/>
                    </a:ext>
                  </a:extLst>
                </p14:cNvPr>
                <p14:cNvContentPartPr/>
                <p14:nvPr/>
              </p14:nvContentPartPr>
              <p14:xfrm>
                <a:off x="4892252" y="4463696"/>
                <a:ext cx="101520" cy="5252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A1A5C4D-531C-DCAE-0729-2B109ADDAAC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883612" y="4455056"/>
                  <a:ext cx="119160" cy="5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5CA0B5A-3302-D006-9049-C2776DFE68BE}"/>
                    </a:ext>
                  </a:extLst>
                </p14:cNvPr>
                <p14:cNvContentPartPr/>
                <p14:nvPr/>
              </p14:nvContentPartPr>
              <p14:xfrm>
                <a:off x="5202932" y="4425536"/>
                <a:ext cx="407160" cy="3632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5CA0B5A-3302-D006-9049-C2776DFE68B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193932" y="4416896"/>
                  <a:ext cx="424800" cy="38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ABAA874-EB6B-A43B-D94E-05A2D856AACC}"/>
              </a:ext>
            </a:extLst>
          </p:cNvPr>
          <p:cNvGrpSpPr/>
          <p:nvPr/>
        </p:nvGrpSpPr>
        <p:grpSpPr>
          <a:xfrm>
            <a:off x="3852572" y="4592216"/>
            <a:ext cx="474120" cy="625680"/>
            <a:chOff x="3852572" y="4592216"/>
            <a:chExt cx="474120" cy="62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515E11E-62EC-FCF1-96EA-7233047BF54C}"/>
                    </a:ext>
                  </a:extLst>
                </p14:cNvPr>
                <p14:cNvContentPartPr/>
                <p14:nvPr/>
              </p14:nvContentPartPr>
              <p14:xfrm>
                <a:off x="3914132" y="4665296"/>
                <a:ext cx="64440" cy="5526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515E11E-62EC-FCF1-96EA-7233047BF54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905492" y="4656656"/>
                  <a:ext cx="8208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5BA8C8E-30A5-7911-2ACF-8521E7ED43E4}"/>
                    </a:ext>
                  </a:extLst>
                </p14:cNvPr>
                <p14:cNvContentPartPr/>
                <p14:nvPr/>
              </p14:nvContentPartPr>
              <p14:xfrm>
                <a:off x="3852572" y="4592216"/>
                <a:ext cx="191880" cy="3708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5BA8C8E-30A5-7911-2ACF-8521E7ED43E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843572" y="4583216"/>
                  <a:ext cx="20952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6DCD263-2E01-D616-C6F1-1068131B10D9}"/>
                    </a:ext>
                  </a:extLst>
                </p14:cNvPr>
                <p14:cNvContentPartPr/>
                <p14:nvPr/>
              </p14:nvContentPartPr>
              <p14:xfrm>
                <a:off x="4175492" y="4800296"/>
                <a:ext cx="151200" cy="2538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6DCD263-2E01-D616-C6F1-1068131B10D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166492" y="4791656"/>
                  <a:ext cx="1688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99665EF-E722-AD79-A8D5-7D9D1DC6FCDC}"/>
                    </a:ext>
                  </a:extLst>
                </p14:cNvPr>
                <p14:cNvContentPartPr/>
                <p14:nvPr/>
              </p14:nvContentPartPr>
              <p14:xfrm>
                <a:off x="4110332" y="4754216"/>
                <a:ext cx="138960" cy="302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99665EF-E722-AD79-A8D5-7D9D1DC6FCD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101332" y="4745576"/>
                  <a:ext cx="156600" cy="4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0C262589-ACB5-13E6-1665-28B97AB77B8E}"/>
                  </a:ext>
                </a:extLst>
              </p14:cNvPr>
              <p14:cNvContentPartPr/>
              <p14:nvPr/>
            </p14:nvContentPartPr>
            <p14:xfrm>
              <a:off x="3387812" y="2459576"/>
              <a:ext cx="1023480" cy="40212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0C262589-ACB5-13E6-1665-28B97AB77B8E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3334172" y="2351576"/>
                <a:ext cx="1131120" cy="61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851A11C-0B96-8685-BC03-E409D71E9B73}"/>
                  </a:ext>
                </a:extLst>
              </p14:cNvPr>
              <p14:cNvContentPartPr/>
              <p14:nvPr/>
            </p14:nvContentPartPr>
            <p14:xfrm>
              <a:off x="5258012" y="2081936"/>
              <a:ext cx="1029240" cy="85896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851A11C-0B96-8685-BC03-E409D71E9B73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5204372" y="1973936"/>
                <a:ext cx="1136880" cy="107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0357F8D7-E46D-B029-EDDA-D01CC736CC62}"/>
                  </a:ext>
                </a:extLst>
              </p14:cNvPr>
              <p14:cNvContentPartPr/>
              <p14:nvPr/>
            </p14:nvContentPartPr>
            <p14:xfrm>
              <a:off x="6941732" y="1657496"/>
              <a:ext cx="2167560" cy="98532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0357F8D7-E46D-B029-EDDA-D01CC736CC62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6888092" y="1549856"/>
                <a:ext cx="2275200" cy="120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98419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8ABBA5D-3433-EC7D-472D-BF543DA773AD}"/>
              </a:ext>
            </a:extLst>
          </p:cNvPr>
          <p:cNvGrpSpPr/>
          <p:nvPr/>
        </p:nvGrpSpPr>
        <p:grpSpPr>
          <a:xfrm>
            <a:off x="1221332" y="413336"/>
            <a:ext cx="2674440" cy="696960"/>
            <a:chOff x="1221332" y="413336"/>
            <a:chExt cx="2674440" cy="696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0CBC94A-33E7-48B7-E73B-FDA3952F8619}"/>
                    </a:ext>
                  </a:extLst>
                </p14:cNvPr>
                <p14:cNvContentPartPr/>
                <p14:nvPr/>
              </p14:nvContentPartPr>
              <p14:xfrm>
                <a:off x="1221332" y="413336"/>
                <a:ext cx="401040" cy="5680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0CBC94A-33E7-48B7-E73B-FDA3952F861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12692" y="404336"/>
                  <a:ext cx="41868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ED08337-5C7A-0B51-4184-D51E614F056C}"/>
                    </a:ext>
                  </a:extLst>
                </p14:cNvPr>
                <p14:cNvContentPartPr/>
                <p14:nvPr/>
              </p14:nvContentPartPr>
              <p14:xfrm>
                <a:off x="1771052" y="783416"/>
                <a:ext cx="311400" cy="326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ED08337-5C7A-0B51-4184-D51E614F056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62052" y="774416"/>
                  <a:ext cx="32904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676209B-6B33-D698-D8BC-B626F0E83A30}"/>
                    </a:ext>
                  </a:extLst>
                </p14:cNvPr>
                <p14:cNvContentPartPr/>
                <p14:nvPr/>
              </p14:nvContentPartPr>
              <p14:xfrm>
                <a:off x="2223212" y="571376"/>
                <a:ext cx="361440" cy="4845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676209B-6B33-D698-D8BC-B626F0E83A3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14572" y="562736"/>
                  <a:ext cx="37908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B24BF91-2FBE-CD9F-928C-F69C3137EAE3}"/>
                    </a:ext>
                  </a:extLst>
                </p14:cNvPr>
                <p14:cNvContentPartPr/>
                <p14:nvPr/>
              </p14:nvContentPartPr>
              <p14:xfrm>
                <a:off x="2634332" y="790976"/>
                <a:ext cx="260640" cy="309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B24BF91-2FBE-CD9F-928C-F69C3137EAE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25692" y="781976"/>
                  <a:ext cx="27828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47A017E-646C-B9FC-052E-7427B1454A3F}"/>
                    </a:ext>
                  </a:extLst>
                </p14:cNvPr>
                <p14:cNvContentPartPr/>
                <p14:nvPr/>
              </p14:nvContentPartPr>
              <p14:xfrm>
                <a:off x="2951492" y="749936"/>
                <a:ext cx="218520" cy="275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47A017E-646C-B9FC-052E-7427B1454A3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42852" y="740936"/>
                  <a:ext cx="2361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4F4E697-3BD9-0C53-7BB1-617BAC0BE205}"/>
                    </a:ext>
                  </a:extLst>
                </p14:cNvPr>
                <p14:cNvContentPartPr/>
                <p14:nvPr/>
              </p14:nvContentPartPr>
              <p14:xfrm>
                <a:off x="3467372" y="889616"/>
                <a:ext cx="383760" cy="223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4F4E697-3BD9-0C53-7BB1-617BAC0BE20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458372" y="880976"/>
                  <a:ext cx="4014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29C7886-D323-9D0B-E053-1FA34B2C8BDC}"/>
                    </a:ext>
                  </a:extLst>
                </p14:cNvPr>
                <p14:cNvContentPartPr/>
                <p14:nvPr/>
              </p14:nvContentPartPr>
              <p14:xfrm>
                <a:off x="3621092" y="1050176"/>
                <a:ext cx="274680" cy="86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29C7886-D323-9D0B-E053-1FA34B2C8BD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612452" y="1041536"/>
                  <a:ext cx="29232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45E81F9-510A-866F-6D2B-1088B1CB132B}"/>
              </a:ext>
            </a:extLst>
          </p:cNvPr>
          <p:cNvGrpSpPr/>
          <p:nvPr/>
        </p:nvGrpSpPr>
        <p:grpSpPr>
          <a:xfrm>
            <a:off x="4361972" y="566696"/>
            <a:ext cx="361800" cy="780840"/>
            <a:chOff x="4361972" y="566696"/>
            <a:chExt cx="361800" cy="78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AE100F4-5545-1B79-AF42-83E93FA5D015}"/>
                    </a:ext>
                  </a:extLst>
                </p14:cNvPr>
                <p14:cNvContentPartPr/>
                <p14:nvPr/>
              </p14:nvContentPartPr>
              <p14:xfrm>
                <a:off x="4361972" y="582896"/>
                <a:ext cx="26280" cy="7646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AE100F4-5545-1B79-AF42-83E93FA5D01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352972" y="574256"/>
                  <a:ext cx="43920" cy="78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FF2588B-8059-FC1F-E2E0-288799A2F7A0}"/>
                    </a:ext>
                  </a:extLst>
                </p14:cNvPr>
                <p14:cNvContentPartPr/>
                <p14:nvPr/>
              </p14:nvContentPartPr>
              <p14:xfrm>
                <a:off x="4421372" y="566696"/>
                <a:ext cx="199080" cy="4802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FF2588B-8059-FC1F-E2E0-288799A2F7A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12372" y="557696"/>
                  <a:ext cx="21672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CA93556-D492-E35E-2DD1-379125BD6858}"/>
                    </a:ext>
                  </a:extLst>
                </p14:cNvPr>
                <p14:cNvContentPartPr/>
                <p14:nvPr/>
              </p14:nvContentPartPr>
              <p14:xfrm>
                <a:off x="4629092" y="856496"/>
                <a:ext cx="94680" cy="1857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CA93556-D492-E35E-2DD1-379125BD685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20092" y="847856"/>
                  <a:ext cx="11232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EBFA22E-167D-CD66-936B-4CA884A1A050}"/>
              </a:ext>
            </a:extLst>
          </p:cNvPr>
          <p:cNvGrpSpPr/>
          <p:nvPr/>
        </p:nvGrpSpPr>
        <p:grpSpPr>
          <a:xfrm>
            <a:off x="5047052" y="576776"/>
            <a:ext cx="196920" cy="444600"/>
            <a:chOff x="5047052" y="576776"/>
            <a:chExt cx="196920" cy="44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B4AFC47-7334-6AA8-475F-0847D2E6A678}"/>
                    </a:ext>
                  </a:extLst>
                </p14:cNvPr>
                <p14:cNvContentPartPr/>
                <p14:nvPr/>
              </p14:nvContentPartPr>
              <p14:xfrm>
                <a:off x="5147132" y="576776"/>
                <a:ext cx="16920" cy="4446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B4AFC47-7334-6AA8-475F-0847D2E6A67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138132" y="568136"/>
                  <a:ext cx="3456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F6A0869-EC78-453B-6A40-D27CE69E021E}"/>
                    </a:ext>
                  </a:extLst>
                </p14:cNvPr>
                <p14:cNvContentPartPr/>
                <p14:nvPr/>
              </p14:nvContentPartPr>
              <p14:xfrm>
                <a:off x="5047052" y="770816"/>
                <a:ext cx="196920" cy="5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F6A0869-EC78-453B-6A40-D27CE69E021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38412" y="761816"/>
                  <a:ext cx="21456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B57A62D-0324-479D-BE29-E6CF310D6773}"/>
              </a:ext>
            </a:extLst>
          </p:cNvPr>
          <p:cNvGrpSpPr/>
          <p:nvPr/>
        </p:nvGrpSpPr>
        <p:grpSpPr>
          <a:xfrm>
            <a:off x="5509652" y="510536"/>
            <a:ext cx="623160" cy="446760"/>
            <a:chOff x="5509652" y="510536"/>
            <a:chExt cx="623160" cy="44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7F0061C-FF89-2561-F6C8-2978DF8EAB3E}"/>
                    </a:ext>
                  </a:extLst>
                </p14:cNvPr>
                <p14:cNvContentPartPr/>
                <p14:nvPr/>
              </p14:nvContentPartPr>
              <p14:xfrm>
                <a:off x="5509652" y="592256"/>
                <a:ext cx="275400" cy="365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7F0061C-FF89-2561-F6C8-2978DF8EAB3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501012" y="583616"/>
                  <a:ext cx="29304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1B4E934-951A-C0F8-4F2D-F4EEC5F1BEA2}"/>
                    </a:ext>
                  </a:extLst>
                </p14:cNvPr>
                <p14:cNvContentPartPr/>
                <p14:nvPr/>
              </p14:nvContentPartPr>
              <p14:xfrm>
                <a:off x="5800532" y="722576"/>
                <a:ext cx="200160" cy="1929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1B4E934-951A-C0F8-4F2D-F4EEC5F1BEA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791532" y="713576"/>
                  <a:ext cx="2178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C6094CB-C529-FB84-01B6-5B90941B69B2}"/>
                    </a:ext>
                  </a:extLst>
                </p14:cNvPr>
                <p14:cNvContentPartPr/>
                <p14:nvPr/>
              </p14:nvContentPartPr>
              <p14:xfrm>
                <a:off x="6065492" y="510536"/>
                <a:ext cx="67320" cy="407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C6094CB-C529-FB84-01B6-5B90941B69B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56852" y="501896"/>
                  <a:ext cx="84960" cy="42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261CB3B-7BEF-5033-F9C2-319DBDECF221}"/>
              </a:ext>
            </a:extLst>
          </p:cNvPr>
          <p:cNvGrpSpPr/>
          <p:nvPr/>
        </p:nvGrpSpPr>
        <p:grpSpPr>
          <a:xfrm>
            <a:off x="6643652" y="473456"/>
            <a:ext cx="349920" cy="300600"/>
            <a:chOff x="6643652" y="473456"/>
            <a:chExt cx="349920" cy="30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93F05BA-3077-AEDF-7741-5994D4F7695A}"/>
                    </a:ext>
                  </a:extLst>
                </p14:cNvPr>
                <p14:cNvContentPartPr/>
                <p14:nvPr/>
              </p14:nvContentPartPr>
              <p14:xfrm>
                <a:off x="6737972" y="473456"/>
                <a:ext cx="33120" cy="300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93F05BA-3077-AEDF-7741-5994D4F7695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29332" y="464456"/>
                  <a:ext cx="507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73D2009-77C2-833F-E2F3-F43C2C46F58B}"/>
                    </a:ext>
                  </a:extLst>
                </p14:cNvPr>
                <p14:cNvContentPartPr/>
                <p14:nvPr/>
              </p14:nvContentPartPr>
              <p14:xfrm>
                <a:off x="6643652" y="598736"/>
                <a:ext cx="349920" cy="223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73D2009-77C2-833F-E2F3-F43C2C46F58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634652" y="590096"/>
                  <a:ext cx="36756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317DC49-FC28-D684-4C52-206C7D80E833}"/>
              </a:ext>
            </a:extLst>
          </p:cNvPr>
          <p:cNvGrpSpPr/>
          <p:nvPr/>
        </p:nvGrpSpPr>
        <p:grpSpPr>
          <a:xfrm>
            <a:off x="7344212" y="436016"/>
            <a:ext cx="884160" cy="376560"/>
            <a:chOff x="7344212" y="436016"/>
            <a:chExt cx="884160" cy="37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DC3AA8D-70B6-1D07-DEBE-B94B676B2405}"/>
                    </a:ext>
                  </a:extLst>
                </p14:cNvPr>
                <p14:cNvContentPartPr/>
                <p14:nvPr/>
              </p14:nvContentPartPr>
              <p14:xfrm>
                <a:off x="7380932" y="479216"/>
                <a:ext cx="38520" cy="333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DC3AA8D-70B6-1D07-DEBE-B94B676B240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372292" y="470216"/>
                  <a:ext cx="5616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3AACC99-1595-B543-EC3A-E7892FBDB388}"/>
                    </a:ext>
                  </a:extLst>
                </p14:cNvPr>
                <p14:cNvContentPartPr/>
                <p14:nvPr/>
              </p14:nvContentPartPr>
              <p14:xfrm>
                <a:off x="7344212" y="436016"/>
                <a:ext cx="161640" cy="216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3AACC99-1595-B543-EC3A-E7892FBDB3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335572" y="427376"/>
                  <a:ext cx="1792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2E5C7F4-586D-4F60-D814-E050A3887EEA}"/>
                    </a:ext>
                  </a:extLst>
                </p14:cNvPr>
                <p14:cNvContentPartPr/>
                <p14:nvPr/>
              </p14:nvContentPartPr>
              <p14:xfrm>
                <a:off x="7517012" y="578216"/>
                <a:ext cx="172440" cy="162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2E5C7F4-586D-4F60-D814-E050A3887EE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508012" y="569216"/>
                  <a:ext cx="1900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C5C7442-5B2E-889F-ACE3-E3F05D9F74C2}"/>
                    </a:ext>
                  </a:extLst>
                </p14:cNvPr>
                <p14:cNvContentPartPr/>
                <p14:nvPr/>
              </p14:nvContentPartPr>
              <p14:xfrm>
                <a:off x="7663172" y="565256"/>
                <a:ext cx="150480" cy="231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C5C7442-5B2E-889F-ACE3-E3F05D9F74C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54172" y="556256"/>
                  <a:ext cx="1681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86A16B6-4716-65C2-5184-E93593742A87}"/>
                    </a:ext>
                  </a:extLst>
                </p14:cNvPr>
                <p14:cNvContentPartPr/>
                <p14:nvPr/>
              </p14:nvContentPartPr>
              <p14:xfrm>
                <a:off x="7854692" y="456536"/>
                <a:ext cx="78120" cy="274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86A16B6-4716-65C2-5184-E93593742A8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846052" y="447536"/>
                  <a:ext cx="957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0B54ED6-FD08-5DCF-9277-3B1F582BEB37}"/>
                    </a:ext>
                  </a:extLst>
                </p14:cNvPr>
                <p14:cNvContentPartPr/>
                <p14:nvPr/>
              </p14:nvContentPartPr>
              <p14:xfrm>
                <a:off x="8037572" y="602336"/>
                <a:ext cx="360" cy="5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0B54ED6-FD08-5DCF-9277-3B1F582BEB3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028932" y="593696"/>
                  <a:ext cx="180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08C2438-B7D2-D8C2-8307-46AA4B6BE46F}"/>
                    </a:ext>
                  </a:extLst>
                </p14:cNvPr>
                <p14:cNvContentPartPr/>
                <p14:nvPr/>
              </p14:nvContentPartPr>
              <p14:xfrm>
                <a:off x="7835612" y="573176"/>
                <a:ext cx="259920" cy="79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08C2438-B7D2-D8C2-8307-46AA4B6BE46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826972" y="564536"/>
                  <a:ext cx="2775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F3CBEAD-8513-A42B-EA88-7A984A93964F}"/>
                    </a:ext>
                  </a:extLst>
                </p14:cNvPr>
                <p14:cNvContentPartPr/>
                <p14:nvPr/>
              </p14:nvContentPartPr>
              <p14:xfrm>
                <a:off x="8014892" y="543296"/>
                <a:ext cx="213480" cy="219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F3CBEAD-8513-A42B-EA88-7A984A93964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005892" y="534296"/>
                  <a:ext cx="23112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1AA68E4-8E22-C49F-B91A-DB9BE04DED20}"/>
              </a:ext>
            </a:extLst>
          </p:cNvPr>
          <p:cNvGrpSpPr/>
          <p:nvPr/>
        </p:nvGrpSpPr>
        <p:grpSpPr>
          <a:xfrm>
            <a:off x="8537612" y="325856"/>
            <a:ext cx="391680" cy="416880"/>
            <a:chOff x="8537612" y="325856"/>
            <a:chExt cx="391680" cy="41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659EB9E-CCDD-C0CF-34ED-8B0E0DBC3308}"/>
                    </a:ext>
                  </a:extLst>
                </p14:cNvPr>
                <p14:cNvContentPartPr/>
                <p14:nvPr/>
              </p14:nvContentPartPr>
              <p14:xfrm>
                <a:off x="8604572" y="325856"/>
                <a:ext cx="52200" cy="416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659EB9E-CCDD-C0CF-34ED-8B0E0DBC330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595932" y="316856"/>
                  <a:ext cx="6984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203FCD7-E480-525A-6531-696318CA955A}"/>
                    </a:ext>
                  </a:extLst>
                </p14:cNvPr>
                <p14:cNvContentPartPr/>
                <p14:nvPr/>
              </p14:nvContentPartPr>
              <p14:xfrm>
                <a:off x="8537612" y="528536"/>
                <a:ext cx="391680" cy="738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203FCD7-E480-525A-6531-696318CA955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28972" y="519536"/>
                  <a:ext cx="409320" cy="9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2A0E78C-94BF-F0B4-06CD-B3AA03951ABD}"/>
              </a:ext>
            </a:extLst>
          </p:cNvPr>
          <p:cNvGrpSpPr/>
          <p:nvPr/>
        </p:nvGrpSpPr>
        <p:grpSpPr>
          <a:xfrm>
            <a:off x="9266972" y="259256"/>
            <a:ext cx="1600560" cy="1031400"/>
            <a:chOff x="9266972" y="259256"/>
            <a:chExt cx="1600560" cy="103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135EF5D-6517-FF15-1ED2-86E50ABA8FA1}"/>
                    </a:ext>
                  </a:extLst>
                </p14:cNvPr>
                <p14:cNvContentPartPr/>
                <p14:nvPr/>
              </p14:nvContentPartPr>
              <p14:xfrm>
                <a:off x="9266972" y="370856"/>
                <a:ext cx="119160" cy="238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135EF5D-6517-FF15-1ED2-86E50ABA8FA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258332" y="361856"/>
                  <a:ext cx="1368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87D9CEA-2567-DA01-00DD-2142EE5992D1}"/>
                    </a:ext>
                  </a:extLst>
                </p14:cNvPr>
                <p14:cNvContentPartPr/>
                <p14:nvPr/>
              </p14:nvContentPartPr>
              <p14:xfrm>
                <a:off x="9398012" y="447536"/>
                <a:ext cx="132840" cy="172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87D9CEA-2567-DA01-00DD-2142EE5992D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89372" y="438536"/>
                  <a:ext cx="150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7CBA261-3C4A-B6A3-A885-08E4EF5804C5}"/>
                    </a:ext>
                  </a:extLst>
                </p14:cNvPr>
                <p14:cNvContentPartPr/>
                <p14:nvPr/>
              </p14:nvContentPartPr>
              <p14:xfrm>
                <a:off x="9560732" y="327656"/>
                <a:ext cx="98640" cy="3157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7CBA261-3C4A-B6A3-A885-08E4EF5804C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552092" y="318656"/>
                  <a:ext cx="1162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D4BA14F-2D1B-9444-34C2-FEB822E124C5}"/>
                    </a:ext>
                  </a:extLst>
                </p14:cNvPr>
                <p14:cNvContentPartPr/>
                <p14:nvPr/>
              </p14:nvContentPartPr>
              <p14:xfrm>
                <a:off x="9717692" y="346376"/>
                <a:ext cx="3240" cy="57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D4BA14F-2D1B-9444-34C2-FEB822E124C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709052" y="337736"/>
                  <a:ext cx="208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31AA9BD-0C4F-AFEC-90F6-F5123A2DA2C2}"/>
                    </a:ext>
                  </a:extLst>
                </p14:cNvPr>
                <p14:cNvContentPartPr/>
                <p14:nvPr/>
              </p14:nvContentPartPr>
              <p14:xfrm>
                <a:off x="9709412" y="520616"/>
                <a:ext cx="360" cy="32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31AA9BD-0C4F-AFEC-90F6-F5123A2DA2C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700412" y="511976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4956347-124A-AA75-7E6A-CDE92FDBC495}"/>
                    </a:ext>
                  </a:extLst>
                </p14:cNvPr>
                <p14:cNvContentPartPr/>
                <p14:nvPr/>
              </p14:nvContentPartPr>
              <p14:xfrm>
                <a:off x="9886532" y="304976"/>
                <a:ext cx="128160" cy="2923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4956347-124A-AA75-7E6A-CDE92FDBC49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77532" y="296336"/>
                  <a:ext cx="14580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4B2F990-9E1A-0CFB-8E68-8C6D0635CC80}"/>
                    </a:ext>
                  </a:extLst>
                </p14:cNvPr>
                <p14:cNvContentPartPr/>
                <p14:nvPr/>
              </p14:nvContentPartPr>
              <p14:xfrm>
                <a:off x="9880052" y="259256"/>
                <a:ext cx="282240" cy="1382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4B2F990-9E1A-0CFB-8E68-8C6D0635CC8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71412" y="250616"/>
                  <a:ext cx="2998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FD61187-3F2F-CEF0-1AEE-22BE14E70FB1}"/>
                    </a:ext>
                  </a:extLst>
                </p14:cNvPr>
                <p14:cNvContentPartPr/>
                <p14:nvPr/>
              </p14:nvContentPartPr>
              <p14:xfrm>
                <a:off x="10092452" y="419456"/>
                <a:ext cx="139680" cy="1227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FD61187-3F2F-CEF0-1AEE-22BE14E70FB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83812" y="410816"/>
                  <a:ext cx="1573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B22DAED-E1C6-3222-F57F-9AF1DE0CD17D}"/>
                    </a:ext>
                  </a:extLst>
                </p14:cNvPr>
                <p14:cNvContentPartPr/>
                <p14:nvPr/>
              </p14:nvContentPartPr>
              <p14:xfrm>
                <a:off x="10280012" y="402536"/>
                <a:ext cx="119160" cy="171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B22DAED-E1C6-3222-F57F-9AF1DE0CD17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271372" y="393896"/>
                  <a:ext cx="1368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7573AA9-EA48-0985-5F64-DC7E5AAE9E6C}"/>
                    </a:ext>
                  </a:extLst>
                </p14:cNvPr>
                <p14:cNvContentPartPr/>
                <p14:nvPr/>
              </p14:nvContentPartPr>
              <p14:xfrm>
                <a:off x="10446332" y="286256"/>
                <a:ext cx="90360" cy="2379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7573AA9-EA48-0985-5F64-DC7E5AAE9E6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37332" y="277256"/>
                  <a:ext cx="1080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439C1B2-057B-C3EE-EDCF-24317E04C8ED}"/>
                    </a:ext>
                  </a:extLst>
                </p14:cNvPr>
                <p14:cNvContentPartPr/>
                <p14:nvPr/>
              </p14:nvContentPartPr>
              <p14:xfrm>
                <a:off x="10453172" y="439256"/>
                <a:ext cx="202320" cy="38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439C1B2-057B-C3EE-EDCF-24317E04C8E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44532" y="430256"/>
                  <a:ext cx="2199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AB1CED0-0985-F1BD-DE60-4D31BD1982B5}"/>
                    </a:ext>
                  </a:extLst>
                </p14:cNvPr>
                <p14:cNvContentPartPr/>
                <p14:nvPr/>
              </p14:nvContentPartPr>
              <p14:xfrm>
                <a:off x="10718132" y="366896"/>
                <a:ext cx="149400" cy="237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AB1CED0-0985-F1BD-DE60-4D31BD1982B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709492" y="357896"/>
                  <a:ext cx="1670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7B155D5-96EF-93E0-27FB-9A8B62356C92}"/>
                    </a:ext>
                  </a:extLst>
                </p14:cNvPr>
                <p14:cNvContentPartPr/>
                <p14:nvPr/>
              </p14:nvContentPartPr>
              <p14:xfrm>
                <a:off x="10048532" y="892856"/>
                <a:ext cx="32040" cy="3567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7B155D5-96EF-93E0-27FB-9A8B62356C9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39532" y="883856"/>
                  <a:ext cx="4968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4261FBC-C91B-5D70-2957-863C4F3006E6}"/>
                    </a:ext>
                  </a:extLst>
                </p14:cNvPr>
                <p14:cNvContentPartPr/>
                <p14:nvPr/>
              </p14:nvContentPartPr>
              <p14:xfrm>
                <a:off x="10022972" y="1169696"/>
                <a:ext cx="158760" cy="687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4261FBC-C91B-5D70-2957-863C4F3006E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14332" y="1161056"/>
                  <a:ext cx="1764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8899DAB-79E2-7AA7-8A49-A9EBA2E3ED29}"/>
                    </a:ext>
                  </a:extLst>
                </p14:cNvPr>
                <p14:cNvContentPartPr/>
                <p14:nvPr/>
              </p14:nvContentPartPr>
              <p14:xfrm>
                <a:off x="10032332" y="1108496"/>
                <a:ext cx="160200" cy="1821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8899DAB-79E2-7AA7-8A49-A9EBA2E3ED2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23332" y="1099856"/>
                  <a:ext cx="1778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5537EC3-AE6B-7CED-5533-90312B8F5E64}"/>
                    </a:ext>
                  </a:extLst>
                </p14:cNvPr>
                <p14:cNvContentPartPr/>
                <p14:nvPr/>
              </p14:nvContentPartPr>
              <p14:xfrm>
                <a:off x="9452372" y="686216"/>
                <a:ext cx="1225440" cy="174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5537EC3-AE6B-7CED-5533-90312B8F5E6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443372" y="677576"/>
                  <a:ext cx="1243080" cy="192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103F7364-1D95-EE1A-B69E-41FD475FE565}"/>
                  </a:ext>
                </a:extLst>
              </p14:cNvPr>
              <p14:cNvContentPartPr/>
              <p14:nvPr/>
            </p14:nvContentPartPr>
            <p14:xfrm>
              <a:off x="5545292" y="1139456"/>
              <a:ext cx="435240" cy="61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103F7364-1D95-EE1A-B69E-41FD475FE56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5536652" y="1130456"/>
                <a:ext cx="45288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BDDC2D16-2940-09C4-07F6-B77CF4605C92}"/>
                  </a:ext>
                </a:extLst>
              </p14:cNvPr>
              <p14:cNvContentPartPr/>
              <p14:nvPr/>
            </p14:nvContentPartPr>
            <p14:xfrm>
              <a:off x="7427372" y="1014896"/>
              <a:ext cx="661680" cy="2484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BDDC2D16-2940-09C4-07F6-B77CF4605C92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7418372" y="1006256"/>
                <a:ext cx="67932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2BE69137-977E-C9B5-2082-219E70933A27}"/>
                  </a:ext>
                </a:extLst>
              </p14:cNvPr>
              <p14:cNvContentPartPr/>
              <p14:nvPr/>
            </p14:nvContentPartPr>
            <p14:xfrm>
              <a:off x="5249372" y="614576"/>
              <a:ext cx="888120" cy="44136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2BE69137-977E-C9B5-2082-219E70933A27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5195372" y="506936"/>
                <a:ext cx="995760" cy="65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8551B453-A070-3355-65E7-2A0576FA9BCD}"/>
                  </a:ext>
                </a:extLst>
              </p14:cNvPr>
              <p14:cNvContentPartPr/>
              <p14:nvPr/>
            </p14:nvContentPartPr>
            <p14:xfrm>
              <a:off x="7156292" y="506936"/>
              <a:ext cx="895680" cy="59868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8551B453-A070-3355-65E7-2A0576FA9BCD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7102292" y="398936"/>
                <a:ext cx="1003320" cy="81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A5FE0321-0E24-7EDD-722D-C2571B51E153}"/>
                  </a:ext>
                </a:extLst>
              </p14:cNvPr>
              <p14:cNvContentPartPr/>
              <p14:nvPr/>
            </p14:nvContentPartPr>
            <p14:xfrm>
              <a:off x="9085532" y="307136"/>
              <a:ext cx="1937880" cy="24192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A5FE0321-0E24-7EDD-722D-C2571B51E153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9031892" y="199496"/>
                <a:ext cx="2045520" cy="457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89381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6067874-4357-9BA1-5FAF-E71F7163D7E2}"/>
              </a:ext>
            </a:extLst>
          </p:cNvPr>
          <p:cNvGrpSpPr/>
          <p:nvPr/>
        </p:nvGrpSpPr>
        <p:grpSpPr>
          <a:xfrm>
            <a:off x="1283612" y="1521056"/>
            <a:ext cx="638280" cy="376200"/>
            <a:chOff x="1283612" y="1521056"/>
            <a:chExt cx="638280" cy="37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F531F80-9624-4FA8-E2D7-B77462B29AC5}"/>
                    </a:ext>
                  </a:extLst>
                </p14:cNvPr>
                <p14:cNvContentPartPr/>
                <p14:nvPr/>
              </p14:nvContentPartPr>
              <p14:xfrm>
                <a:off x="1394492" y="1538336"/>
                <a:ext cx="32040" cy="3546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F531F80-9624-4FA8-E2D7-B77462B29AC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85852" y="1529336"/>
                  <a:ext cx="4968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2E44F61-8290-4F5B-E9BE-4D86F22B7066}"/>
                    </a:ext>
                  </a:extLst>
                </p14:cNvPr>
                <p14:cNvContentPartPr/>
                <p14:nvPr/>
              </p14:nvContentPartPr>
              <p14:xfrm>
                <a:off x="1283612" y="1579376"/>
                <a:ext cx="412200" cy="223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2E44F61-8290-4F5B-E9BE-4D86F22B706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74612" y="1570376"/>
                  <a:ext cx="4298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457C147-C5B3-FB0E-31C5-FAC07FFA0A52}"/>
                    </a:ext>
                  </a:extLst>
                </p14:cNvPr>
                <p14:cNvContentPartPr/>
                <p14:nvPr/>
              </p14:nvContentPartPr>
              <p14:xfrm>
                <a:off x="1750172" y="1521056"/>
                <a:ext cx="171720" cy="3762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457C147-C5B3-FB0E-31C5-FAC07FFA0A5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41172" y="1512056"/>
                  <a:ext cx="18936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400F30C-D2DD-41AB-CC98-07A9FD496FDF}"/>
                    </a:ext>
                  </a:extLst>
                </p14:cNvPr>
                <p14:cNvContentPartPr/>
                <p14:nvPr/>
              </p14:nvContentPartPr>
              <p14:xfrm>
                <a:off x="1739012" y="1746416"/>
                <a:ext cx="158760" cy="169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400F30C-D2DD-41AB-CC98-07A9FD496FD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30372" y="1737776"/>
                  <a:ext cx="176400" cy="34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7F58706-1D96-BB5C-897B-C8AE0AD11EE1}"/>
                  </a:ext>
                </a:extLst>
              </p14:cNvPr>
              <p14:cNvContentPartPr/>
              <p14:nvPr/>
            </p14:nvContentPartPr>
            <p14:xfrm>
              <a:off x="2206652" y="1442216"/>
              <a:ext cx="155880" cy="111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7F58706-1D96-BB5C-897B-C8AE0AD11EE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197652" y="1433576"/>
                <a:ext cx="17352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F48E1B4-3698-B348-4DAB-50D4033D5BA7}"/>
                  </a:ext>
                </a:extLst>
              </p14:cNvPr>
              <p14:cNvContentPartPr/>
              <p14:nvPr/>
            </p14:nvContentPartPr>
            <p14:xfrm>
              <a:off x="2276492" y="1575416"/>
              <a:ext cx="180720" cy="302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F48E1B4-3698-B348-4DAB-50D4033D5BA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267492" y="1566776"/>
                <a:ext cx="198360" cy="47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9322CFA4-9071-6155-E7A5-99C619272CCB}"/>
              </a:ext>
            </a:extLst>
          </p:cNvPr>
          <p:cNvGrpSpPr/>
          <p:nvPr/>
        </p:nvGrpSpPr>
        <p:grpSpPr>
          <a:xfrm>
            <a:off x="9308372" y="328016"/>
            <a:ext cx="366120" cy="432720"/>
            <a:chOff x="9308372" y="328016"/>
            <a:chExt cx="366120" cy="43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039C6EE-D932-107E-56B7-1A4066315C9A}"/>
                    </a:ext>
                  </a:extLst>
                </p14:cNvPr>
                <p14:cNvContentPartPr/>
                <p14:nvPr/>
              </p14:nvContentPartPr>
              <p14:xfrm>
                <a:off x="9322412" y="328016"/>
                <a:ext cx="146160" cy="424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039C6EE-D932-107E-56B7-1A4066315C9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13412" y="319376"/>
                  <a:ext cx="16380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B3B9CCE-E964-CC5D-A0D3-AB75B82DA8AC}"/>
                    </a:ext>
                  </a:extLst>
                </p14:cNvPr>
                <p14:cNvContentPartPr/>
                <p14:nvPr/>
              </p14:nvContentPartPr>
              <p14:xfrm>
                <a:off x="9308372" y="501176"/>
                <a:ext cx="208080" cy="1609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B3B9CCE-E964-CC5D-A0D3-AB75B82DA8A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299732" y="492536"/>
                  <a:ext cx="2257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00322A3-C0C8-7F26-2DF6-626833C11869}"/>
                    </a:ext>
                  </a:extLst>
                </p14:cNvPr>
                <p14:cNvContentPartPr/>
                <p14:nvPr/>
              </p14:nvContentPartPr>
              <p14:xfrm>
                <a:off x="9589532" y="563456"/>
                <a:ext cx="84960" cy="24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00322A3-C0C8-7F26-2DF6-626833C1186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580892" y="554456"/>
                  <a:ext cx="1026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134021-0243-F32D-F4F1-792911617761}"/>
                    </a:ext>
                  </a:extLst>
                </p14:cNvPr>
                <p14:cNvContentPartPr/>
                <p14:nvPr/>
              </p14:nvContentPartPr>
              <p14:xfrm>
                <a:off x="9640652" y="605576"/>
                <a:ext cx="30240" cy="1551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134021-0243-F32D-F4F1-7929116177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32012" y="596576"/>
                  <a:ext cx="4788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9AC0B66-D3F9-4707-ECEE-821647971F79}"/>
              </a:ext>
            </a:extLst>
          </p:cNvPr>
          <p:cNvGrpSpPr/>
          <p:nvPr/>
        </p:nvGrpSpPr>
        <p:grpSpPr>
          <a:xfrm>
            <a:off x="10022612" y="341696"/>
            <a:ext cx="1383480" cy="429840"/>
            <a:chOff x="10022612" y="341696"/>
            <a:chExt cx="1383480" cy="42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E8ED332-4580-297B-55CF-A38CF2CF8478}"/>
                    </a:ext>
                  </a:extLst>
                </p14:cNvPr>
                <p14:cNvContentPartPr/>
                <p14:nvPr/>
              </p14:nvContentPartPr>
              <p14:xfrm>
                <a:off x="10022612" y="502976"/>
                <a:ext cx="134280" cy="115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E8ED332-4580-297B-55CF-A38CF2CF847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013972" y="494336"/>
                  <a:ext cx="1519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75498EE-BB23-53D0-A343-A57BB59FBDDF}"/>
                    </a:ext>
                  </a:extLst>
                </p14:cNvPr>
                <p14:cNvContentPartPr/>
                <p14:nvPr/>
              </p14:nvContentPartPr>
              <p14:xfrm>
                <a:off x="10084532" y="639416"/>
                <a:ext cx="224280" cy="63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75498EE-BB23-53D0-A343-A57BB59FBDD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075892" y="630416"/>
                  <a:ext cx="2419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39B1026-3030-531F-4AFF-ADD97523E2CC}"/>
                    </a:ext>
                  </a:extLst>
                </p14:cNvPr>
                <p14:cNvContentPartPr/>
                <p14:nvPr/>
              </p14:nvContentPartPr>
              <p14:xfrm>
                <a:off x="10479092" y="397856"/>
                <a:ext cx="220320" cy="3553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39B1026-3030-531F-4AFF-ADD97523E2C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470092" y="389216"/>
                  <a:ext cx="23796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F199D2C-915F-4998-2AA6-2F120F1161D4}"/>
                    </a:ext>
                  </a:extLst>
                </p14:cNvPr>
                <p14:cNvContentPartPr/>
                <p14:nvPr/>
              </p14:nvContentPartPr>
              <p14:xfrm>
                <a:off x="10758812" y="566696"/>
                <a:ext cx="130320" cy="201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F199D2C-915F-4998-2AA6-2F120F1161D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750172" y="558056"/>
                  <a:ext cx="1479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70C24C6-17EF-D15D-CF12-7254D428ED39}"/>
                    </a:ext>
                  </a:extLst>
                </p14:cNvPr>
                <p14:cNvContentPartPr/>
                <p14:nvPr/>
              </p14:nvContentPartPr>
              <p14:xfrm>
                <a:off x="10872212" y="341696"/>
                <a:ext cx="49320" cy="4298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70C24C6-17EF-D15D-CF12-7254D428ED3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863212" y="332696"/>
                  <a:ext cx="6696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6A0007F-6E90-E649-91E4-C9CB817F02AB}"/>
                    </a:ext>
                  </a:extLst>
                </p14:cNvPr>
                <p14:cNvContentPartPr/>
                <p14:nvPr/>
              </p14:nvContentPartPr>
              <p14:xfrm>
                <a:off x="10978412" y="562016"/>
                <a:ext cx="135720" cy="1623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6A0007F-6E90-E649-91E4-C9CB817F02A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969412" y="553376"/>
                  <a:ext cx="1533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5E1AF17-8DA8-95F0-991F-2269E2098C58}"/>
                    </a:ext>
                  </a:extLst>
                </p14:cNvPr>
                <p14:cNvContentPartPr/>
                <p14:nvPr/>
              </p14:nvContentPartPr>
              <p14:xfrm>
                <a:off x="11176412" y="409016"/>
                <a:ext cx="229680" cy="3088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5E1AF17-8DA8-95F0-991F-2269E2098C5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167412" y="400376"/>
                  <a:ext cx="24732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94CC9DD-D409-75C7-A7C4-096DD4BEE75D}"/>
              </a:ext>
            </a:extLst>
          </p:cNvPr>
          <p:cNvGrpSpPr/>
          <p:nvPr/>
        </p:nvGrpSpPr>
        <p:grpSpPr>
          <a:xfrm>
            <a:off x="9214772" y="1118936"/>
            <a:ext cx="244440" cy="258480"/>
            <a:chOff x="9214772" y="1118936"/>
            <a:chExt cx="24444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9CA62FC-BCA5-BFC5-3E97-0CC19DFCE92C}"/>
                    </a:ext>
                  </a:extLst>
                </p14:cNvPr>
                <p14:cNvContentPartPr/>
                <p14:nvPr/>
              </p14:nvContentPartPr>
              <p14:xfrm>
                <a:off x="9245372" y="1118936"/>
                <a:ext cx="153720" cy="258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9CA62FC-BCA5-BFC5-3E97-0CC19DFCE92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236732" y="1110296"/>
                  <a:ext cx="1713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C2D4100-1046-6A07-FFF0-B9399A7C3B0B}"/>
                    </a:ext>
                  </a:extLst>
                </p14:cNvPr>
                <p14:cNvContentPartPr/>
                <p14:nvPr/>
              </p14:nvContentPartPr>
              <p14:xfrm>
                <a:off x="9214772" y="1152776"/>
                <a:ext cx="244440" cy="207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C2D4100-1046-6A07-FFF0-B9399A7C3B0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206132" y="1144136"/>
                  <a:ext cx="262080" cy="22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347F1AB-E555-ED4D-26D2-FE7114A91934}"/>
              </a:ext>
            </a:extLst>
          </p:cNvPr>
          <p:cNvGrpSpPr/>
          <p:nvPr/>
        </p:nvGrpSpPr>
        <p:grpSpPr>
          <a:xfrm>
            <a:off x="9691052" y="1198136"/>
            <a:ext cx="687600" cy="192960"/>
            <a:chOff x="9691052" y="1198136"/>
            <a:chExt cx="687600" cy="19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5D69406-B1EB-4407-56CC-BE6FCFCBEDE8}"/>
                    </a:ext>
                  </a:extLst>
                </p14:cNvPr>
                <p14:cNvContentPartPr/>
                <p14:nvPr/>
              </p14:nvContentPartPr>
              <p14:xfrm>
                <a:off x="9691052" y="1209656"/>
                <a:ext cx="270720" cy="1814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5D69406-B1EB-4407-56CC-BE6FCFCBEDE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682052" y="1201016"/>
                  <a:ext cx="2883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C60B7DF-DC51-8B8A-C26E-B5379603449A}"/>
                    </a:ext>
                  </a:extLst>
                </p14:cNvPr>
                <p14:cNvContentPartPr/>
                <p14:nvPr/>
              </p14:nvContentPartPr>
              <p14:xfrm>
                <a:off x="10141052" y="1198136"/>
                <a:ext cx="137160" cy="57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C60B7DF-DC51-8B8A-C26E-B5379603449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132412" y="1189496"/>
                  <a:ext cx="1548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F9D0BEC-7F3F-A568-1C12-8592AF90E22A}"/>
                    </a:ext>
                  </a:extLst>
                </p14:cNvPr>
                <p14:cNvContentPartPr/>
                <p14:nvPr/>
              </p14:nvContentPartPr>
              <p14:xfrm>
                <a:off x="10136732" y="1350416"/>
                <a:ext cx="241920" cy="11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F9D0BEC-7F3F-A568-1C12-8592AF90E22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127732" y="1341416"/>
                  <a:ext cx="259560" cy="2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2E40BD0-2349-DE36-B408-486D9893CF03}"/>
              </a:ext>
            </a:extLst>
          </p:cNvPr>
          <p:cNvGrpSpPr/>
          <p:nvPr/>
        </p:nvGrpSpPr>
        <p:grpSpPr>
          <a:xfrm>
            <a:off x="10701572" y="991856"/>
            <a:ext cx="770400" cy="408240"/>
            <a:chOff x="10701572" y="991856"/>
            <a:chExt cx="770400" cy="40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7548481-A715-22CB-C322-6AA1A21E6EDC}"/>
                    </a:ext>
                  </a:extLst>
                </p14:cNvPr>
                <p14:cNvContentPartPr/>
                <p14:nvPr/>
              </p14:nvContentPartPr>
              <p14:xfrm>
                <a:off x="10888052" y="992216"/>
                <a:ext cx="8640" cy="4078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7548481-A715-22CB-C322-6AA1A21E6ED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879052" y="983576"/>
                  <a:ext cx="2628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71F99DC-B16C-859A-9A1C-004496371851}"/>
                    </a:ext>
                  </a:extLst>
                </p14:cNvPr>
                <p14:cNvContentPartPr/>
                <p14:nvPr/>
              </p14:nvContentPartPr>
              <p14:xfrm>
                <a:off x="10701572" y="991856"/>
                <a:ext cx="326160" cy="302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71F99DC-B16C-859A-9A1C-00449637185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92572" y="982856"/>
                  <a:ext cx="3438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A26A4E9-520C-698C-14CF-12CA8B7FFBAA}"/>
                    </a:ext>
                  </a:extLst>
                </p14:cNvPr>
                <p14:cNvContentPartPr/>
                <p14:nvPr/>
              </p14:nvContentPartPr>
              <p14:xfrm>
                <a:off x="11025572" y="1055216"/>
                <a:ext cx="115200" cy="158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A26A4E9-520C-698C-14CF-12CA8B7FFBA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016932" y="1046576"/>
                  <a:ext cx="132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7F5DF1F-79C2-6452-80A8-B80F6DB6BC86}"/>
                    </a:ext>
                  </a:extLst>
                </p14:cNvPr>
                <p14:cNvContentPartPr/>
                <p14:nvPr/>
              </p14:nvContentPartPr>
              <p14:xfrm>
                <a:off x="11176052" y="1023176"/>
                <a:ext cx="128880" cy="272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7F5DF1F-79C2-6452-80A8-B80F6DB6BC8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167052" y="1014176"/>
                  <a:ext cx="1465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00781C2-BEF2-509D-6BDA-A2D02260F3FB}"/>
                    </a:ext>
                  </a:extLst>
                </p14:cNvPr>
                <p14:cNvContentPartPr/>
                <p14:nvPr/>
              </p14:nvContentPartPr>
              <p14:xfrm>
                <a:off x="11374412" y="1093016"/>
                <a:ext cx="97560" cy="200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00781C2-BEF2-509D-6BDA-A2D02260F3F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365772" y="1084016"/>
                  <a:ext cx="115200" cy="21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A418A3E-5E1F-65A3-5617-AE764AFC1955}"/>
              </a:ext>
            </a:extLst>
          </p:cNvPr>
          <p:cNvGrpSpPr/>
          <p:nvPr/>
        </p:nvGrpSpPr>
        <p:grpSpPr>
          <a:xfrm>
            <a:off x="2777252" y="1214696"/>
            <a:ext cx="898200" cy="630720"/>
            <a:chOff x="2777252" y="1214696"/>
            <a:chExt cx="898200" cy="63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DB88152-B3FA-F522-0D66-D0A4C5FF8AC6}"/>
                    </a:ext>
                  </a:extLst>
                </p14:cNvPr>
                <p14:cNvContentPartPr/>
                <p14:nvPr/>
              </p14:nvContentPartPr>
              <p14:xfrm>
                <a:off x="2777252" y="1294976"/>
                <a:ext cx="95040" cy="5504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DB88152-B3FA-F522-0D66-D0A4C5FF8AC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768612" y="1286336"/>
                  <a:ext cx="112680" cy="56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1DCF6A4-B4FB-4C95-7BC6-AE150622121A}"/>
                    </a:ext>
                  </a:extLst>
                </p14:cNvPr>
                <p14:cNvContentPartPr/>
                <p14:nvPr/>
              </p14:nvContentPartPr>
              <p14:xfrm>
                <a:off x="2780492" y="1285256"/>
                <a:ext cx="315360" cy="338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1DCF6A4-B4FB-4C95-7BC6-AE15062212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771492" y="1276256"/>
                  <a:ext cx="33300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B13AE38-3EF7-B4ED-A6F8-32202C013143}"/>
                    </a:ext>
                  </a:extLst>
                </p14:cNvPr>
                <p14:cNvContentPartPr/>
                <p14:nvPr/>
              </p14:nvContentPartPr>
              <p14:xfrm>
                <a:off x="3140852" y="1491536"/>
                <a:ext cx="112320" cy="1274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B13AE38-3EF7-B4ED-A6F8-32202C01314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131852" y="1482896"/>
                  <a:ext cx="1299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27E6798-6148-7DB2-216E-D43898F3DF0C}"/>
                    </a:ext>
                  </a:extLst>
                </p14:cNvPr>
                <p14:cNvContentPartPr/>
                <p14:nvPr/>
              </p14:nvContentPartPr>
              <p14:xfrm>
                <a:off x="3410132" y="1214696"/>
                <a:ext cx="126000" cy="3632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27E6798-6148-7DB2-216E-D43898F3DF0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401492" y="1206056"/>
                  <a:ext cx="14364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9CEDA58-6BAB-3EC2-5A6D-8114C64450E0}"/>
                    </a:ext>
                  </a:extLst>
                </p14:cNvPr>
                <p14:cNvContentPartPr/>
                <p14:nvPr/>
              </p14:nvContentPartPr>
              <p14:xfrm>
                <a:off x="3450092" y="1394696"/>
                <a:ext cx="225360" cy="86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9CEDA58-6BAB-3EC2-5A6D-8114C64450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441452" y="1385696"/>
                  <a:ext cx="24300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1FA4381-94AA-55B2-7219-BA4ABFAC8FD6}"/>
              </a:ext>
            </a:extLst>
          </p:cNvPr>
          <p:cNvGrpSpPr/>
          <p:nvPr/>
        </p:nvGrpSpPr>
        <p:grpSpPr>
          <a:xfrm>
            <a:off x="3990092" y="1156376"/>
            <a:ext cx="1008000" cy="530640"/>
            <a:chOff x="3990092" y="1156376"/>
            <a:chExt cx="1008000" cy="53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9B1A5E9-20D5-5892-55AE-4C36843D0A87}"/>
                    </a:ext>
                  </a:extLst>
                </p14:cNvPr>
                <p14:cNvContentPartPr/>
                <p14:nvPr/>
              </p14:nvContentPartPr>
              <p14:xfrm>
                <a:off x="4003052" y="1217216"/>
                <a:ext cx="43920" cy="469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9B1A5E9-20D5-5892-55AE-4C36843D0A8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994052" y="1208216"/>
                  <a:ext cx="61560" cy="4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3130E6F-E0CB-9857-0491-B5CEC0A49703}"/>
                    </a:ext>
                  </a:extLst>
                </p14:cNvPr>
                <p14:cNvContentPartPr/>
                <p14:nvPr/>
              </p14:nvContentPartPr>
              <p14:xfrm>
                <a:off x="3990092" y="1193456"/>
                <a:ext cx="139320" cy="263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3130E6F-E0CB-9857-0491-B5CEC0A4970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981452" y="1184816"/>
                  <a:ext cx="15696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5E2C936-CDF5-AF09-7B1B-3F9AB3522649}"/>
                    </a:ext>
                  </a:extLst>
                </p14:cNvPr>
                <p14:cNvContentPartPr/>
                <p14:nvPr/>
              </p14:nvContentPartPr>
              <p14:xfrm>
                <a:off x="4215812" y="1325216"/>
                <a:ext cx="24840" cy="148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5E2C936-CDF5-AF09-7B1B-3F9AB352264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06812" y="1316216"/>
                  <a:ext cx="424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664DC4A-F50B-5A71-12A2-EA29FBF44106}"/>
                    </a:ext>
                  </a:extLst>
                </p14:cNvPr>
                <p14:cNvContentPartPr/>
                <p14:nvPr/>
              </p14:nvContentPartPr>
              <p14:xfrm>
                <a:off x="4433252" y="1156376"/>
                <a:ext cx="140760" cy="3391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664DC4A-F50B-5A71-12A2-EA29FBF4410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424612" y="1147736"/>
                  <a:ext cx="15840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B6B7041-1C6B-1B3E-D2EF-DFCF7DE55A86}"/>
                    </a:ext>
                  </a:extLst>
                </p14:cNvPr>
                <p14:cNvContentPartPr/>
                <p14:nvPr/>
              </p14:nvContentPartPr>
              <p14:xfrm>
                <a:off x="4611092" y="1218656"/>
                <a:ext cx="183240" cy="223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B6B7041-1C6B-1B3E-D2EF-DFCF7DE55A8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602452" y="1210016"/>
                  <a:ext cx="2008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97DED13-16A3-67EA-A080-BA10691AB0AE}"/>
                    </a:ext>
                  </a:extLst>
                </p14:cNvPr>
                <p14:cNvContentPartPr/>
                <p14:nvPr/>
              </p14:nvContentPartPr>
              <p14:xfrm>
                <a:off x="4777052" y="1258616"/>
                <a:ext cx="112320" cy="1414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97DED13-16A3-67EA-A080-BA10691AB0A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768052" y="1249616"/>
                  <a:ext cx="1299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D36142A-2794-1EA0-9035-6C4537E2FF86}"/>
                    </a:ext>
                  </a:extLst>
                </p14:cNvPr>
                <p14:cNvContentPartPr/>
                <p14:nvPr/>
              </p14:nvContentPartPr>
              <p14:xfrm>
                <a:off x="4899452" y="1159616"/>
                <a:ext cx="98640" cy="2372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D36142A-2794-1EA0-9035-6C4537E2FF8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890812" y="1150976"/>
                  <a:ext cx="116280" cy="25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5418C1-6D94-A882-F869-723FB9233D81}"/>
              </a:ext>
            </a:extLst>
          </p:cNvPr>
          <p:cNvGrpSpPr/>
          <p:nvPr/>
        </p:nvGrpSpPr>
        <p:grpSpPr>
          <a:xfrm>
            <a:off x="5267372" y="1085456"/>
            <a:ext cx="194400" cy="451440"/>
            <a:chOff x="5267372" y="1085456"/>
            <a:chExt cx="194400" cy="45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B8DEBC6-84EA-BA74-3310-7A5F0AE8767B}"/>
                    </a:ext>
                  </a:extLst>
                </p14:cNvPr>
                <p14:cNvContentPartPr/>
                <p14:nvPr/>
              </p14:nvContentPartPr>
              <p14:xfrm>
                <a:off x="5345852" y="1085456"/>
                <a:ext cx="68760" cy="451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B8DEBC6-84EA-BA74-3310-7A5F0AE8767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36852" y="1076816"/>
                  <a:ext cx="8640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CE11DB7-B280-A78C-0BBF-76D409F27963}"/>
                    </a:ext>
                  </a:extLst>
                </p14:cNvPr>
                <p14:cNvContentPartPr/>
                <p14:nvPr/>
              </p14:nvContentPartPr>
              <p14:xfrm>
                <a:off x="5267372" y="1276616"/>
                <a:ext cx="194400" cy="30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CE11DB7-B280-A78C-0BBF-76D409F2796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258732" y="1267976"/>
                  <a:ext cx="21204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053A0A3-673A-C6A3-7A56-6AF11B2B5111}"/>
              </a:ext>
            </a:extLst>
          </p:cNvPr>
          <p:cNvGrpSpPr/>
          <p:nvPr/>
        </p:nvGrpSpPr>
        <p:grpSpPr>
          <a:xfrm>
            <a:off x="5811692" y="1039376"/>
            <a:ext cx="319680" cy="484200"/>
            <a:chOff x="5811692" y="1039376"/>
            <a:chExt cx="319680" cy="48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350FF12-759B-46C4-80B4-44C47D6ED59B}"/>
                    </a:ext>
                  </a:extLst>
                </p14:cNvPr>
                <p14:cNvContentPartPr/>
                <p14:nvPr/>
              </p14:nvContentPartPr>
              <p14:xfrm>
                <a:off x="5837252" y="1063856"/>
                <a:ext cx="52200" cy="459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350FF12-759B-46C4-80B4-44C47D6ED59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828252" y="1054856"/>
                  <a:ext cx="69840" cy="47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28D3B7B-4ECC-FFF5-B86A-617AFBA8B9EC}"/>
                    </a:ext>
                  </a:extLst>
                </p14:cNvPr>
                <p14:cNvContentPartPr/>
                <p14:nvPr/>
              </p14:nvContentPartPr>
              <p14:xfrm>
                <a:off x="5811692" y="1039376"/>
                <a:ext cx="189000" cy="3902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28D3B7B-4ECC-FFF5-B86A-617AFBA8B9E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802692" y="1030736"/>
                  <a:ext cx="20664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2FD02CD-E319-11AC-96CD-FB982C0B95EA}"/>
                    </a:ext>
                  </a:extLst>
                </p14:cNvPr>
                <p14:cNvContentPartPr/>
                <p14:nvPr/>
              </p14:nvContentPartPr>
              <p14:xfrm>
                <a:off x="6036692" y="1292816"/>
                <a:ext cx="94680" cy="100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2FD02CD-E319-11AC-96CD-FB982C0B95E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27692" y="1284176"/>
                  <a:ext cx="112320" cy="11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4FF909A-7781-E933-1317-6BCC5981315F}"/>
              </a:ext>
            </a:extLst>
          </p:cNvPr>
          <p:cNvGrpSpPr/>
          <p:nvPr/>
        </p:nvGrpSpPr>
        <p:grpSpPr>
          <a:xfrm>
            <a:off x="6190772" y="1006976"/>
            <a:ext cx="727920" cy="384120"/>
            <a:chOff x="6190772" y="1006976"/>
            <a:chExt cx="727920" cy="38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6D48588-6386-132E-F20B-11F60E508C59}"/>
                    </a:ext>
                  </a:extLst>
                </p14:cNvPr>
                <p14:cNvContentPartPr/>
                <p14:nvPr/>
              </p14:nvContentPartPr>
              <p14:xfrm>
                <a:off x="6283292" y="1065296"/>
                <a:ext cx="14400" cy="2995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6D48588-6386-132E-F20B-11F60E508C5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274652" y="1056656"/>
                  <a:ext cx="3204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71E3B86-AAAE-1D05-7626-B87A36D86CC7}"/>
                    </a:ext>
                  </a:extLst>
                </p14:cNvPr>
                <p14:cNvContentPartPr/>
                <p14:nvPr/>
              </p14:nvContentPartPr>
              <p14:xfrm>
                <a:off x="6190772" y="1006976"/>
                <a:ext cx="248760" cy="392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71E3B86-AAAE-1D05-7626-B87A36D86CC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182132" y="997976"/>
                  <a:ext cx="266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F58D045-65F4-08E3-F3FD-FF4136BAA539}"/>
                    </a:ext>
                  </a:extLst>
                </p14:cNvPr>
                <p14:cNvContentPartPr/>
                <p14:nvPr/>
              </p14:nvContentPartPr>
              <p14:xfrm>
                <a:off x="6438452" y="1106336"/>
                <a:ext cx="126000" cy="1706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F58D045-65F4-08E3-F3FD-FF4136BAA53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429452" y="1097696"/>
                  <a:ext cx="1436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3FD5301-7032-6BD9-2828-2113522713C8}"/>
                    </a:ext>
                  </a:extLst>
                </p14:cNvPr>
                <p14:cNvContentPartPr/>
                <p14:nvPr/>
              </p14:nvContentPartPr>
              <p14:xfrm>
                <a:off x="6610532" y="1066016"/>
                <a:ext cx="90360" cy="2332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3FD5301-7032-6BD9-2828-2113522713C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601532" y="1057376"/>
                  <a:ext cx="1080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727C19B-C483-958E-F1EE-37A2A6557C7C}"/>
                    </a:ext>
                  </a:extLst>
                </p14:cNvPr>
                <p14:cNvContentPartPr/>
                <p14:nvPr/>
              </p14:nvContentPartPr>
              <p14:xfrm>
                <a:off x="6725732" y="1148816"/>
                <a:ext cx="192960" cy="2422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727C19B-C483-958E-F1EE-37A2A6557C7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717092" y="1140176"/>
                  <a:ext cx="210600" cy="259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13A859AB-2A9D-3D52-4583-A87E5DE6C538}"/>
                  </a:ext>
                </a:extLst>
              </p14:cNvPr>
              <p14:cNvContentPartPr/>
              <p14:nvPr/>
            </p14:nvContentPartPr>
            <p14:xfrm>
              <a:off x="3967772" y="1774496"/>
              <a:ext cx="200160" cy="4464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13A859AB-2A9D-3D52-4583-A87E5DE6C538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3959132" y="1765856"/>
                <a:ext cx="217800" cy="6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3BC6535-825C-4EBF-6637-53FBBA3D1DAB}"/>
              </a:ext>
            </a:extLst>
          </p:cNvPr>
          <p:cNvGrpSpPr/>
          <p:nvPr/>
        </p:nvGrpSpPr>
        <p:grpSpPr>
          <a:xfrm>
            <a:off x="3996932" y="2182016"/>
            <a:ext cx="318240" cy="507960"/>
            <a:chOff x="3996932" y="2182016"/>
            <a:chExt cx="318240" cy="50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010A843-8A1E-8D9F-1BA8-2D3D41BF7190}"/>
                    </a:ext>
                  </a:extLst>
                </p14:cNvPr>
                <p14:cNvContentPartPr/>
                <p14:nvPr/>
              </p14:nvContentPartPr>
              <p14:xfrm>
                <a:off x="4088372" y="2229536"/>
                <a:ext cx="11520" cy="4604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010A843-8A1E-8D9F-1BA8-2D3D41BF719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079372" y="2220896"/>
                  <a:ext cx="2916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E62D2CC-27E2-5584-B167-6DEAE5E843B4}"/>
                    </a:ext>
                  </a:extLst>
                </p14:cNvPr>
                <p14:cNvContentPartPr/>
                <p14:nvPr/>
              </p14:nvContentPartPr>
              <p14:xfrm>
                <a:off x="3996932" y="2182016"/>
                <a:ext cx="191520" cy="312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E62D2CC-27E2-5584-B167-6DEAE5E843B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988292" y="2173016"/>
                  <a:ext cx="20916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700BAC8-BB0A-4E0C-D221-6CA82851CF7E}"/>
                    </a:ext>
                  </a:extLst>
                </p14:cNvPr>
                <p14:cNvContentPartPr/>
                <p14:nvPr/>
              </p14:nvContentPartPr>
              <p14:xfrm>
                <a:off x="4294292" y="2368856"/>
                <a:ext cx="20880" cy="1454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700BAC8-BB0A-4E0C-D221-6CA82851CF7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285652" y="2360216"/>
                  <a:ext cx="3852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2AEA140-1B39-D742-2070-283983746F9A}"/>
              </a:ext>
            </a:extLst>
          </p:cNvPr>
          <p:cNvGrpSpPr/>
          <p:nvPr/>
        </p:nvGrpSpPr>
        <p:grpSpPr>
          <a:xfrm>
            <a:off x="4514252" y="2188856"/>
            <a:ext cx="725040" cy="336600"/>
            <a:chOff x="4514252" y="2188856"/>
            <a:chExt cx="725040" cy="33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FA917BC-D095-0445-225E-4487A0EB5712}"/>
                    </a:ext>
                  </a:extLst>
                </p14:cNvPr>
                <p14:cNvContentPartPr/>
                <p14:nvPr/>
              </p14:nvContentPartPr>
              <p14:xfrm>
                <a:off x="4514252" y="2201456"/>
                <a:ext cx="115200" cy="324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FA917BC-D095-0445-225E-4487A0EB571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505612" y="2192816"/>
                  <a:ext cx="1328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0FB22C5-2B47-4D53-7ACC-5348F7D6CFD3}"/>
                    </a:ext>
                  </a:extLst>
                </p14:cNvPr>
                <p14:cNvContentPartPr/>
                <p14:nvPr/>
              </p14:nvContentPartPr>
              <p14:xfrm>
                <a:off x="4687772" y="2358776"/>
                <a:ext cx="105480" cy="1504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0FB22C5-2B47-4D53-7ACC-5348F7D6CFD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679132" y="2349776"/>
                  <a:ext cx="1231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B275073-09C7-2213-A401-560763CCEE47}"/>
                    </a:ext>
                  </a:extLst>
                </p14:cNvPr>
                <p14:cNvContentPartPr/>
                <p14:nvPr/>
              </p14:nvContentPartPr>
              <p14:xfrm>
                <a:off x="4831052" y="2213696"/>
                <a:ext cx="71280" cy="2656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B275073-09C7-2213-A401-560763CCEE4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822412" y="2205056"/>
                  <a:ext cx="889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E32423C-8F7A-F0CE-28AA-88508B4F6752}"/>
                    </a:ext>
                  </a:extLst>
                </p14:cNvPr>
                <p14:cNvContentPartPr/>
                <p14:nvPr/>
              </p14:nvContentPartPr>
              <p14:xfrm>
                <a:off x="4890452" y="2353376"/>
                <a:ext cx="155880" cy="1339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E32423C-8F7A-F0CE-28AA-88508B4F675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881452" y="2344736"/>
                  <a:ext cx="1735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A2CA253-A8B5-1D4D-61F0-E55B39CF79D7}"/>
                    </a:ext>
                  </a:extLst>
                </p14:cNvPr>
                <p14:cNvContentPartPr/>
                <p14:nvPr/>
              </p14:nvContentPartPr>
              <p14:xfrm>
                <a:off x="5066852" y="2188856"/>
                <a:ext cx="172440" cy="2916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A2CA253-A8B5-1D4D-61F0-E55B39CF79D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057852" y="2180216"/>
                  <a:ext cx="190080" cy="30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DF66C23F-FA42-27AE-BD30-8F373110D1A7}"/>
              </a:ext>
            </a:extLst>
          </p:cNvPr>
          <p:cNvGrpSpPr/>
          <p:nvPr/>
        </p:nvGrpSpPr>
        <p:grpSpPr>
          <a:xfrm>
            <a:off x="5620892" y="2058896"/>
            <a:ext cx="216000" cy="384120"/>
            <a:chOff x="5620892" y="2058896"/>
            <a:chExt cx="216000" cy="38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473A029-7BBD-C1A6-F42B-473AF1800DCD}"/>
                    </a:ext>
                  </a:extLst>
                </p14:cNvPr>
                <p14:cNvContentPartPr/>
                <p14:nvPr/>
              </p14:nvContentPartPr>
              <p14:xfrm>
                <a:off x="5690012" y="2058896"/>
                <a:ext cx="25560" cy="3841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473A029-7BBD-C1A6-F42B-473AF1800DC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681372" y="2049896"/>
                  <a:ext cx="4320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8663D6F-21F6-0A82-A7E2-223C565E15E1}"/>
                    </a:ext>
                  </a:extLst>
                </p14:cNvPr>
                <p14:cNvContentPartPr/>
                <p14:nvPr/>
              </p14:nvContentPartPr>
              <p14:xfrm>
                <a:off x="5620892" y="2259416"/>
                <a:ext cx="216000" cy="550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8663D6F-21F6-0A82-A7E2-223C565E15E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612252" y="2250416"/>
                  <a:ext cx="23364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7E65569-7C5A-7FB4-A4F9-217A622A1404}"/>
              </a:ext>
            </a:extLst>
          </p:cNvPr>
          <p:cNvGrpSpPr/>
          <p:nvPr/>
        </p:nvGrpSpPr>
        <p:grpSpPr>
          <a:xfrm>
            <a:off x="6079892" y="1946216"/>
            <a:ext cx="836280" cy="508680"/>
            <a:chOff x="6079892" y="1946216"/>
            <a:chExt cx="836280" cy="50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56F7595-3D46-177B-6D3A-C984F2337F20}"/>
                    </a:ext>
                  </a:extLst>
                </p14:cNvPr>
                <p14:cNvContentPartPr/>
                <p14:nvPr/>
              </p14:nvContentPartPr>
              <p14:xfrm>
                <a:off x="6083492" y="2034056"/>
                <a:ext cx="36000" cy="4208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56F7595-3D46-177B-6D3A-C984F2337F2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74852" y="2025416"/>
                  <a:ext cx="5364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AE60B6D-5B38-47B9-4BD6-20D8411402BA}"/>
                    </a:ext>
                  </a:extLst>
                </p14:cNvPr>
                <p14:cNvContentPartPr/>
                <p14:nvPr/>
              </p14:nvContentPartPr>
              <p14:xfrm>
                <a:off x="6079892" y="1984376"/>
                <a:ext cx="164520" cy="2991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AE60B6D-5B38-47B9-4BD6-20D8411402B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070892" y="1975736"/>
                  <a:ext cx="1821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CD1EE4B-AE84-2A67-569C-C431ABB6FE1C}"/>
                    </a:ext>
                  </a:extLst>
                </p14:cNvPr>
                <p14:cNvContentPartPr/>
                <p14:nvPr/>
              </p14:nvContentPartPr>
              <p14:xfrm>
                <a:off x="6287252" y="2165816"/>
                <a:ext cx="127440" cy="1526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CD1EE4B-AE84-2A67-569C-C431ABB6FE1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278612" y="2156816"/>
                  <a:ext cx="1450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717311-3C81-F016-78BD-BF30225710D3}"/>
                    </a:ext>
                  </a:extLst>
                </p14:cNvPr>
                <p14:cNvContentPartPr/>
                <p14:nvPr/>
              </p14:nvContentPartPr>
              <p14:xfrm>
                <a:off x="6559052" y="1946216"/>
                <a:ext cx="22320" cy="257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717311-3C81-F016-78BD-BF30225710D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550052" y="1937576"/>
                  <a:ext cx="3996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25207F5-16E4-10BE-AEB0-0EF7A0A28FCD}"/>
                    </a:ext>
                  </a:extLst>
                </p14:cNvPr>
                <p14:cNvContentPartPr/>
                <p14:nvPr/>
              </p14:nvContentPartPr>
              <p14:xfrm>
                <a:off x="6467252" y="1951976"/>
                <a:ext cx="183240" cy="194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25207F5-16E4-10BE-AEB0-0EF7A0A28FC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58612" y="1943336"/>
                  <a:ext cx="2008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B4F8874-9D58-5667-A34D-40F9CBB43C9D}"/>
                    </a:ext>
                  </a:extLst>
                </p14:cNvPr>
                <p14:cNvContentPartPr/>
                <p14:nvPr/>
              </p14:nvContentPartPr>
              <p14:xfrm>
                <a:off x="6605492" y="1985456"/>
                <a:ext cx="178200" cy="2300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B4F8874-9D58-5667-A34D-40F9CBB43C9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596492" y="1976456"/>
                  <a:ext cx="1958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97B2D06-04C4-E598-5302-F5A008F08DA6}"/>
                    </a:ext>
                  </a:extLst>
                </p14:cNvPr>
                <p14:cNvContentPartPr/>
                <p14:nvPr/>
              </p14:nvContentPartPr>
              <p14:xfrm>
                <a:off x="6762092" y="1976816"/>
                <a:ext cx="154080" cy="2523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97B2D06-04C4-E598-5302-F5A008F08DA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753452" y="1968176"/>
                  <a:ext cx="171720" cy="27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22A00E33-AEED-D696-109C-6807E7E2D531}"/>
              </a:ext>
            </a:extLst>
          </p:cNvPr>
          <p:cNvGrpSpPr/>
          <p:nvPr/>
        </p:nvGrpSpPr>
        <p:grpSpPr>
          <a:xfrm>
            <a:off x="7350692" y="1906976"/>
            <a:ext cx="280080" cy="256320"/>
            <a:chOff x="7350692" y="1906976"/>
            <a:chExt cx="280080" cy="25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BC2CE8A-32B0-34B7-4026-75FA9E4D86C2}"/>
                    </a:ext>
                  </a:extLst>
                </p14:cNvPr>
                <p14:cNvContentPartPr/>
                <p14:nvPr/>
              </p14:nvContentPartPr>
              <p14:xfrm>
                <a:off x="7514132" y="1906976"/>
                <a:ext cx="16920" cy="2563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BC2CE8A-32B0-34B7-4026-75FA9E4D86C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505492" y="1897976"/>
                  <a:ext cx="345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987F090-6958-FA6C-DE95-0F6BCCF13B66}"/>
                    </a:ext>
                  </a:extLst>
                </p14:cNvPr>
                <p14:cNvContentPartPr/>
                <p14:nvPr/>
              </p14:nvContentPartPr>
              <p14:xfrm>
                <a:off x="7350692" y="2034416"/>
                <a:ext cx="280080" cy="536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987F090-6958-FA6C-DE95-0F6BCCF13B6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342052" y="2025416"/>
                  <a:ext cx="29772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6A546A5-DD07-8DEF-E006-482DA9D46D6C}"/>
              </a:ext>
            </a:extLst>
          </p:cNvPr>
          <p:cNvGrpSpPr/>
          <p:nvPr/>
        </p:nvGrpSpPr>
        <p:grpSpPr>
          <a:xfrm>
            <a:off x="7891412" y="1828856"/>
            <a:ext cx="1242720" cy="401400"/>
            <a:chOff x="7891412" y="1828856"/>
            <a:chExt cx="1242720" cy="40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92266E2-D77F-7634-8466-F6E83F0EC051}"/>
                    </a:ext>
                  </a:extLst>
                </p14:cNvPr>
                <p14:cNvContentPartPr/>
                <p14:nvPr/>
              </p14:nvContentPartPr>
              <p14:xfrm>
                <a:off x="7922732" y="1884296"/>
                <a:ext cx="90360" cy="3459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92266E2-D77F-7634-8466-F6E83F0EC05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914092" y="1875296"/>
                  <a:ext cx="10800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CAF01DE-7B07-4FFA-7EFB-CF1AAD19D57F}"/>
                    </a:ext>
                  </a:extLst>
                </p14:cNvPr>
                <p14:cNvContentPartPr/>
                <p14:nvPr/>
              </p14:nvContentPartPr>
              <p14:xfrm>
                <a:off x="7891412" y="1893656"/>
                <a:ext cx="144000" cy="2217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CAF01DE-7B07-4FFA-7EFB-CF1AAD19D57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882412" y="1884656"/>
                  <a:ext cx="1616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80D20D6-F509-B78A-1321-0E153BDC0824}"/>
                    </a:ext>
                  </a:extLst>
                </p14:cNvPr>
                <p14:cNvContentPartPr/>
                <p14:nvPr/>
              </p14:nvContentPartPr>
              <p14:xfrm>
                <a:off x="8102732" y="1981136"/>
                <a:ext cx="115920" cy="1609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80D20D6-F509-B78A-1321-0E153BDC082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093732" y="1972136"/>
                  <a:ext cx="1335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FEBD7AA-2159-9FA9-9435-7863485E030B}"/>
                    </a:ext>
                  </a:extLst>
                </p14:cNvPr>
                <p14:cNvContentPartPr/>
                <p14:nvPr/>
              </p14:nvContentPartPr>
              <p14:xfrm>
                <a:off x="8384612" y="1850816"/>
                <a:ext cx="165600" cy="2725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FEBD7AA-2159-9FA9-9435-7863485E030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375972" y="1841816"/>
                  <a:ext cx="1832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636F601-6735-1E36-3EA9-A2C2375608CE}"/>
                    </a:ext>
                  </a:extLst>
                </p14:cNvPr>
                <p14:cNvContentPartPr/>
                <p14:nvPr/>
              </p14:nvContentPartPr>
              <p14:xfrm>
                <a:off x="8555612" y="1977176"/>
                <a:ext cx="108360" cy="1274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636F601-6735-1E36-3EA9-A2C2375608C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546612" y="1968176"/>
                  <a:ext cx="1260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E49D080-E3E8-AE46-1696-3E60E29CD86D}"/>
                    </a:ext>
                  </a:extLst>
                </p14:cNvPr>
                <p14:cNvContentPartPr/>
                <p14:nvPr/>
              </p14:nvContentPartPr>
              <p14:xfrm>
                <a:off x="8670092" y="1876376"/>
                <a:ext cx="115200" cy="1429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E49D080-E3E8-AE46-1696-3E60E29CD86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661452" y="1867736"/>
                  <a:ext cx="1328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4B64D96-B400-6D56-947E-6B5A66A85820}"/>
                    </a:ext>
                  </a:extLst>
                </p14:cNvPr>
                <p14:cNvContentPartPr/>
                <p14:nvPr/>
              </p14:nvContentPartPr>
              <p14:xfrm>
                <a:off x="8795732" y="1940456"/>
                <a:ext cx="158760" cy="817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4B64D96-B400-6D56-947E-6B5A66A8582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786732" y="1931816"/>
                  <a:ext cx="1764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F9F4810-A716-7984-53D1-0AEADE576503}"/>
                    </a:ext>
                  </a:extLst>
                </p14:cNvPr>
                <p14:cNvContentPartPr/>
                <p14:nvPr/>
              </p14:nvContentPartPr>
              <p14:xfrm>
                <a:off x="8942612" y="1902656"/>
                <a:ext cx="36000" cy="1141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F9F4810-A716-7984-53D1-0AEADE576503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933972" y="1894016"/>
                  <a:ext cx="536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B4DA08B-D3A4-6AB0-9707-EDFF25987132}"/>
                    </a:ext>
                  </a:extLst>
                </p14:cNvPr>
                <p14:cNvContentPartPr/>
                <p14:nvPr/>
              </p14:nvContentPartPr>
              <p14:xfrm>
                <a:off x="8978252" y="1828856"/>
                <a:ext cx="155880" cy="1911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B4DA08B-D3A4-6AB0-9707-EDFF2598713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969252" y="1820216"/>
                  <a:ext cx="17352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E2D59B96-A822-D8B5-0870-97DE8A60A3EA}"/>
              </a:ext>
            </a:extLst>
          </p:cNvPr>
          <p:cNvGrpSpPr/>
          <p:nvPr/>
        </p:nvGrpSpPr>
        <p:grpSpPr>
          <a:xfrm>
            <a:off x="9345092" y="1755776"/>
            <a:ext cx="598680" cy="229320"/>
            <a:chOff x="9345092" y="1755776"/>
            <a:chExt cx="598680" cy="22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080F871-CF6A-3967-FAFB-223534F77553}"/>
                    </a:ext>
                  </a:extLst>
                </p14:cNvPr>
                <p14:cNvContentPartPr/>
                <p14:nvPr/>
              </p14:nvContentPartPr>
              <p14:xfrm>
                <a:off x="9403772" y="1836776"/>
                <a:ext cx="41400" cy="1483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080F871-CF6A-3967-FAFB-223534F7755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394772" y="1828136"/>
                  <a:ext cx="590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BF75473-09C2-D397-E606-CB0D35A119E5}"/>
                    </a:ext>
                  </a:extLst>
                </p14:cNvPr>
                <p14:cNvContentPartPr/>
                <p14:nvPr/>
              </p14:nvContentPartPr>
              <p14:xfrm>
                <a:off x="9345092" y="1788176"/>
                <a:ext cx="282960" cy="478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BF75473-09C2-D397-E606-CB0D35A119E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336452" y="1779536"/>
                  <a:ext cx="30060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2E4DE1C-8B18-6DCC-A211-39EB11F9FFDD}"/>
                    </a:ext>
                  </a:extLst>
                </p14:cNvPr>
                <p14:cNvContentPartPr/>
                <p14:nvPr/>
              </p14:nvContentPartPr>
              <p14:xfrm>
                <a:off x="9624452" y="1829936"/>
                <a:ext cx="154800" cy="1314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2E4DE1C-8B18-6DCC-A211-39EB11F9FFD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615812" y="1820936"/>
                  <a:ext cx="172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8DF82E5-9162-77BA-C8C2-339B578515C2}"/>
                    </a:ext>
                  </a:extLst>
                </p14:cNvPr>
                <p14:cNvContentPartPr/>
                <p14:nvPr/>
              </p14:nvContentPartPr>
              <p14:xfrm>
                <a:off x="9804812" y="1755776"/>
                <a:ext cx="138960" cy="2138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8DF82E5-9162-77BA-C8C2-339B578515C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795812" y="1747136"/>
                  <a:ext cx="15660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E902AB53-42E3-BBC2-434F-AFC6D06DD88F}"/>
              </a:ext>
            </a:extLst>
          </p:cNvPr>
          <p:cNvGrpSpPr/>
          <p:nvPr/>
        </p:nvGrpSpPr>
        <p:grpSpPr>
          <a:xfrm>
            <a:off x="3149132" y="3248336"/>
            <a:ext cx="2760120" cy="2629800"/>
            <a:chOff x="3149132" y="3248336"/>
            <a:chExt cx="2760120" cy="262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B1B6865-1EB5-7F0B-6EDF-21178C90B4B6}"/>
                    </a:ext>
                  </a:extLst>
                </p14:cNvPr>
                <p14:cNvContentPartPr/>
                <p14:nvPr/>
              </p14:nvContentPartPr>
              <p14:xfrm>
                <a:off x="3149132" y="3248336"/>
                <a:ext cx="2760120" cy="26298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B1B6865-1EB5-7F0B-6EDF-21178C90B4B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140492" y="3239696"/>
                  <a:ext cx="2777760" cy="264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66B7271-86B1-974C-B7D7-EA05C96E6D44}"/>
                    </a:ext>
                  </a:extLst>
                </p14:cNvPr>
                <p14:cNvContentPartPr/>
                <p14:nvPr/>
              </p14:nvContentPartPr>
              <p14:xfrm>
                <a:off x="3798572" y="5478536"/>
                <a:ext cx="16920" cy="5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66B7271-86B1-974C-B7D7-EA05C96E6D4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789932" y="5469896"/>
                  <a:ext cx="34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71C9DCC-6244-11FC-B255-B874BD57015D}"/>
                    </a:ext>
                  </a:extLst>
                </p14:cNvPr>
                <p14:cNvContentPartPr/>
                <p14:nvPr/>
              </p14:nvContentPartPr>
              <p14:xfrm>
                <a:off x="4064612" y="5278016"/>
                <a:ext cx="38520" cy="223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71C9DCC-6244-11FC-B255-B874BD57015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055972" y="5269376"/>
                  <a:ext cx="56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42B7942-A838-9882-6182-F64D9577748F}"/>
                    </a:ext>
                  </a:extLst>
                </p14:cNvPr>
                <p14:cNvContentPartPr/>
                <p14:nvPr/>
              </p14:nvContentPartPr>
              <p14:xfrm>
                <a:off x="4343252" y="5111336"/>
                <a:ext cx="36000" cy="194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42B7942-A838-9882-6182-F64D9577748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334612" y="5102696"/>
                  <a:ext cx="536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45B1FC8-F4B8-4461-7AE3-4465B0C19E33}"/>
                    </a:ext>
                  </a:extLst>
                </p14:cNvPr>
                <p14:cNvContentPartPr/>
                <p14:nvPr/>
              </p14:nvContentPartPr>
              <p14:xfrm>
                <a:off x="4786772" y="4849256"/>
                <a:ext cx="41400" cy="360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45B1FC8-F4B8-4461-7AE3-4465B0C19E3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778132" y="4840616"/>
                  <a:ext cx="590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FE794E2-B79F-A942-DB50-523830209220}"/>
                    </a:ext>
                  </a:extLst>
                </p14:cNvPr>
                <p14:cNvContentPartPr/>
                <p14:nvPr/>
              </p14:nvContentPartPr>
              <p14:xfrm>
                <a:off x="5151092" y="4572056"/>
                <a:ext cx="16920" cy="86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FE794E2-B79F-A942-DB50-52383020922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142452" y="4563056"/>
                  <a:ext cx="345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B19D681-A45B-56AE-73FB-C4E2B951B9C7}"/>
                    </a:ext>
                  </a:extLst>
                </p14:cNvPr>
                <p14:cNvContentPartPr/>
                <p14:nvPr/>
              </p14:nvContentPartPr>
              <p14:xfrm>
                <a:off x="5375372" y="4244096"/>
                <a:ext cx="5760" cy="57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B19D681-A45B-56AE-73FB-C4E2B951B9C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66372" y="4235456"/>
                  <a:ext cx="234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20CB2BC-D37E-BB6F-B368-377C1F38D92D}"/>
                    </a:ext>
                  </a:extLst>
                </p14:cNvPr>
                <p14:cNvContentPartPr/>
                <p14:nvPr/>
              </p14:nvContentPartPr>
              <p14:xfrm>
                <a:off x="4499852" y="4469096"/>
                <a:ext cx="360" cy="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20CB2BC-D37E-BB6F-B368-377C1F38D92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490852" y="446009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85092DD-612E-A6DB-573D-529F2A98F8DA}"/>
                    </a:ext>
                  </a:extLst>
                </p14:cNvPr>
                <p14:cNvContentPartPr/>
                <p14:nvPr/>
              </p14:nvContentPartPr>
              <p14:xfrm>
                <a:off x="4355852" y="4681856"/>
                <a:ext cx="3240" cy="57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85092DD-612E-A6DB-573D-529F2A98F8D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347212" y="4673216"/>
                  <a:ext cx="208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4F594F4-3E60-CD50-FC6E-08A1A9C57903}"/>
                    </a:ext>
                  </a:extLst>
                </p14:cNvPr>
                <p14:cNvContentPartPr/>
                <p14:nvPr/>
              </p14:nvContentPartPr>
              <p14:xfrm>
                <a:off x="4077572" y="4744136"/>
                <a:ext cx="1800" cy="111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4F594F4-3E60-CD50-FC6E-08A1A9C5790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068572" y="4735496"/>
                  <a:ext cx="194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8D8BF75-5034-399F-63FB-F05D638C0423}"/>
                    </a:ext>
                  </a:extLst>
                </p14:cNvPr>
                <p14:cNvContentPartPr/>
                <p14:nvPr/>
              </p14:nvContentPartPr>
              <p14:xfrm>
                <a:off x="4127972" y="4555856"/>
                <a:ext cx="14040" cy="468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8D8BF75-5034-399F-63FB-F05D638C042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119332" y="4546856"/>
                  <a:ext cx="316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76B3C40-1D94-1DAD-CF8D-EC8C93DED845}"/>
                    </a:ext>
                  </a:extLst>
                </p14:cNvPr>
                <p14:cNvContentPartPr/>
                <p14:nvPr/>
              </p14:nvContentPartPr>
              <p14:xfrm>
                <a:off x="4472132" y="4066976"/>
                <a:ext cx="76680" cy="194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76B3C40-1D94-1DAD-CF8D-EC8C93DED84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463492" y="4057976"/>
                  <a:ext cx="943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31D2E2F-1178-A4C3-1CC2-A7B41D3E87AE}"/>
                    </a:ext>
                  </a:extLst>
                </p14:cNvPr>
                <p14:cNvContentPartPr/>
                <p14:nvPr/>
              </p14:nvContentPartPr>
              <p14:xfrm>
                <a:off x="4908452" y="3934496"/>
                <a:ext cx="22320" cy="248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31D2E2F-1178-A4C3-1CC2-A7B41D3E87A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899812" y="3925496"/>
                  <a:ext cx="399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16346B01-7B19-2340-834F-D8FA6868C1B1}"/>
                    </a:ext>
                  </a:extLst>
                </p14:cNvPr>
                <p14:cNvContentPartPr/>
                <p14:nvPr/>
              </p14:nvContentPartPr>
              <p14:xfrm>
                <a:off x="5213012" y="3802016"/>
                <a:ext cx="19440" cy="57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16346B01-7B19-2340-834F-D8FA6868C1B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204012" y="3793016"/>
                  <a:ext cx="37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A3718AB-0B41-7911-B95B-3BD9382611DC}"/>
                    </a:ext>
                  </a:extLst>
                </p14:cNvPr>
                <p14:cNvContentPartPr/>
                <p14:nvPr/>
              </p14:nvContentPartPr>
              <p14:xfrm>
                <a:off x="5382212" y="3835136"/>
                <a:ext cx="5760" cy="280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A3718AB-0B41-7911-B95B-3BD9382611D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373212" y="3826496"/>
                  <a:ext cx="234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3F53985-9DB9-3A5C-A78A-AD094076F842}"/>
                    </a:ext>
                  </a:extLst>
                </p14:cNvPr>
                <p14:cNvContentPartPr/>
                <p14:nvPr/>
              </p14:nvContentPartPr>
              <p14:xfrm>
                <a:off x="5371052" y="4059416"/>
                <a:ext cx="360" cy="3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3F53985-9DB9-3A5C-A78A-AD094076F84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362052" y="40504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4B5B9A1-8194-3926-5F0E-9024952D21D3}"/>
                    </a:ext>
                  </a:extLst>
                </p14:cNvPr>
                <p14:cNvContentPartPr/>
                <p14:nvPr/>
              </p14:nvContentPartPr>
              <p14:xfrm>
                <a:off x="5543132" y="4075976"/>
                <a:ext cx="8640" cy="32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4B5B9A1-8194-3926-5F0E-9024952D21D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534132" y="4067336"/>
                  <a:ext cx="2628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1462C12-13AB-ADB2-1495-A06A714F5416}"/>
                    </a:ext>
                  </a:extLst>
                </p14:cNvPr>
                <p14:cNvContentPartPr/>
                <p14:nvPr/>
              </p14:nvContentPartPr>
              <p14:xfrm>
                <a:off x="5817092" y="3998216"/>
                <a:ext cx="360" cy="3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1462C12-13AB-ADB2-1495-A06A714F541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808452" y="39895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1A5DDEE-2629-34DC-43CD-5F5D38FC2AAB}"/>
                    </a:ext>
                  </a:extLst>
                </p14:cNvPr>
                <p14:cNvContentPartPr/>
                <p14:nvPr/>
              </p14:nvContentPartPr>
              <p14:xfrm>
                <a:off x="5863532" y="3877976"/>
                <a:ext cx="27720" cy="878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1A5DDEE-2629-34DC-43CD-5F5D38FC2AA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854892" y="3869336"/>
                  <a:ext cx="453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F95CD7B-3BED-973C-C5BF-827260A0992C}"/>
                    </a:ext>
                  </a:extLst>
                </p14:cNvPr>
                <p14:cNvContentPartPr/>
                <p14:nvPr/>
              </p14:nvContentPartPr>
              <p14:xfrm>
                <a:off x="5774252" y="3539576"/>
                <a:ext cx="25200" cy="864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F95CD7B-3BED-973C-C5BF-827260A0992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765612" y="3530576"/>
                  <a:ext cx="428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3145829-4435-CC23-FCE6-3F07A87B0209}"/>
                    </a:ext>
                  </a:extLst>
                </p14:cNvPr>
                <p14:cNvContentPartPr/>
                <p14:nvPr/>
              </p14:nvContentPartPr>
              <p14:xfrm>
                <a:off x="5666252" y="3525896"/>
                <a:ext cx="30960" cy="57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3145829-4435-CC23-FCE6-3F07A87B020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657612" y="3516896"/>
                  <a:ext cx="48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EE4B2E9-3395-70E6-722F-B38F092CB39A}"/>
                    </a:ext>
                  </a:extLst>
                </p14:cNvPr>
                <p14:cNvContentPartPr/>
                <p14:nvPr/>
              </p14:nvContentPartPr>
              <p14:xfrm>
                <a:off x="5579852" y="3756296"/>
                <a:ext cx="22320" cy="57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EE4B2E9-3395-70E6-722F-B38F092CB39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570852" y="3747656"/>
                  <a:ext cx="399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97939F6-062D-8950-05F4-237D964AEEB3}"/>
                    </a:ext>
                  </a:extLst>
                </p14:cNvPr>
                <p14:cNvContentPartPr/>
                <p14:nvPr/>
              </p14:nvContentPartPr>
              <p14:xfrm>
                <a:off x="5620892" y="3750896"/>
                <a:ext cx="3240" cy="57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97939F6-062D-8950-05F4-237D964AEEB3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611892" y="3741896"/>
                  <a:ext cx="2088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875FC464-3857-E7D9-A4CB-F16860B3467D}"/>
              </a:ext>
            </a:extLst>
          </p:cNvPr>
          <p:cNvGrpSpPr/>
          <p:nvPr/>
        </p:nvGrpSpPr>
        <p:grpSpPr>
          <a:xfrm>
            <a:off x="1922612" y="4082456"/>
            <a:ext cx="651600" cy="757800"/>
            <a:chOff x="1922612" y="4082456"/>
            <a:chExt cx="651600" cy="75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7852A0AB-D660-73AD-3D1A-4A0FC7F135FA}"/>
                    </a:ext>
                  </a:extLst>
                </p14:cNvPr>
                <p14:cNvContentPartPr/>
                <p14:nvPr/>
              </p14:nvContentPartPr>
              <p14:xfrm>
                <a:off x="2027012" y="4305296"/>
                <a:ext cx="128880" cy="5349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7852A0AB-D660-73AD-3D1A-4A0FC7F135F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018012" y="4296656"/>
                  <a:ext cx="146520" cy="5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BC1EBF8-6802-D6AC-DBF4-980255F54884}"/>
                    </a:ext>
                  </a:extLst>
                </p14:cNvPr>
                <p14:cNvContentPartPr/>
                <p14:nvPr/>
              </p14:nvContentPartPr>
              <p14:xfrm>
                <a:off x="1922612" y="4172096"/>
                <a:ext cx="235440" cy="1288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BC1EBF8-6802-D6AC-DBF4-980255F5488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913972" y="4163096"/>
                  <a:ext cx="2530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EDFF8E27-03FD-5377-04A6-87C9AD4BBA06}"/>
                    </a:ext>
                  </a:extLst>
                </p14:cNvPr>
                <p14:cNvContentPartPr/>
                <p14:nvPr/>
              </p14:nvContentPartPr>
              <p14:xfrm>
                <a:off x="2307812" y="4082456"/>
                <a:ext cx="161640" cy="3564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EDFF8E27-03FD-5377-04A6-87C9AD4BBA0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299172" y="4073456"/>
                  <a:ext cx="17928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E681FE3-0719-6476-CB70-2ECC3CCACC28}"/>
                    </a:ext>
                  </a:extLst>
                </p14:cNvPr>
                <p14:cNvContentPartPr/>
                <p14:nvPr/>
              </p14:nvContentPartPr>
              <p14:xfrm>
                <a:off x="2323652" y="4264976"/>
                <a:ext cx="250560" cy="439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E681FE3-0719-6476-CB70-2ECC3CCACC2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314652" y="4256336"/>
                  <a:ext cx="268200" cy="6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F96CE4D0-0355-DBDA-4DF2-2538D41125B0}"/>
              </a:ext>
            </a:extLst>
          </p:cNvPr>
          <p:cNvGrpSpPr/>
          <p:nvPr/>
        </p:nvGrpSpPr>
        <p:grpSpPr>
          <a:xfrm>
            <a:off x="3998372" y="6022856"/>
            <a:ext cx="1145160" cy="266400"/>
            <a:chOff x="3998372" y="6022856"/>
            <a:chExt cx="1145160" cy="26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13932B8-DDA2-75FE-D120-523372E5CE02}"/>
                    </a:ext>
                  </a:extLst>
                </p14:cNvPr>
                <p14:cNvContentPartPr/>
                <p14:nvPr/>
              </p14:nvContentPartPr>
              <p14:xfrm>
                <a:off x="3998372" y="6023216"/>
                <a:ext cx="194400" cy="2660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13932B8-DDA2-75FE-D120-523372E5CE0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989372" y="6014216"/>
                  <a:ext cx="2120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9DAD3BC6-308F-4E2E-A9C6-33818E5425C4}"/>
                    </a:ext>
                  </a:extLst>
                </p14:cNvPr>
                <p14:cNvContentPartPr/>
                <p14:nvPr/>
              </p14:nvContentPartPr>
              <p14:xfrm>
                <a:off x="4335692" y="6109616"/>
                <a:ext cx="232560" cy="1594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9DAD3BC6-308F-4E2E-A9C6-33818E5425C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327052" y="6100976"/>
                  <a:ext cx="2502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760952B-9E18-C4E9-8082-73D020617762}"/>
                    </a:ext>
                  </a:extLst>
                </p14:cNvPr>
                <p14:cNvContentPartPr/>
                <p14:nvPr/>
              </p14:nvContentPartPr>
              <p14:xfrm>
                <a:off x="4715132" y="6127616"/>
                <a:ext cx="147960" cy="1274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760952B-9E18-C4E9-8082-73D02061776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706492" y="6118616"/>
                  <a:ext cx="1656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9DC1292-F1B3-EF40-E155-B7375D117EFF}"/>
                    </a:ext>
                  </a:extLst>
                </p14:cNvPr>
                <p14:cNvContentPartPr/>
                <p14:nvPr/>
              </p14:nvContentPartPr>
              <p14:xfrm>
                <a:off x="4928612" y="6096656"/>
                <a:ext cx="171360" cy="1587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9DC1292-F1B3-EF40-E155-B7375D117EF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919612" y="6088016"/>
                  <a:ext cx="1890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7FF2AA0-6C76-1AB2-F60C-06B8E5E601ED}"/>
                    </a:ext>
                  </a:extLst>
                </p14:cNvPr>
                <p14:cNvContentPartPr/>
                <p14:nvPr/>
              </p14:nvContentPartPr>
              <p14:xfrm>
                <a:off x="5093852" y="6022856"/>
                <a:ext cx="49680" cy="1857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7FF2AA0-6C76-1AB2-F60C-06B8E5E601E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084852" y="6014216"/>
                  <a:ext cx="67320" cy="20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AE42CF01-9020-7B40-0598-836390181D1F}"/>
                  </a:ext>
                </a:extLst>
              </p14:cNvPr>
              <p14:cNvContentPartPr/>
              <p14:nvPr/>
            </p14:nvContentPartPr>
            <p14:xfrm>
              <a:off x="4409852" y="5981816"/>
              <a:ext cx="41400" cy="22428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AE42CF01-9020-7B40-0598-836390181D1F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4400852" y="5972816"/>
                <a:ext cx="59040" cy="24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BAD0E3A2-2B0B-99B4-79E6-0E957755F4C4}"/>
              </a:ext>
            </a:extLst>
          </p:cNvPr>
          <p:cNvGrpSpPr/>
          <p:nvPr/>
        </p:nvGrpSpPr>
        <p:grpSpPr>
          <a:xfrm>
            <a:off x="3587252" y="4732976"/>
            <a:ext cx="2368440" cy="483840"/>
            <a:chOff x="3587252" y="4732976"/>
            <a:chExt cx="2368440" cy="48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5FB7B2A-FF3B-D513-9A26-41EDC41389E7}"/>
                    </a:ext>
                  </a:extLst>
                </p14:cNvPr>
                <p14:cNvContentPartPr/>
                <p14:nvPr/>
              </p14:nvContentPartPr>
              <p14:xfrm>
                <a:off x="4995572" y="5136176"/>
                <a:ext cx="360" cy="3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5FB7B2A-FF3B-D513-9A26-41EDC41389E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986932" y="51271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3DC93EA-E2BE-DAF4-9CD2-2B02BCC54CFF}"/>
                    </a:ext>
                  </a:extLst>
                </p14:cNvPr>
                <p14:cNvContentPartPr/>
                <p14:nvPr/>
              </p14:nvContentPartPr>
              <p14:xfrm>
                <a:off x="3607052" y="5215736"/>
                <a:ext cx="360" cy="3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3DC93EA-E2BE-DAF4-9CD2-2B02BCC54CF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598052" y="520709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DB0A10E7-60EA-A694-AD3B-07823C2B5BC4}"/>
                    </a:ext>
                  </a:extLst>
                </p14:cNvPr>
                <p14:cNvContentPartPr/>
                <p14:nvPr/>
              </p14:nvContentPartPr>
              <p14:xfrm>
                <a:off x="3587252" y="4732976"/>
                <a:ext cx="2368440" cy="4838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DB0A10E7-60EA-A694-AD3B-07823C2B5BC4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3578252" y="4723976"/>
                  <a:ext cx="2386080" cy="50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E2A10DC8-2BDC-1E9D-6968-76CFEA219078}"/>
              </a:ext>
            </a:extLst>
          </p:cNvPr>
          <p:cNvGrpSpPr/>
          <p:nvPr/>
        </p:nvGrpSpPr>
        <p:grpSpPr>
          <a:xfrm>
            <a:off x="6359612" y="4304576"/>
            <a:ext cx="721440" cy="438480"/>
            <a:chOff x="6359612" y="4304576"/>
            <a:chExt cx="721440" cy="43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CDA3FBB4-1A50-C700-0E89-3F315C039FC5}"/>
                    </a:ext>
                  </a:extLst>
                </p14:cNvPr>
                <p14:cNvContentPartPr/>
                <p14:nvPr/>
              </p14:nvContentPartPr>
              <p14:xfrm>
                <a:off x="6359612" y="4503656"/>
                <a:ext cx="311760" cy="2340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CDA3FBB4-1A50-C700-0E89-3F315C039FC5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350612" y="4495016"/>
                  <a:ext cx="3294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2853835-3E3D-44CF-A0E1-77DC5773F04C}"/>
                    </a:ext>
                  </a:extLst>
                </p14:cNvPr>
                <p14:cNvContentPartPr/>
                <p14:nvPr/>
              </p14:nvContentPartPr>
              <p14:xfrm>
                <a:off x="6758852" y="4304576"/>
                <a:ext cx="322200" cy="4384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2853835-3E3D-44CF-A0E1-77DC5773F04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749852" y="4295936"/>
                  <a:ext cx="339840" cy="45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9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A3136BAD-B920-3EDC-A1EB-D5B91AF3046C}"/>
                  </a:ext>
                </a:extLst>
              </p14:cNvPr>
              <p14:cNvContentPartPr/>
              <p14:nvPr/>
            </p14:nvContentPartPr>
            <p14:xfrm>
              <a:off x="5331092" y="4244456"/>
              <a:ext cx="30960" cy="1692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A3136BAD-B920-3EDC-A1EB-D5B91AF3046C}"/>
                  </a:ext>
                </a:extLst>
              </p:cNvPr>
              <p:cNvPicPr/>
              <p:nvPr/>
            </p:nvPicPr>
            <p:blipFill>
              <a:blip r:embed="rId240"/>
              <a:stretch>
                <a:fillRect/>
              </a:stretch>
            </p:blipFill>
            <p:spPr>
              <a:xfrm>
                <a:off x="5322452" y="4235456"/>
                <a:ext cx="48600" cy="3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1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49A1A8F5-3928-B8B6-C420-3ACE916AD6B2}"/>
                  </a:ext>
                </a:extLst>
              </p14:cNvPr>
              <p14:cNvContentPartPr/>
              <p14:nvPr/>
            </p14:nvContentPartPr>
            <p14:xfrm>
              <a:off x="3632972" y="3490616"/>
              <a:ext cx="1311480" cy="208476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49A1A8F5-3928-B8B6-C420-3ACE916AD6B2}"/>
                  </a:ext>
                </a:extLst>
              </p:cNvPr>
              <p:cNvPicPr/>
              <p:nvPr/>
            </p:nvPicPr>
            <p:blipFill>
              <a:blip r:embed="rId242"/>
              <a:stretch>
                <a:fillRect/>
              </a:stretch>
            </p:blipFill>
            <p:spPr>
              <a:xfrm>
                <a:off x="3624332" y="3481976"/>
                <a:ext cx="1329120" cy="2102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9" name="Group 198">
            <a:extLst>
              <a:ext uri="{FF2B5EF4-FFF2-40B4-BE49-F238E27FC236}">
                <a16:creationId xmlns:a16="http://schemas.microsoft.com/office/drawing/2014/main" id="{29812187-6D0F-F10D-3400-43B27D3872FA}"/>
              </a:ext>
            </a:extLst>
          </p:cNvPr>
          <p:cNvGrpSpPr/>
          <p:nvPr/>
        </p:nvGrpSpPr>
        <p:grpSpPr>
          <a:xfrm>
            <a:off x="5276012" y="3149336"/>
            <a:ext cx="2448000" cy="3164400"/>
            <a:chOff x="5276012" y="3149336"/>
            <a:chExt cx="2448000" cy="316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A78D4F2-3DF7-0CD7-3996-EBB445564477}"/>
                    </a:ext>
                  </a:extLst>
                </p14:cNvPr>
                <p14:cNvContentPartPr/>
                <p14:nvPr/>
              </p14:nvContentPartPr>
              <p14:xfrm>
                <a:off x="5276012" y="3243296"/>
                <a:ext cx="164160" cy="26856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A78D4F2-3DF7-0CD7-3996-EBB44556447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5267372" y="3234656"/>
                  <a:ext cx="18180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4068CEF5-790C-7815-BD6B-A1EA2703790D}"/>
                    </a:ext>
                  </a:extLst>
                </p14:cNvPr>
                <p14:cNvContentPartPr/>
                <p14:nvPr/>
              </p14:nvContentPartPr>
              <p14:xfrm>
                <a:off x="5523692" y="3204416"/>
                <a:ext cx="49680" cy="2131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4068CEF5-790C-7815-BD6B-A1EA2703790D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5514692" y="3195416"/>
                  <a:ext cx="673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DDDC53FE-85DA-E37D-B773-5EB3C80A4C5E}"/>
                    </a:ext>
                  </a:extLst>
                </p14:cNvPr>
                <p14:cNvContentPartPr/>
                <p14:nvPr/>
              </p14:nvContentPartPr>
              <p14:xfrm>
                <a:off x="6331892" y="4818656"/>
                <a:ext cx="768960" cy="687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DDDC53FE-85DA-E37D-B773-5EB3C80A4C5E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322892" y="4809656"/>
                  <a:ext cx="7866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72E11E-4E94-6E66-5D21-31585A7B99C8}"/>
                    </a:ext>
                  </a:extLst>
                </p14:cNvPr>
                <p14:cNvContentPartPr/>
                <p14:nvPr/>
              </p14:nvContentPartPr>
              <p14:xfrm>
                <a:off x="5404532" y="4957616"/>
                <a:ext cx="1499760" cy="13561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72E11E-4E94-6E66-5D21-31585A7B99C8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5395532" y="4948616"/>
                  <a:ext cx="1517400" cy="137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90ED916-B9CE-2FE2-85C7-FE2D89E282D1}"/>
                    </a:ext>
                  </a:extLst>
                </p14:cNvPr>
                <p14:cNvContentPartPr/>
                <p14:nvPr/>
              </p14:nvContentPartPr>
              <p14:xfrm>
                <a:off x="5324252" y="6154256"/>
                <a:ext cx="65880" cy="1069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90ED916-B9CE-2FE2-85C7-FE2D89E282D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5315252" y="6145616"/>
                  <a:ext cx="835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E66A4DDD-A768-2EA4-2F11-29F553F4FDCA}"/>
                    </a:ext>
                  </a:extLst>
                </p14:cNvPr>
                <p14:cNvContentPartPr/>
                <p14:nvPr/>
              </p14:nvContentPartPr>
              <p14:xfrm>
                <a:off x="5348012" y="3149336"/>
                <a:ext cx="2376000" cy="31590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E66A4DDD-A768-2EA4-2F11-29F553F4FDC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339012" y="3140336"/>
                  <a:ext cx="2393640" cy="317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6B2089C2-F9CF-A6EF-7CCD-94C196AD11BD}"/>
              </a:ext>
            </a:extLst>
          </p:cNvPr>
          <p:cNvGrpSpPr/>
          <p:nvPr/>
        </p:nvGrpSpPr>
        <p:grpSpPr>
          <a:xfrm>
            <a:off x="1984172" y="5167136"/>
            <a:ext cx="1963080" cy="1118160"/>
            <a:chOff x="1984172" y="5167136"/>
            <a:chExt cx="1963080" cy="111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D66E607-FCDA-619E-E734-C79D9630D2CD}"/>
                    </a:ext>
                  </a:extLst>
                </p14:cNvPr>
                <p14:cNvContentPartPr/>
                <p14:nvPr/>
              </p14:nvContentPartPr>
              <p14:xfrm>
                <a:off x="1984172" y="5310776"/>
                <a:ext cx="1963080" cy="9745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D66E607-FCDA-619E-E734-C79D9630D2CD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975172" y="5301776"/>
                  <a:ext cx="1980720" cy="9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D3E5D3DA-1282-1966-416C-CE89326849E4}"/>
                    </a:ext>
                  </a:extLst>
                </p14:cNvPr>
                <p14:cNvContentPartPr/>
                <p14:nvPr/>
              </p14:nvContentPartPr>
              <p14:xfrm>
                <a:off x="2141492" y="5167136"/>
                <a:ext cx="185760" cy="1778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D3E5D3DA-1282-1966-416C-CE89326849E4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132492" y="5158136"/>
                  <a:ext cx="203400" cy="19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9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3DE2AA68-9A42-EC7A-C723-6532D322CFDF}"/>
                  </a:ext>
                </a:extLst>
              </p14:cNvPr>
              <p14:cNvContentPartPr/>
              <p14:nvPr/>
            </p14:nvContentPartPr>
            <p14:xfrm>
              <a:off x="4618652" y="2687096"/>
              <a:ext cx="577440" cy="2916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3DE2AA68-9A42-EC7A-C723-6532D322CFDF}"/>
                  </a:ext>
                </a:extLst>
              </p:cNvPr>
              <p:cNvPicPr/>
              <p:nvPr/>
            </p:nvPicPr>
            <p:blipFill>
              <a:blip r:embed="rId260"/>
              <a:stretch>
                <a:fillRect/>
              </a:stretch>
            </p:blipFill>
            <p:spPr>
              <a:xfrm>
                <a:off x="4610012" y="2678456"/>
                <a:ext cx="59508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1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DFE6EA2D-0662-043D-805E-708D2948FBDC}"/>
                  </a:ext>
                </a:extLst>
              </p14:cNvPr>
              <p14:cNvContentPartPr/>
              <p14:nvPr/>
            </p14:nvContentPartPr>
            <p14:xfrm>
              <a:off x="6400652" y="2442656"/>
              <a:ext cx="506880" cy="1116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DFE6EA2D-0662-043D-805E-708D2948FBDC}"/>
                  </a:ext>
                </a:extLst>
              </p:cNvPr>
              <p:cNvPicPr/>
              <p:nvPr/>
            </p:nvPicPr>
            <p:blipFill>
              <a:blip r:embed="rId262"/>
              <a:stretch>
                <a:fillRect/>
              </a:stretch>
            </p:blipFill>
            <p:spPr>
              <a:xfrm>
                <a:off x="6392012" y="2433656"/>
                <a:ext cx="52452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3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E50057F0-5C2B-92B9-BE3E-52967432EF2D}"/>
                  </a:ext>
                </a:extLst>
              </p14:cNvPr>
              <p14:cNvContentPartPr/>
              <p14:nvPr/>
            </p14:nvContentPartPr>
            <p14:xfrm>
              <a:off x="1842332" y="1963496"/>
              <a:ext cx="1958400" cy="28548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E50057F0-5C2B-92B9-BE3E-52967432EF2D}"/>
                  </a:ext>
                </a:extLst>
              </p:cNvPr>
              <p:cNvPicPr/>
              <p:nvPr/>
            </p:nvPicPr>
            <p:blipFill>
              <a:blip r:embed="rId264"/>
              <a:stretch>
                <a:fillRect/>
              </a:stretch>
            </p:blipFill>
            <p:spPr>
              <a:xfrm>
                <a:off x="1833332" y="1954496"/>
                <a:ext cx="1976040" cy="303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976873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4219C48-22AE-C2AA-B219-532C06F69BB6}"/>
                  </a:ext>
                </a:extLst>
              </p14:cNvPr>
              <p14:cNvContentPartPr/>
              <p14:nvPr/>
            </p14:nvContentPartPr>
            <p14:xfrm>
              <a:off x="2870507" y="5566718"/>
              <a:ext cx="11520" cy="226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4219C48-22AE-C2AA-B219-532C06F69BB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61867" y="5557718"/>
                <a:ext cx="29160" cy="40320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451E7CF-6B9C-2FC3-309A-FF7CD4311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32" y="443046"/>
            <a:ext cx="7772400" cy="378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60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400</Words>
  <Application>Microsoft Macintosh PowerPoint</Application>
  <PresentationFormat>Widescreen</PresentationFormat>
  <Paragraphs>48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Conceptos pendientes</vt:lpstr>
      <vt:lpstr>ANOVA como comparacion de modelos anidados</vt:lpstr>
      <vt:lpstr>Tipos de ANOVA en R</vt:lpstr>
      <vt:lpstr>Tipos de ANOVA en R</vt:lpstr>
      <vt:lpstr>Anova con SC tipo I</vt:lpstr>
      <vt:lpstr>Anova con SC tipo II</vt:lpstr>
      <vt:lpstr>Anova con SC tipo III</vt:lpstr>
      <vt:lpstr>AIC y BIC</vt:lpstr>
      <vt:lpstr>AIC y BIC comparan modelos</vt:lpstr>
      <vt:lpstr>AIC y BIC comparan modelos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Edsaul Perez Guerrero</dc:creator>
  <cp:lastModifiedBy>Edsaul Perez Guerrero</cp:lastModifiedBy>
  <cp:revision>2</cp:revision>
  <dcterms:created xsi:type="dcterms:W3CDTF">2026-10-04T18:23:12Z</dcterms:created>
  <dcterms:modified xsi:type="dcterms:W3CDTF">2026-10-06T00:32:51Z</dcterms:modified>
</cp:coreProperties>
</file>