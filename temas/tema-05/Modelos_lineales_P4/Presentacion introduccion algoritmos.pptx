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ppt/ink/ink56.xml" ContentType="application/inkml+xml"/>
  <Override PartName="/ppt/ink/ink57.xml" ContentType="application/inkml+xml"/>
  <Override PartName="/ppt/ink/ink58.xml" ContentType="application/inkml+xml"/>
  <Override PartName="/ppt/ink/ink59.xml" ContentType="application/inkml+xml"/>
  <Override PartName="/ppt/ink/ink60.xml" ContentType="application/inkml+xml"/>
  <Override PartName="/ppt/ink/ink61.xml" ContentType="application/inkml+xml"/>
  <Override PartName="/ppt/ink/ink62.xml" ContentType="application/inkml+xml"/>
  <Override PartName="/ppt/ink/ink63.xml" ContentType="application/inkml+xml"/>
  <Override PartName="/ppt/ink/ink64.xml" ContentType="application/inkml+xml"/>
  <Override PartName="/ppt/ink/ink65.xml" ContentType="application/inkml+xml"/>
  <Override PartName="/ppt/ink/ink66.xml" ContentType="application/inkml+xml"/>
  <Override PartName="/ppt/ink/ink67.xml" ContentType="application/inkml+xml"/>
  <Override PartName="/ppt/ink/ink68.xml" ContentType="application/inkml+xml"/>
  <Override PartName="/ppt/ink/ink69.xml" ContentType="application/inkml+xml"/>
  <Override PartName="/ppt/ink/ink70.xml" ContentType="application/inkml+xml"/>
  <Override PartName="/ppt/ink/ink71.xml" ContentType="application/inkml+xml"/>
  <Override PartName="/ppt/ink/ink72.xml" ContentType="application/inkml+xml"/>
  <Override PartName="/ppt/ink/ink73.xml" ContentType="application/inkml+xml"/>
  <Override PartName="/ppt/ink/ink74.xml" ContentType="application/inkml+xml"/>
  <Override PartName="/ppt/ink/ink75.xml" ContentType="application/inkml+xml"/>
  <Override PartName="/ppt/ink/ink76.xml" ContentType="application/inkml+xml"/>
  <Override PartName="/ppt/ink/ink77.xml" ContentType="application/inkml+xml"/>
  <Override PartName="/ppt/ink/ink78.xml" ContentType="application/inkml+xml"/>
  <Override PartName="/ppt/ink/ink79.xml" ContentType="application/inkml+xml"/>
  <Override PartName="/ppt/ink/ink80.xml" ContentType="application/inkml+xml"/>
  <Override PartName="/ppt/ink/ink81.xml" ContentType="application/inkml+xml"/>
  <Override PartName="/ppt/ink/ink82.xml" ContentType="application/inkml+xml"/>
  <Override PartName="/ppt/ink/ink83.xml" ContentType="application/inkml+xml"/>
  <Override PartName="/ppt/ink/ink84.xml" ContentType="application/inkml+xml"/>
  <Override PartName="/ppt/ink/ink85.xml" ContentType="application/inkml+xml"/>
  <Override PartName="/ppt/ink/ink86.xml" ContentType="application/inkml+xml"/>
  <Override PartName="/ppt/ink/ink87.xml" ContentType="application/inkml+xml"/>
  <Override PartName="/ppt/ink/ink88.xml" ContentType="application/inkml+xml"/>
  <Override PartName="/ppt/ink/ink89.xml" ContentType="application/inkml+xml"/>
  <Override PartName="/ppt/ink/ink90.xml" ContentType="application/inkml+xml"/>
  <Override PartName="/ppt/ink/ink91.xml" ContentType="application/inkml+xml"/>
  <Override PartName="/ppt/ink/ink92.xml" ContentType="application/inkml+xml"/>
  <Override PartName="/ppt/ink/ink93.xml" ContentType="application/inkml+xml"/>
  <Override PartName="/ppt/ink/ink94.xml" ContentType="application/inkml+xml"/>
  <Override PartName="/ppt/ink/ink95.xml" ContentType="application/inkml+xml"/>
  <Override PartName="/ppt/ink/ink96.xml" ContentType="application/inkml+xml"/>
  <Override PartName="/ppt/ink/ink97.xml" ContentType="application/inkml+xml"/>
  <Override PartName="/ppt/ink/ink98.xml" ContentType="application/inkml+xml"/>
  <Override PartName="/ppt/ink/ink99.xml" ContentType="application/inkml+xml"/>
  <Override PartName="/ppt/ink/ink100.xml" ContentType="application/inkml+xml"/>
  <Override PartName="/ppt/ink/ink101.xml" ContentType="application/inkml+xml"/>
  <Override PartName="/ppt/ink/ink102.xml" ContentType="application/inkml+xml"/>
  <Override PartName="/ppt/ink/ink103.xml" ContentType="application/inkml+xml"/>
  <Override PartName="/ppt/ink/ink104.xml" ContentType="application/inkml+xml"/>
  <Override PartName="/ppt/ink/ink105.xml" ContentType="application/inkml+xml"/>
  <Override PartName="/ppt/ink/ink106.xml" ContentType="application/inkml+xml"/>
  <Override PartName="/ppt/ink/ink107.xml" ContentType="application/inkml+xml"/>
  <Override PartName="/ppt/ink/ink108.xml" ContentType="application/inkml+xml"/>
  <Override PartName="/ppt/ink/ink109.xml" ContentType="application/inkml+xml"/>
  <Override PartName="/ppt/ink/ink110.xml" ContentType="application/inkml+xml"/>
  <Override PartName="/ppt/ink/ink111.xml" ContentType="application/inkml+xml"/>
  <Override PartName="/ppt/ink/ink112.xml" ContentType="application/inkml+xml"/>
  <Override PartName="/ppt/ink/ink113.xml" ContentType="application/inkml+xml"/>
  <Override PartName="/ppt/ink/ink114.xml" ContentType="application/inkml+xml"/>
  <Override PartName="/ppt/ink/ink115.xml" ContentType="application/inkml+xml"/>
  <Override PartName="/ppt/ink/ink116.xml" ContentType="application/inkml+xml"/>
  <Override PartName="/ppt/ink/ink117.xml" ContentType="application/inkml+xml"/>
  <Override PartName="/ppt/ink/ink118.xml" ContentType="application/inkml+xml"/>
  <Override PartName="/ppt/ink/ink119.xml" ContentType="application/inkml+xml"/>
  <Override PartName="/ppt/ink/ink120.xml" ContentType="application/inkml+xml"/>
  <Override PartName="/ppt/ink/ink121.xml" ContentType="application/inkml+xml"/>
  <Override PartName="/ppt/ink/ink122.xml" ContentType="application/inkml+xml"/>
  <Override PartName="/ppt/ink/ink123.xml" ContentType="application/inkml+xml"/>
  <Override PartName="/ppt/ink/ink124.xml" ContentType="application/inkml+xml"/>
  <Override PartName="/ppt/ink/ink125.xml" ContentType="application/inkml+xml"/>
  <Override PartName="/ppt/ink/ink126.xml" ContentType="application/inkml+xml"/>
  <Override PartName="/ppt/ink/ink127.xml" ContentType="application/inkml+xml"/>
  <Override PartName="/ppt/ink/ink128.xml" ContentType="application/inkml+xml"/>
  <Override PartName="/ppt/ink/ink129.xml" ContentType="application/inkml+xml"/>
  <Override PartName="/ppt/ink/ink130.xml" ContentType="application/inkml+xml"/>
  <Override PartName="/ppt/ink/ink131.xml" ContentType="application/inkml+xml"/>
  <Override PartName="/ppt/ink/ink132.xml" ContentType="application/inkml+xml"/>
  <Override PartName="/ppt/ink/ink133.xml" ContentType="application/inkml+xml"/>
  <Override PartName="/ppt/ink/ink134.xml" ContentType="application/inkml+xml"/>
  <Override PartName="/ppt/ink/ink135.xml" ContentType="application/inkml+xml"/>
  <Override PartName="/ppt/ink/ink136.xml" ContentType="application/inkml+xml"/>
  <Override PartName="/ppt/ink/ink137.xml" ContentType="application/inkml+xml"/>
  <Override PartName="/ppt/ink/ink138.xml" ContentType="application/inkml+xml"/>
  <Override PartName="/ppt/ink/ink139.xml" ContentType="application/inkml+xml"/>
  <Override PartName="/ppt/ink/ink140.xml" ContentType="application/inkml+xml"/>
  <Override PartName="/ppt/ink/ink141.xml" ContentType="application/inkml+xml"/>
  <Override PartName="/ppt/ink/ink142.xml" ContentType="application/inkml+xml"/>
  <Override PartName="/ppt/ink/ink143.xml" ContentType="application/inkml+xml"/>
  <Override PartName="/ppt/ink/ink144.xml" ContentType="application/inkml+xml"/>
  <Override PartName="/ppt/ink/ink145.xml" ContentType="application/inkml+xml"/>
  <Override PartName="/ppt/ink/ink146.xml" ContentType="application/inkml+xml"/>
  <Override PartName="/ppt/ink/ink147.xml" ContentType="application/inkml+xml"/>
  <Override PartName="/ppt/ink/ink148.xml" ContentType="application/inkml+xml"/>
  <Override PartName="/ppt/ink/ink149.xml" ContentType="application/inkml+xml"/>
  <Override PartName="/ppt/ink/ink150.xml" ContentType="application/inkml+xml"/>
  <Override PartName="/ppt/ink/ink151.xml" ContentType="application/inkml+xml"/>
  <Override PartName="/ppt/ink/ink152.xml" ContentType="application/inkml+xml"/>
  <Override PartName="/ppt/ink/ink153.xml" ContentType="application/inkml+xml"/>
  <Override PartName="/ppt/ink/ink154.xml" ContentType="application/inkml+xml"/>
  <Override PartName="/ppt/ink/ink155.xml" ContentType="application/inkml+xml"/>
  <Override PartName="/ppt/ink/ink156.xml" ContentType="application/inkml+xml"/>
  <Override PartName="/ppt/ink/ink157.xml" ContentType="application/inkml+xml"/>
  <Override PartName="/ppt/ink/ink158.xml" ContentType="application/inkml+xml"/>
  <Override PartName="/ppt/ink/ink159.xml" ContentType="application/inkml+xml"/>
  <Override PartName="/ppt/ink/ink160.xml" ContentType="application/inkml+xml"/>
  <Override PartName="/ppt/ink/ink161.xml" ContentType="application/inkml+xml"/>
  <Override PartName="/ppt/ink/ink162.xml" ContentType="application/inkml+xml"/>
  <Override PartName="/ppt/ink/ink163.xml" ContentType="application/inkml+xml"/>
  <Override PartName="/ppt/ink/ink164.xml" ContentType="application/inkml+xml"/>
  <Override PartName="/ppt/ink/ink165.xml" ContentType="application/inkml+xml"/>
  <Override PartName="/ppt/ink/ink166.xml" ContentType="application/inkml+xml"/>
  <Override PartName="/ppt/ink/ink167.xml" ContentType="application/inkml+xml"/>
  <Override PartName="/ppt/ink/ink168.xml" ContentType="application/inkml+xml"/>
  <Override PartName="/ppt/ink/ink169.xml" ContentType="application/inkml+xml"/>
  <Override PartName="/ppt/ink/ink170.xml" ContentType="application/inkml+xml"/>
  <Override PartName="/ppt/ink/ink171.xml" ContentType="application/inkml+xml"/>
  <Override PartName="/ppt/ink/ink172.xml" ContentType="application/inkml+xml"/>
  <Override PartName="/ppt/ink/ink173.xml" ContentType="application/inkml+xml"/>
  <Override PartName="/ppt/ink/ink174.xml" ContentType="application/inkml+xml"/>
  <Override PartName="/ppt/ink/ink175.xml" ContentType="application/inkml+xml"/>
  <Override PartName="/ppt/ink/ink176.xml" ContentType="application/inkml+xml"/>
  <Override PartName="/ppt/ink/ink177.xml" ContentType="application/inkml+xml"/>
  <Override PartName="/ppt/ink/ink178.xml" ContentType="application/inkml+xml"/>
  <Override PartName="/ppt/ink/ink179.xml" ContentType="application/inkml+xml"/>
  <Override PartName="/ppt/ink/ink180.xml" ContentType="application/inkml+xml"/>
  <Override PartName="/ppt/ink/ink181.xml" ContentType="application/inkml+xml"/>
  <Override PartName="/ppt/ink/ink182.xml" ContentType="application/inkml+xml"/>
  <Override PartName="/ppt/ink/ink183.xml" ContentType="application/inkml+xml"/>
  <Override PartName="/ppt/ink/ink184.xml" ContentType="application/inkml+xml"/>
  <Override PartName="/ppt/ink/ink185.xml" ContentType="application/inkml+xml"/>
  <Override PartName="/ppt/ink/ink186.xml" ContentType="application/inkml+xml"/>
  <Override PartName="/ppt/ink/ink187.xml" ContentType="application/inkml+xml"/>
  <Override PartName="/ppt/ink/ink188.xml" ContentType="application/inkml+xml"/>
  <Override PartName="/ppt/ink/ink189.xml" ContentType="application/inkml+xml"/>
  <Override PartName="/ppt/ink/ink190.xml" ContentType="application/inkml+xml"/>
  <Override PartName="/ppt/ink/ink191.xml" ContentType="application/inkml+xml"/>
  <Override PartName="/ppt/ink/ink192.xml" ContentType="application/inkml+xml"/>
  <Override PartName="/ppt/ink/ink193.xml" ContentType="application/inkml+xml"/>
  <Override PartName="/ppt/ink/ink194.xml" ContentType="application/inkml+xml"/>
  <Override PartName="/ppt/ink/ink195.xml" ContentType="application/inkml+xml"/>
  <Override PartName="/ppt/ink/ink196.xml" ContentType="application/inkml+xml"/>
  <Override PartName="/ppt/ink/ink197.xml" ContentType="application/inkml+xml"/>
  <Override PartName="/ppt/ink/ink198.xml" ContentType="application/inkml+xml"/>
  <Override PartName="/ppt/ink/ink199.xml" ContentType="application/inkml+xml"/>
  <Override PartName="/ppt/ink/ink200.xml" ContentType="application/inkml+xml"/>
  <Override PartName="/ppt/ink/ink201.xml" ContentType="application/inkml+xml"/>
  <Override PartName="/ppt/ink/ink202.xml" ContentType="application/inkml+xml"/>
  <Override PartName="/ppt/ink/ink203.xml" ContentType="application/inkml+xml"/>
  <Override PartName="/ppt/ink/ink204.xml" ContentType="application/inkml+xml"/>
  <Override PartName="/ppt/ink/ink205.xml" ContentType="application/inkml+xml"/>
  <Override PartName="/ppt/ink/ink206.xml" ContentType="application/inkml+xml"/>
  <Override PartName="/ppt/ink/ink207.xml" ContentType="application/inkml+xml"/>
  <Override PartName="/ppt/ink/ink208.xml" ContentType="application/inkml+xml"/>
  <Override PartName="/ppt/ink/ink209.xml" ContentType="application/inkml+xml"/>
  <Override PartName="/ppt/ink/ink210.xml" ContentType="application/inkml+xml"/>
  <Override PartName="/ppt/ink/ink211.xml" ContentType="application/inkml+xml"/>
  <Override PartName="/ppt/ink/ink212.xml" ContentType="application/inkml+xml"/>
  <Override PartName="/ppt/ink/ink213.xml" ContentType="application/inkml+xml"/>
  <Override PartName="/ppt/ink/ink214.xml" ContentType="application/inkml+xml"/>
  <Override PartName="/ppt/ink/ink215.xml" ContentType="application/inkml+xml"/>
  <Override PartName="/ppt/ink/ink216.xml" ContentType="application/inkml+xml"/>
  <Override PartName="/ppt/ink/ink217.xml" ContentType="application/inkml+xml"/>
  <Override PartName="/ppt/ink/ink218.xml" ContentType="application/inkml+xml"/>
  <Override PartName="/ppt/ink/ink219.xml" ContentType="application/inkml+xml"/>
  <Override PartName="/ppt/ink/ink220.xml" ContentType="application/inkml+xml"/>
  <Override PartName="/ppt/ink/ink221.xml" ContentType="application/inkml+xml"/>
  <Override PartName="/ppt/ink/ink222.xml" ContentType="application/inkml+xml"/>
  <Override PartName="/ppt/ink/ink223.xml" ContentType="application/inkml+xml"/>
  <Override PartName="/ppt/ink/ink224.xml" ContentType="application/inkml+xml"/>
  <Override PartName="/ppt/ink/ink225.xml" ContentType="application/inkml+xml"/>
  <Override PartName="/ppt/ink/ink226.xml" ContentType="application/inkml+xml"/>
  <Override PartName="/ppt/ink/ink227.xml" ContentType="application/inkml+xml"/>
  <Override PartName="/ppt/ink/ink228.xml" ContentType="application/inkml+xml"/>
  <Override PartName="/ppt/ink/ink229.xml" ContentType="application/inkml+xml"/>
  <Override PartName="/ppt/ink/ink230.xml" ContentType="application/inkml+xml"/>
  <Override PartName="/ppt/ink/ink231.xml" ContentType="application/inkml+xml"/>
  <Override PartName="/ppt/ink/ink232.xml" ContentType="application/inkml+xml"/>
  <Override PartName="/ppt/ink/ink233.xml" ContentType="application/inkml+xml"/>
  <Override PartName="/ppt/ink/ink234.xml" ContentType="application/inkml+xml"/>
  <Override PartName="/ppt/ink/ink235.xml" ContentType="application/inkml+xml"/>
  <Override PartName="/ppt/ink/ink236.xml" ContentType="application/inkml+xml"/>
  <Override PartName="/ppt/ink/ink237.xml" ContentType="application/inkml+xml"/>
  <Override PartName="/ppt/ink/ink238.xml" ContentType="application/inkml+xml"/>
  <Override PartName="/ppt/ink/ink239.xml" ContentType="application/inkml+xml"/>
  <Override PartName="/ppt/ink/ink240.xml" ContentType="application/inkml+xml"/>
  <Override PartName="/ppt/ink/ink241.xml" ContentType="application/inkml+xml"/>
  <Override PartName="/ppt/ink/ink242.xml" ContentType="application/inkml+xml"/>
  <Override PartName="/ppt/ink/ink243.xml" ContentType="application/inkml+xml"/>
  <Override PartName="/ppt/ink/ink244.xml" ContentType="application/inkml+xml"/>
  <Override PartName="/ppt/ink/ink245.xml" ContentType="application/inkml+xml"/>
  <Override PartName="/ppt/ink/ink246.xml" ContentType="application/inkml+xml"/>
  <Override PartName="/ppt/ink/ink247.xml" ContentType="application/inkml+xml"/>
  <Override PartName="/ppt/ink/ink248.xml" ContentType="application/inkml+xml"/>
  <Override PartName="/ppt/ink/ink249.xml" ContentType="application/inkml+xml"/>
  <Override PartName="/ppt/ink/ink250.xml" ContentType="application/inkml+xml"/>
  <Override PartName="/ppt/ink/ink251.xml" ContentType="application/inkml+xml"/>
  <Override PartName="/ppt/ink/ink252.xml" ContentType="application/inkml+xml"/>
  <Override PartName="/ppt/ink/ink253.xml" ContentType="application/inkml+xml"/>
  <Override PartName="/ppt/ink/ink254.xml" ContentType="application/inkml+xml"/>
  <Override PartName="/ppt/ink/ink255.xml" ContentType="application/inkml+xml"/>
  <Override PartName="/ppt/ink/ink256.xml" ContentType="application/inkml+xml"/>
  <Override PartName="/ppt/ink/ink257.xml" ContentType="application/inkml+xml"/>
  <Override PartName="/ppt/ink/ink258.xml" ContentType="application/inkml+xml"/>
  <Override PartName="/ppt/ink/ink259.xml" ContentType="application/inkml+xml"/>
  <Override PartName="/ppt/ink/ink260.xml" ContentType="application/inkml+xml"/>
  <Override PartName="/ppt/ink/ink261.xml" ContentType="application/inkml+xml"/>
  <Override PartName="/ppt/ink/ink262.xml" ContentType="application/inkml+xml"/>
  <Override PartName="/ppt/ink/ink263.xml" ContentType="application/inkml+xml"/>
  <Override PartName="/ppt/ink/ink264.xml" ContentType="application/inkml+xml"/>
  <Override PartName="/ppt/ink/ink265.xml" ContentType="application/inkml+xml"/>
  <Override PartName="/ppt/ink/ink266.xml" ContentType="application/inkml+xml"/>
  <Override PartName="/ppt/ink/ink267.xml" ContentType="application/inkml+xml"/>
  <Override PartName="/ppt/ink/ink268.xml" ContentType="application/inkml+xml"/>
  <Override PartName="/ppt/ink/ink269.xml" ContentType="application/inkml+xml"/>
  <Override PartName="/ppt/ink/ink270.xml" ContentType="application/inkml+xml"/>
  <Override PartName="/ppt/ink/ink271.xml" ContentType="application/inkml+xml"/>
  <Override PartName="/ppt/ink/ink272.xml" ContentType="application/inkml+xml"/>
  <Override PartName="/ppt/ink/ink273.xml" ContentType="application/inkml+xml"/>
  <Override PartName="/ppt/ink/ink274.xml" ContentType="application/inkml+xml"/>
  <Override PartName="/ppt/ink/ink275.xml" ContentType="application/inkml+xml"/>
  <Override PartName="/ppt/ink/ink276.xml" ContentType="application/inkml+xml"/>
  <Override PartName="/ppt/ink/ink277.xml" ContentType="application/inkml+xml"/>
  <Override PartName="/ppt/ink/ink278.xml" ContentType="application/inkml+xml"/>
  <Override PartName="/ppt/ink/ink279.xml" ContentType="application/inkml+xml"/>
  <Override PartName="/ppt/ink/ink280.xml" ContentType="application/inkml+xml"/>
  <Override PartName="/ppt/ink/ink281.xml" ContentType="application/inkml+xml"/>
  <Override PartName="/ppt/ink/ink282.xml" ContentType="application/inkml+xml"/>
  <Override PartName="/ppt/ink/ink283.xml" ContentType="application/inkml+xml"/>
  <Override PartName="/ppt/ink/ink284.xml" ContentType="application/inkml+xml"/>
  <Override PartName="/ppt/ink/ink285.xml" ContentType="application/inkml+xml"/>
  <Override PartName="/ppt/ink/ink286.xml" ContentType="application/inkml+xml"/>
  <Override PartName="/ppt/ink/ink287.xml" ContentType="application/inkml+xml"/>
  <Override PartName="/ppt/ink/ink288.xml" ContentType="application/inkml+xml"/>
  <Override PartName="/ppt/ink/ink289.xml" ContentType="application/inkml+xml"/>
  <Override PartName="/ppt/ink/ink290.xml" ContentType="application/inkml+xml"/>
  <Override PartName="/ppt/ink/ink291.xml" ContentType="application/inkml+xml"/>
  <Override PartName="/ppt/ink/ink292.xml" ContentType="application/inkml+xml"/>
  <Override PartName="/ppt/ink/ink293.xml" ContentType="application/inkml+xml"/>
  <Override PartName="/ppt/ink/ink294.xml" ContentType="application/inkml+xml"/>
  <Override PartName="/ppt/ink/ink295.xml" ContentType="application/inkml+xml"/>
  <Override PartName="/ppt/ink/ink296.xml" ContentType="application/inkml+xml"/>
  <Override PartName="/ppt/ink/ink297.xml" ContentType="application/inkml+xml"/>
  <Override PartName="/ppt/ink/ink298.xml" ContentType="application/inkml+xml"/>
  <Override PartName="/ppt/ink/ink299.xml" ContentType="application/inkml+xml"/>
  <Override PartName="/ppt/ink/ink300.xml" ContentType="application/inkml+xml"/>
  <Override PartName="/ppt/ink/ink301.xml" ContentType="application/inkml+xml"/>
  <Override PartName="/ppt/ink/ink302.xml" ContentType="application/inkml+xml"/>
  <Override PartName="/ppt/ink/ink303.xml" ContentType="application/inkml+xml"/>
  <Override PartName="/ppt/ink/ink304.xml" ContentType="application/inkml+xml"/>
  <Override PartName="/ppt/ink/ink305.xml" ContentType="application/inkml+xml"/>
  <Override PartName="/ppt/ink/ink306.xml" ContentType="application/inkml+xml"/>
  <Override PartName="/ppt/ink/ink307.xml" ContentType="application/inkml+xml"/>
  <Override PartName="/ppt/ink/ink308.xml" ContentType="application/inkml+xml"/>
  <Override PartName="/ppt/ink/ink309.xml" ContentType="application/inkml+xml"/>
  <Override PartName="/ppt/ink/ink310.xml" ContentType="application/inkml+xml"/>
  <Override PartName="/ppt/ink/ink311.xml" ContentType="application/inkml+xml"/>
  <Override PartName="/ppt/ink/ink312.xml" ContentType="application/inkml+xml"/>
  <Override PartName="/ppt/ink/ink313.xml" ContentType="application/inkml+xml"/>
  <Override PartName="/ppt/ink/ink314.xml" ContentType="application/inkml+xml"/>
  <Override PartName="/ppt/ink/ink315.xml" ContentType="application/inkml+xml"/>
  <Override PartName="/ppt/ink/ink316.xml" ContentType="application/inkml+xml"/>
  <Override PartName="/ppt/ink/ink317.xml" ContentType="application/inkml+xml"/>
  <Override PartName="/ppt/ink/ink318.xml" ContentType="application/inkml+xml"/>
  <Override PartName="/ppt/ink/ink319.xml" ContentType="application/inkml+xml"/>
  <Override PartName="/ppt/ink/ink320.xml" ContentType="application/inkml+xml"/>
  <Override PartName="/ppt/ink/ink321.xml" ContentType="application/inkml+xml"/>
  <Override PartName="/ppt/ink/ink322.xml" ContentType="application/inkml+xml"/>
  <Override PartName="/ppt/ink/ink323.xml" ContentType="application/inkml+xml"/>
  <Override PartName="/ppt/ink/ink324.xml" ContentType="application/inkml+xml"/>
  <Override PartName="/ppt/ink/ink325.xml" ContentType="application/inkml+xml"/>
  <Override PartName="/ppt/ink/ink326.xml" ContentType="application/inkml+xml"/>
  <Override PartName="/ppt/ink/ink327.xml" ContentType="application/inkml+xml"/>
  <Override PartName="/ppt/ink/ink328.xml" ContentType="application/inkml+xml"/>
  <Override PartName="/ppt/ink/ink329.xml" ContentType="application/inkml+xml"/>
  <Override PartName="/ppt/ink/ink330.xml" ContentType="application/inkml+xml"/>
  <Override PartName="/ppt/ink/ink331.xml" ContentType="application/inkml+xml"/>
  <Override PartName="/ppt/ink/ink332.xml" ContentType="application/inkml+xml"/>
  <Override PartName="/ppt/ink/ink333.xml" ContentType="application/inkml+xml"/>
  <Override PartName="/ppt/ink/ink334.xml" ContentType="application/inkml+xml"/>
  <Override PartName="/ppt/ink/ink335.xml" ContentType="application/inkml+xml"/>
  <Override PartName="/ppt/ink/ink336.xml" ContentType="application/inkml+xml"/>
  <Override PartName="/ppt/ink/ink337.xml" ContentType="application/inkml+xml"/>
  <Override PartName="/ppt/ink/ink338.xml" ContentType="application/inkml+xml"/>
  <Override PartName="/ppt/ink/ink339.xml" ContentType="application/inkml+xml"/>
  <Override PartName="/ppt/ink/ink340.xml" ContentType="application/inkml+xml"/>
  <Override PartName="/ppt/ink/ink341.xml" ContentType="application/inkml+xml"/>
  <Override PartName="/ppt/ink/ink342.xml" ContentType="application/inkml+xml"/>
  <Override PartName="/ppt/ink/ink343.xml" ContentType="application/inkml+xml"/>
  <Override PartName="/ppt/ink/ink344.xml" ContentType="application/inkml+xml"/>
  <Override PartName="/ppt/ink/ink345.xml" ContentType="application/inkml+xml"/>
  <Override PartName="/ppt/ink/ink346.xml" ContentType="application/inkml+xml"/>
  <Override PartName="/ppt/ink/ink347.xml" ContentType="application/inkml+xml"/>
  <Override PartName="/ppt/ink/ink348.xml" ContentType="application/inkml+xml"/>
  <Override PartName="/ppt/ink/ink349.xml" ContentType="application/inkml+xml"/>
  <Override PartName="/ppt/ink/ink350.xml" ContentType="application/inkml+xml"/>
  <Override PartName="/ppt/ink/ink351.xml" ContentType="application/inkml+xml"/>
  <Override PartName="/ppt/ink/ink352.xml" ContentType="application/inkml+xml"/>
  <Override PartName="/ppt/ink/ink353.xml" ContentType="application/inkml+xml"/>
  <Override PartName="/ppt/ink/ink354.xml" ContentType="application/inkml+xml"/>
  <Override PartName="/ppt/ink/ink355.xml" ContentType="application/inkml+xml"/>
  <Override PartName="/ppt/ink/ink356.xml" ContentType="application/inkml+xml"/>
  <Override PartName="/ppt/ink/ink357.xml" ContentType="application/inkml+xml"/>
  <Override PartName="/ppt/ink/ink358.xml" ContentType="application/inkml+xml"/>
  <Override PartName="/ppt/ink/ink359.xml" ContentType="application/inkml+xml"/>
  <Override PartName="/ppt/ink/ink360.xml" ContentType="application/inkml+xml"/>
  <Override PartName="/ppt/ink/ink361.xml" ContentType="application/inkml+xml"/>
  <Override PartName="/ppt/ink/ink362.xml" ContentType="application/inkml+xml"/>
  <Override PartName="/ppt/ink/ink363.xml" ContentType="application/inkml+xml"/>
  <Override PartName="/ppt/ink/ink364.xml" ContentType="application/inkml+xml"/>
  <Override PartName="/ppt/ink/ink365.xml" ContentType="application/inkml+xml"/>
  <Override PartName="/ppt/ink/ink366.xml" ContentType="application/inkml+xml"/>
  <Override PartName="/ppt/ink/ink367.xml" ContentType="application/inkml+xml"/>
  <Override PartName="/ppt/ink/ink368.xml" ContentType="application/inkml+xml"/>
  <Override PartName="/ppt/ink/ink369.xml" ContentType="application/inkml+xml"/>
  <Override PartName="/ppt/ink/ink370.xml" ContentType="application/inkml+xml"/>
  <Override PartName="/ppt/ink/ink371.xml" ContentType="application/inkml+xml"/>
  <Override PartName="/ppt/ink/ink372.xml" ContentType="application/inkml+xml"/>
  <Override PartName="/ppt/ink/ink373.xml" ContentType="application/inkml+xml"/>
  <Override PartName="/ppt/ink/ink374.xml" ContentType="application/inkml+xml"/>
  <Override PartName="/ppt/ink/ink375.xml" ContentType="application/inkml+xml"/>
  <Override PartName="/ppt/ink/ink376.xml" ContentType="application/inkml+xml"/>
  <Override PartName="/ppt/ink/ink377.xml" ContentType="application/inkml+xml"/>
  <Override PartName="/ppt/ink/ink378.xml" ContentType="application/inkml+xml"/>
  <Override PartName="/ppt/ink/ink379.xml" ContentType="application/inkml+xml"/>
  <Override PartName="/ppt/ink/ink380.xml" ContentType="application/inkml+xml"/>
  <Override PartName="/ppt/ink/ink381.xml" ContentType="application/inkml+xml"/>
  <Override PartName="/ppt/ink/ink382.xml" ContentType="application/inkml+xml"/>
  <Override PartName="/ppt/ink/ink383.xml" ContentType="application/inkml+xml"/>
  <Override PartName="/ppt/ink/ink384.xml" ContentType="application/inkml+xml"/>
  <Override PartName="/ppt/ink/ink385.xml" ContentType="application/inkml+xml"/>
  <Override PartName="/ppt/ink/ink386.xml" ContentType="application/inkml+xml"/>
  <Override PartName="/ppt/ink/ink387.xml" ContentType="application/inkml+xml"/>
  <Override PartName="/ppt/ink/ink388.xml" ContentType="application/inkml+xml"/>
  <Override PartName="/ppt/ink/ink389.xml" ContentType="application/inkml+xml"/>
  <Override PartName="/ppt/ink/ink390.xml" ContentType="application/inkml+xml"/>
  <Override PartName="/ppt/ink/ink391.xml" ContentType="application/inkml+xml"/>
  <Override PartName="/ppt/ink/ink392.xml" ContentType="application/inkml+xml"/>
  <Override PartName="/ppt/ink/ink393.xml" ContentType="application/inkml+xml"/>
  <Override PartName="/ppt/ink/ink394.xml" ContentType="application/inkml+xml"/>
  <Override PartName="/ppt/ink/ink395.xml" ContentType="application/inkml+xml"/>
  <Override PartName="/ppt/ink/ink396.xml" ContentType="application/inkml+xml"/>
  <Override PartName="/ppt/ink/ink397.xml" ContentType="application/inkml+xml"/>
  <Override PartName="/ppt/ink/ink398.xml" ContentType="application/inkml+xml"/>
  <Override PartName="/ppt/ink/ink399.xml" ContentType="application/inkml+xml"/>
  <Override PartName="/ppt/ink/ink400.xml" ContentType="application/inkml+xml"/>
  <Override PartName="/ppt/ink/ink401.xml" ContentType="application/inkml+xml"/>
  <Override PartName="/ppt/ink/ink402.xml" ContentType="application/inkml+xml"/>
  <Override PartName="/ppt/ink/ink403.xml" ContentType="application/inkml+xml"/>
  <Override PartName="/ppt/ink/ink404.xml" ContentType="application/inkml+xml"/>
  <Override PartName="/ppt/ink/ink405.xml" ContentType="application/inkml+xml"/>
  <Override PartName="/ppt/ink/ink406.xml" ContentType="application/inkml+xml"/>
  <Override PartName="/ppt/ink/ink407.xml" ContentType="application/inkml+xml"/>
  <Override PartName="/ppt/ink/ink408.xml" ContentType="application/inkml+xml"/>
  <Override PartName="/ppt/ink/ink409.xml" ContentType="application/inkml+xml"/>
  <Override PartName="/ppt/ink/ink410.xml" ContentType="application/inkml+xml"/>
  <Override PartName="/ppt/ink/ink411.xml" ContentType="application/inkml+xml"/>
  <Override PartName="/ppt/ink/ink412.xml" ContentType="application/inkml+xml"/>
  <Override PartName="/ppt/ink/ink413.xml" ContentType="application/inkml+xml"/>
  <Override PartName="/ppt/ink/ink414.xml" ContentType="application/inkml+xml"/>
  <Override PartName="/ppt/ink/ink415.xml" ContentType="application/inkml+xml"/>
  <Override PartName="/ppt/ink/ink416.xml" ContentType="application/inkml+xml"/>
  <Override PartName="/ppt/ink/ink417.xml" ContentType="application/inkml+xml"/>
  <Override PartName="/ppt/ink/ink418.xml" ContentType="application/inkml+xml"/>
  <Override PartName="/ppt/ink/ink419.xml" ContentType="application/inkml+xml"/>
  <Override PartName="/ppt/ink/ink420.xml" ContentType="application/inkml+xml"/>
  <Override PartName="/ppt/ink/ink421.xml" ContentType="application/inkml+xml"/>
  <Override PartName="/ppt/ink/ink422.xml" ContentType="application/inkml+xml"/>
  <Override PartName="/ppt/ink/ink423.xml" ContentType="application/inkml+xml"/>
  <Override PartName="/ppt/ink/ink424.xml" ContentType="application/inkml+xml"/>
  <Override PartName="/ppt/ink/ink425.xml" ContentType="application/inkml+xml"/>
  <Override PartName="/ppt/ink/ink426.xml" ContentType="application/inkml+xml"/>
  <Override PartName="/ppt/ink/ink427.xml" ContentType="application/inkml+xml"/>
  <Override PartName="/ppt/ink/ink428.xml" ContentType="application/inkml+xml"/>
  <Override PartName="/ppt/ink/ink429.xml" ContentType="application/inkml+xml"/>
  <Override PartName="/ppt/ink/ink430.xml" ContentType="application/inkml+xml"/>
  <Override PartName="/ppt/ink/ink431.xml" ContentType="application/inkml+xml"/>
  <Override PartName="/ppt/ink/ink432.xml" ContentType="application/inkml+xml"/>
  <Override PartName="/ppt/ink/ink433.xml" ContentType="application/inkml+xml"/>
  <Override PartName="/ppt/ink/ink434.xml" ContentType="application/inkml+xml"/>
  <Override PartName="/ppt/ink/ink435.xml" ContentType="application/inkml+xml"/>
  <Override PartName="/ppt/ink/ink436.xml" ContentType="application/inkml+xml"/>
  <Override PartName="/ppt/ink/ink437.xml" ContentType="application/inkml+xml"/>
  <Override PartName="/ppt/ink/ink438.xml" ContentType="application/inkml+xml"/>
  <Override PartName="/ppt/ink/ink439.xml" ContentType="application/inkml+xml"/>
  <Override PartName="/ppt/ink/ink440.xml" ContentType="application/inkml+xml"/>
  <Override PartName="/ppt/ink/ink441.xml" ContentType="application/inkml+xml"/>
  <Override PartName="/ppt/ink/ink442.xml" ContentType="application/inkml+xml"/>
  <Override PartName="/ppt/ink/ink443.xml" ContentType="application/inkml+xml"/>
  <Override PartName="/ppt/ink/ink444.xml" ContentType="application/inkml+xml"/>
  <Override PartName="/ppt/ink/ink445.xml" ContentType="application/inkml+xml"/>
  <Override PartName="/ppt/ink/ink446.xml" ContentType="application/inkml+xml"/>
  <Override PartName="/ppt/ink/ink447.xml" ContentType="application/inkml+xml"/>
  <Override PartName="/ppt/ink/ink448.xml" ContentType="application/inkml+xml"/>
  <Override PartName="/ppt/ink/ink449.xml" ContentType="application/inkml+xml"/>
  <Override PartName="/ppt/ink/ink450.xml" ContentType="application/inkml+xml"/>
  <Override PartName="/ppt/ink/ink451.xml" ContentType="application/inkml+xml"/>
  <Override PartName="/ppt/ink/ink452.xml" ContentType="application/inkml+xml"/>
  <Override PartName="/ppt/ink/ink453.xml" ContentType="application/inkml+xml"/>
  <Override PartName="/ppt/ink/ink454.xml" ContentType="application/inkml+xml"/>
  <Override PartName="/ppt/ink/ink455.xml" ContentType="application/inkml+xml"/>
  <Override PartName="/ppt/ink/ink456.xml" ContentType="application/inkml+xml"/>
  <Override PartName="/ppt/ink/ink457.xml" ContentType="application/inkml+xml"/>
  <Override PartName="/ppt/ink/ink458.xml" ContentType="application/inkml+xml"/>
  <Override PartName="/ppt/ink/ink459.xml" ContentType="application/inkml+xml"/>
  <Override PartName="/ppt/ink/ink460.xml" ContentType="application/inkml+xml"/>
  <Override PartName="/ppt/ink/ink461.xml" ContentType="application/inkml+xml"/>
  <Override PartName="/ppt/ink/ink462.xml" ContentType="application/inkml+xml"/>
  <Override PartName="/ppt/ink/ink463.xml" ContentType="application/inkml+xml"/>
  <Override PartName="/ppt/ink/ink464.xml" ContentType="application/inkml+xml"/>
  <Override PartName="/ppt/ink/ink465.xml" ContentType="application/inkml+xml"/>
  <Override PartName="/ppt/ink/ink466.xml" ContentType="application/inkml+xml"/>
  <Override PartName="/ppt/ink/ink467.xml" ContentType="application/inkml+xml"/>
  <Override PartName="/ppt/ink/ink468.xml" ContentType="application/inkml+xml"/>
  <Override PartName="/ppt/ink/ink469.xml" ContentType="application/inkml+xml"/>
  <Override PartName="/ppt/ink/ink470.xml" ContentType="application/inkml+xml"/>
  <Override PartName="/ppt/ink/ink471.xml" ContentType="application/inkml+xml"/>
  <Override PartName="/ppt/ink/ink472.xml" ContentType="application/inkml+xml"/>
  <Override PartName="/ppt/ink/ink473.xml" ContentType="application/inkml+xml"/>
  <Override PartName="/ppt/ink/ink474.xml" ContentType="application/inkml+xml"/>
  <Override PartName="/ppt/ink/ink475.xml" ContentType="application/inkml+xml"/>
  <Override PartName="/ppt/ink/ink476.xml" ContentType="application/inkml+xml"/>
  <Override PartName="/ppt/ink/ink477.xml" ContentType="application/inkml+xml"/>
  <Override PartName="/ppt/ink/ink478.xml" ContentType="application/inkml+xml"/>
  <Override PartName="/ppt/ink/ink479.xml" ContentType="application/inkml+xml"/>
  <Override PartName="/ppt/ink/ink480.xml" ContentType="application/inkml+xml"/>
  <Override PartName="/ppt/ink/ink481.xml" ContentType="application/inkml+xml"/>
  <Override PartName="/ppt/ink/ink482.xml" ContentType="application/inkml+xml"/>
  <Override PartName="/ppt/ink/ink483.xml" ContentType="application/inkml+xml"/>
  <Override PartName="/ppt/ink/ink484.xml" ContentType="application/inkml+xml"/>
  <Override PartName="/ppt/ink/ink485.xml" ContentType="application/inkml+xml"/>
  <Override PartName="/ppt/ink/ink486.xml" ContentType="application/inkml+xml"/>
  <Override PartName="/ppt/ink/ink487.xml" ContentType="application/inkml+xml"/>
  <Override PartName="/ppt/ink/ink488.xml" ContentType="application/inkml+xml"/>
  <Override PartName="/ppt/ink/ink489.xml" ContentType="application/inkml+xml"/>
  <Override PartName="/ppt/ink/ink490.xml" ContentType="application/inkml+xml"/>
  <Override PartName="/ppt/ink/ink491.xml" ContentType="application/inkml+xml"/>
  <Override PartName="/ppt/ink/ink492.xml" ContentType="application/inkml+xml"/>
  <Override PartName="/ppt/ink/ink493.xml" ContentType="application/inkml+xml"/>
  <Override PartName="/ppt/ink/ink494.xml" ContentType="application/inkml+xml"/>
  <Override PartName="/ppt/ink/ink495.xml" ContentType="application/inkml+xml"/>
  <Override PartName="/ppt/ink/ink496.xml" ContentType="application/inkml+xml"/>
  <Override PartName="/ppt/ink/ink497.xml" ContentType="application/inkml+xml"/>
  <Override PartName="/ppt/ink/ink498.xml" ContentType="application/inkml+xml"/>
  <Override PartName="/ppt/ink/ink499.xml" ContentType="application/inkml+xml"/>
  <Override PartName="/ppt/ink/ink500.xml" ContentType="application/inkml+xml"/>
  <Override PartName="/ppt/ink/ink501.xml" ContentType="application/inkml+xml"/>
  <Override PartName="/ppt/ink/ink502.xml" ContentType="application/inkml+xml"/>
  <Override PartName="/ppt/ink/ink503.xml" ContentType="application/inkml+xml"/>
  <Override PartName="/ppt/ink/ink504.xml" ContentType="application/inkml+xml"/>
  <Override PartName="/ppt/ink/ink505.xml" ContentType="application/inkml+xml"/>
  <Override PartName="/ppt/ink/ink506.xml" ContentType="application/inkml+xml"/>
  <Override PartName="/ppt/ink/ink507.xml" ContentType="application/inkml+xml"/>
  <Override PartName="/ppt/ink/ink508.xml" ContentType="application/inkml+xml"/>
  <Override PartName="/ppt/ink/ink509.xml" ContentType="application/inkml+xml"/>
  <Override PartName="/ppt/ink/ink510.xml" ContentType="application/inkml+xml"/>
  <Override PartName="/ppt/ink/ink511.xml" ContentType="application/inkml+xml"/>
  <Override PartName="/ppt/ink/ink512.xml" ContentType="application/inkml+xml"/>
  <Override PartName="/ppt/ink/ink513.xml" ContentType="application/inkml+xml"/>
  <Override PartName="/ppt/ink/ink514.xml" ContentType="application/inkml+xml"/>
  <Override PartName="/ppt/ink/ink515.xml" ContentType="application/inkml+xml"/>
  <Override PartName="/ppt/ink/ink516.xml" ContentType="application/inkml+xml"/>
  <Override PartName="/ppt/ink/ink517.xml" ContentType="application/inkml+xml"/>
  <Override PartName="/ppt/ink/ink518.xml" ContentType="application/inkml+xml"/>
  <Override PartName="/ppt/ink/ink519.xml" ContentType="application/inkml+xml"/>
  <Override PartName="/ppt/ink/ink520.xml" ContentType="application/inkml+xml"/>
  <Override PartName="/ppt/ink/ink521.xml" ContentType="application/inkml+xml"/>
  <Override PartName="/ppt/ink/ink522.xml" ContentType="application/inkml+xml"/>
  <Override PartName="/ppt/ink/ink523.xml" ContentType="application/inkml+xml"/>
  <Override PartName="/ppt/ink/ink524.xml" ContentType="application/inkml+xml"/>
  <Override PartName="/ppt/ink/ink525.xml" ContentType="application/inkml+xml"/>
  <Override PartName="/ppt/ink/ink526.xml" ContentType="application/inkml+xml"/>
  <Override PartName="/ppt/ink/ink527.xml" ContentType="application/inkml+xml"/>
  <Override PartName="/ppt/ink/ink528.xml" ContentType="application/inkml+xml"/>
  <Override PartName="/ppt/ink/ink529.xml" ContentType="application/inkml+xml"/>
  <Override PartName="/ppt/ink/ink530.xml" ContentType="application/inkml+xml"/>
  <Override PartName="/ppt/ink/ink531.xml" ContentType="application/inkml+xml"/>
  <Override PartName="/ppt/ink/ink532.xml" ContentType="application/inkml+xml"/>
  <Override PartName="/ppt/ink/ink533.xml" ContentType="application/inkml+xml"/>
  <Override PartName="/ppt/ink/ink534.xml" ContentType="application/inkml+xml"/>
  <Override PartName="/ppt/ink/ink535.xml" ContentType="application/inkml+xml"/>
  <Override PartName="/ppt/ink/ink536.xml" ContentType="application/inkml+xml"/>
  <Override PartName="/ppt/ink/ink537.xml" ContentType="application/inkml+xml"/>
  <Override PartName="/ppt/ink/ink538.xml" ContentType="application/inkml+xml"/>
  <Override PartName="/ppt/ink/ink539.xml" ContentType="application/inkml+xml"/>
  <Override PartName="/ppt/ink/ink540.xml" ContentType="application/inkml+xml"/>
  <Override PartName="/ppt/ink/ink541.xml" ContentType="application/inkml+xml"/>
  <Override PartName="/ppt/ink/ink542.xml" ContentType="application/inkml+xml"/>
  <Override PartName="/ppt/ink/ink543.xml" ContentType="application/inkml+xml"/>
  <Override PartName="/ppt/ink/ink544.xml" ContentType="application/inkml+xml"/>
  <Override PartName="/ppt/ink/ink545.xml" ContentType="application/inkml+xml"/>
  <Override PartName="/ppt/ink/ink546.xml" ContentType="application/inkml+xml"/>
  <Override PartName="/ppt/ink/ink547.xml" ContentType="application/inkml+xml"/>
  <Override PartName="/ppt/ink/ink548.xml" ContentType="application/inkml+xml"/>
  <Override PartName="/ppt/ink/ink549.xml" ContentType="application/inkml+xml"/>
  <Override PartName="/ppt/ink/ink550.xml" ContentType="application/inkml+xml"/>
  <Override PartName="/ppt/ink/ink551.xml" ContentType="application/inkml+xml"/>
  <Override PartName="/ppt/ink/ink552.xml" ContentType="application/inkml+xml"/>
  <Override PartName="/ppt/ink/ink553.xml" ContentType="application/inkml+xml"/>
  <Override PartName="/ppt/ink/ink554.xml" ContentType="application/inkml+xml"/>
  <Override PartName="/ppt/ink/ink555.xml" ContentType="application/inkml+xml"/>
  <Override PartName="/ppt/ink/ink556.xml" ContentType="application/inkml+xml"/>
  <Override PartName="/ppt/ink/ink557.xml" ContentType="application/inkml+xml"/>
  <Override PartName="/ppt/ink/ink558.xml" ContentType="application/inkml+xml"/>
  <Override PartName="/ppt/ink/ink559.xml" ContentType="application/inkml+xml"/>
  <Override PartName="/ppt/ink/ink560.xml" ContentType="application/inkml+xml"/>
  <Override PartName="/ppt/ink/ink561.xml" ContentType="application/inkml+xml"/>
  <Override PartName="/ppt/ink/ink562.xml" ContentType="application/inkml+xml"/>
  <Override PartName="/ppt/ink/ink563.xml" ContentType="application/inkml+xml"/>
  <Override PartName="/ppt/ink/ink564.xml" ContentType="application/inkml+xml"/>
  <Override PartName="/ppt/ink/ink565.xml" ContentType="application/inkml+xml"/>
  <Override PartName="/ppt/ink/ink566.xml" ContentType="application/inkml+xml"/>
  <Override PartName="/ppt/ink/ink567.xml" ContentType="application/inkml+xml"/>
  <Override PartName="/ppt/ink/ink568.xml" ContentType="application/inkml+xml"/>
  <Override PartName="/ppt/ink/ink569.xml" ContentType="application/inkml+xml"/>
  <Override PartName="/ppt/ink/ink570.xml" ContentType="application/inkml+xml"/>
  <Override PartName="/ppt/ink/ink571.xml" ContentType="application/inkml+xml"/>
  <Override PartName="/ppt/ink/ink572.xml" ContentType="application/inkml+xml"/>
  <Override PartName="/ppt/ink/ink573.xml" ContentType="application/inkml+xml"/>
  <Override PartName="/ppt/ink/ink574.xml" ContentType="application/inkml+xml"/>
  <Override PartName="/ppt/ink/ink575.xml" ContentType="application/inkml+xml"/>
  <Override PartName="/ppt/ink/ink576.xml" ContentType="application/inkml+xml"/>
  <Override PartName="/ppt/ink/ink577.xml" ContentType="application/inkml+xml"/>
  <Override PartName="/ppt/ink/ink578.xml" ContentType="application/inkml+xml"/>
  <Override PartName="/ppt/ink/ink579.xml" ContentType="application/inkml+xml"/>
  <Override PartName="/ppt/ink/ink580.xml" ContentType="application/inkml+xml"/>
  <Override PartName="/ppt/ink/ink581.xml" ContentType="application/inkml+xml"/>
  <Override PartName="/ppt/ink/ink582.xml" ContentType="application/inkml+xml"/>
  <Override PartName="/ppt/ink/ink583.xml" ContentType="application/inkml+xml"/>
  <Override PartName="/ppt/ink/ink584.xml" ContentType="application/inkml+xml"/>
  <Override PartName="/ppt/ink/ink585.xml" ContentType="application/inkml+xml"/>
  <Override PartName="/ppt/ink/ink586.xml" ContentType="application/inkml+xml"/>
  <Override PartName="/ppt/ink/ink587.xml" ContentType="application/inkml+xml"/>
  <Override PartName="/ppt/ink/ink588.xml" ContentType="application/inkml+xml"/>
  <Override PartName="/ppt/ink/ink589.xml" ContentType="application/inkml+xml"/>
  <Override PartName="/ppt/ink/ink590.xml" ContentType="application/inkml+xml"/>
  <Override PartName="/ppt/ink/ink591.xml" ContentType="application/inkml+xml"/>
  <Override PartName="/ppt/ink/ink592.xml" ContentType="application/inkml+xml"/>
  <Override PartName="/ppt/ink/ink593.xml" ContentType="application/inkml+xml"/>
  <Override PartName="/ppt/ink/ink594.xml" ContentType="application/inkml+xml"/>
  <Override PartName="/ppt/ink/ink595.xml" ContentType="application/inkml+xml"/>
  <Override PartName="/ppt/ink/ink596.xml" ContentType="application/inkml+xml"/>
  <Override PartName="/ppt/ink/ink597.xml" ContentType="application/inkml+xml"/>
  <Override PartName="/ppt/ink/ink598.xml" ContentType="application/inkml+xml"/>
  <Override PartName="/ppt/ink/ink599.xml" ContentType="application/inkml+xml"/>
  <Override PartName="/ppt/ink/ink600.xml" ContentType="application/inkml+xml"/>
  <Override PartName="/ppt/ink/ink601.xml" ContentType="application/inkml+xml"/>
  <Override PartName="/ppt/ink/ink602.xml" ContentType="application/inkml+xml"/>
  <Override PartName="/ppt/ink/ink603.xml" ContentType="application/inkml+xml"/>
  <Override PartName="/ppt/ink/ink604.xml" ContentType="application/inkml+xml"/>
  <Override PartName="/ppt/ink/ink605.xml" ContentType="application/inkml+xml"/>
  <Override PartName="/ppt/ink/ink606.xml" ContentType="application/inkml+xml"/>
  <Override PartName="/ppt/ink/ink607.xml" ContentType="application/inkml+xml"/>
  <Override PartName="/ppt/ink/ink608.xml" ContentType="application/inkml+xml"/>
  <Override PartName="/ppt/ink/ink609.xml" ContentType="application/inkml+xml"/>
  <Override PartName="/ppt/ink/ink610.xml" ContentType="application/inkml+xml"/>
  <Override PartName="/ppt/ink/ink611.xml" ContentType="application/inkml+xml"/>
  <Override PartName="/ppt/ink/ink612.xml" ContentType="application/inkml+xml"/>
  <Override PartName="/ppt/ink/ink613.xml" ContentType="application/inkml+xml"/>
  <Override PartName="/ppt/ink/ink614.xml" ContentType="application/inkml+xml"/>
  <Override PartName="/ppt/ink/ink615.xml" ContentType="application/inkml+xml"/>
  <Override PartName="/ppt/ink/ink616.xml" ContentType="application/inkml+xml"/>
  <Override PartName="/ppt/ink/ink617.xml" ContentType="application/inkml+xml"/>
  <Override PartName="/ppt/ink/ink618.xml" ContentType="application/inkml+xml"/>
  <Override PartName="/ppt/ink/ink619.xml" ContentType="application/inkml+xml"/>
  <Override PartName="/ppt/ink/ink620.xml" ContentType="application/inkml+xml"/>
  <Override PartName="/ppt/ink/ink621.xml" ContentType="application/inkml+xml"/>
  <Override PartName="/ppt/ink/ink622.xml" ContentType="application/inkml+xml"/>
  <Override PartName="/ppt/ink/ink623.xml" ContentType="application/inkml+xml"/>
  <Override PartName="/ppt/ink/ink624.xml" ContentType="application/inkml+xml"/>
  <Override PartName="/ppt/ink/ink625.xml" ContentType="application/inkml+xml"/>
  <Override PartName="/ppt/ink/ink626.xml" ContentType="application/inkml+xml"/>
  <Override PartName="/ppt/ink/ink627.xml" ContentType="application/inkml+xml"/>
  <Override PartName="/ppt/ink/ink628.xml" ContentType="application/inkml+xml"/>
  <Override PartName="/ppt/ink/ink629.xml" ContentType="application/inkml+xml"/>
  <Override PartName="/ppt/ink/ink630.xml" ContentType="application/inkml+xml"/>
  <Override PartName="/ppt/ink/ink631.xml" ContentType="application/inkml+xml"/>
  <Override PartName="/ppt/ink/ink632.xml" ContentType="application/inkml+xml"/>
  <Override PartName="/ppt/ink/ink633.xml" ContentType="application/inkml+xml"/>
  <Override PartName="/ppt/ink/ink634.xml" ContentType="application/inkml+xml"/>
  <Override PartName="/ppt/ink/ink635.xml" ContentType="application/inkml+xml"/>
  <Override PartName="/ppt/ink/ink636.xml" ContentType="application/inkml+xml"/>
  <Override PartName="/ppt/ink/ink637.xml" ContentType="application/inkml+xml"/>
  <Override PartName="/ppt/ink/ink638.xml" ContentType="application/inkml+xml"/>
  <Override PartName="/ppt/ink/ink639.xml" ContentType="application/inkml+xml"/>
  <Override PartName="/ppt/ink/ink640.xml" ContentType="application/inkml+xml"/>
  <Override PartName="/ppt/ink/ink641.xml" ContentType="application/inkml+xml"/>
  <Override PartName="/ppt/ink/ink642.xml" ContentType="application/inkml+xml"/>
  <Override PartName="/ppt/ink/ink643.xml" ContentType="application/inkml+xml"/>
  <Override PartName="/ppt/ink/ink644.xml" ContentType="application/inkml+xml"/>
  <Override PartName="/ppt/ink/ink645.xml" ContentType="application/inkml+xml"/>
  <Override PartName="/ppt/ink/ink646.xml" ContentType="application/inkml+xml"/>
  <Override PartName="/ppt/ink/ink647.xml" ContentType="application/inkml+xml"/>
  <Override PartName="/ppt/ink/ink648.xml" ContentType="application/inkml+xml"/>
  <Override PartName="/ppt/ink/ink649.xml" ContentType="application/inkml+xml"/>
  <Override PartName="/ppt/ink/ink650.xml" ContentType="application/inkml+xml"/>
  <Override PartName="/ppt/ink/ink651.xml" ContentType="application/inkml+xml"/>
  <Override PartName="/ppt/ink/ink652.xml" ContentType="application/inkml+xml"/>
  <Override PartName="/ppt/ink/ink653.xml" ContentType="application/inkml+xml"/>
  <Override PartName="/ppt/ink/ink654.xml" ContentType="application/inkml+xml"/>
  <Override PartName="/ppt/ink/ink655.xml" ContentType="application/inkml+xml"/>
  <Override PartName="/ppt/ink/ink656.xml" ContentType="application/inkml+xml"/>
  <Override PartName="/ppt/ink/ink657.xml" ContentType="application/inkml+xml"/>
  <Override PartName="/ppt/ink/ink658.xml" ContentType="application/inkml+xml"/>
  <Override PartName="/ppt/ink/ink659.xml" ContentType="application/inkml+xml"/>
  <Override PartName="/ppt/ink/ink660.xml" ContentType="application/inkml+xml"/>
  <Override PartName="/ppt/ink/ink661.xml" ContentType="application/inkml+xml"/>
  <Override PartName="/ppt/ink/ink662.xml" ContentType="application/inkml+xml"/>
  <Override PartName="/ppt/ink/ink663.xml" ContentType="application/inkml+xml"/>
  <Override PartName="/ppt/ink/ink664.xml" ContentType="application/inkml+xml"/>
  <Override PartName="/ppt/ink/ink665.xml" ContentType="application/inkml+xml"/>
  <Override PartName="/ppt/ink/ink666.xml" ContentType="application/inkml+xml"/>
  <Override PartName="/ppt/ink/ink667.xml" ContentType="application/inkml+xml"/>
  <Override PartName="/ppt/ink/ink668.xml" ContentType="application/inkml+xml"/>
  <Override PartName="/ppt/ink/ink669.xml" ContentType="application/inkml+xml"/>
  <Override PartName="/ppt/ink/ink670.xml" ContentType="application/inkml+xml"/>
  <Override PartName="/ppt/ink/ink671.xml" ContentType="application/inkml+xml"/>
  <Override PartName="/ppt/ink/ink672.xml" ContentType="application/inkml+xml"/>
  <Override PartName="/ppt/ink/ink673.xml" ContentType="application/inkml+xml"/>
  <Override PartName="/ppt/ink/ink674.xml" ContentType="application/inkml+xml"/>
  <Override PartName="/ppt/ink/ink675.xml" ContentType="application/inkml+xml"/>
  <Override PartName="/ppt/ink/ink676.xml" ContentType="application/inkml+xml"/>
  <Override PartName="/ppt/ink/ink677.xml" ContentType="application/inkml+xml"/>
  <Override PartName="/ppt/ink/ink678.xml" ContentType="application/inkml+xml"/>
  <Override PartName="/ppt/ink/ink679.xml" ContentType="application/inkml+xml"/>
  <Override PartName="/ppt/ink/ink680.xml" ContentType="application/inkml+xml"/>
  <Override PartName="/ppt/ink/ink681.xml" ContentType="application/inkml+xml"/>
  <Override PartName="/ppt/ink/ink682.xml" ContentType="application/inkml+xml"/>
  <Override PartName="/ppt/ink/ink683.xml" ContentType="application/inkml+xml"/>
  <Override PartName="/ppt/ink/ink684.xml" ContentType="application/inkml+xml"/>
  <Override PartName="/ppt/ink/ink685.xml" ContentType="application/inkml+xml"/>
  <Override PartName="/ppt/ink/ink686.xml" ContentType="application/inkml+xml"/>
  <Override PartName="/ppt/ink/ink687.xml" ContentType="application/inkml+xml"/>
  <Override PartName="/ppt/ink/ink688.xml" ContentType="application/inkml+xml"/>
  <Override PartName="/ppt/ink/ink689.xml" ContentType="application/inkml+xml"/>
  <Override PartName="/ppt/ink/ink690.xml" ContentType="application/inkml+xml"/>
  <Override PartName="/ppt/ink/ink691.xml" ContentType="application/inkml+xml"/>
  <Override PartName="/ppt/ink/ink692.xml" ContentType="application/inkml+xml"/>
  <Override PartName="/ppt/ink/ink693.xml" ContentType="application/inkml+xml"/>
  <Override PartName="/ppt/ink/ink694.xml" ContentType="application/inkml+xml"/>
  <Override PartName="/ppt/ink/ink695.xml" ContentType="application/inkml+xml"/>
  <Override PartName="/ppt/ink/ink696.xml" ContentType="application/inkml+xml"/>
  <Override PartName="/ppt/ink/ink697.xml" ContentType="application/inkml+xml"/>
  <Override PartName="/ppt/ink/ink698.xml" ContentType="application/inkml+xml"/>
  <Override PartName="/ppt/ink/ink699.xml" ContentType="application/inkml+xml"/>
  <Override PartName="/ppt/ink/ink700.xml" ContentType="application/inkml+xml"/>
  <Override PartName="/ppt/ink/ink701.xml" ContentType="application/inkml+xml"/>
  <Override PartName="/ppt/ink/ink702.xml" ContentType="application/inkml+xml"/>
  <Override PartName="/ppt/ink/ink703.xml" ContentType="application/inkml+xml"/>
  <Override PartName="/ppt/ink/ink704.xml" ContentType="application/inkml+xml"/>
  <Override PartName="/ppt/ink/ink705.xml" ContentType="application/inkml+xml"/>
  <Override PartName="/ppt/ink/ink706.xml" ContentType="application/inkml+xml"/>
  <Override PartName="/ppt/ink/ink707.xml" ContentType="application/inkml+xml"/>
  <Override PartName="/ppt/ink/ink708.xml" ContentType="application/inkml+xml"/>
  <Override PartName="/ppt/ink/ink709.xml" ContentType="application/inkml+xml"/>
  <Override PartName="/ppt/ink/ink710.xml" ContentType="application/inkml+xml"/>
  <Override PartName="/ppt/ink/ink711.xml" ContentType="application/inkml+xml"/>
  <Override PartName="/ppt/ink/ink712.xml" ContentType="application/inkml+xml"/>
  <Override PartName="/ppt/ink/ink713.xml" ContentType="application/inkml+xml"/>
  <Override PartName="/ppt/ink/ink714.xml" ContentType="application/inkml+xml"/>
  <Override PartName="/ppt/ink/ink715.xml" ContentType="application/inkml+xml"/>
  <Override PartName="/ppt/ink/ink716.xml" ContentType="application/inkml+xml"/>
  <Override PartName="/ppt/ink/ink717.xml" ContentType="application/inkml+xml"/>
  <Override PartName="/ppt/ink/ink718.xml" ContentType="application/inkml+xml"/>
  <Override PartName="/ppt/ink/ink719.xml" ContentType="application/inkml+xml"/>
  <Override PartName="/ppt/ink/ink720.xml" ContentType="application/inkml+xml"/>
  <Override PartName="/ppt/ink/ink721.xml" ContentType="application/inkml+xml"/>
  <Override PartName="/ppt/ink/ink722.xml" ContentType="application/inkml+xml"/>
  <Override PartName="/ppt/ink/ink723.xml" ContentType="application/inkml+xml"/>
  <Override PartName="/ppt/ink/ink724.xml" ContentType="application/inkml+xml"/>
  <Override PartName="/ppt/ink/ink725.xml" ContentType="application/inkml+xml"/>
  <Override PartName="/ppt/ink/ink726.xml" ContentType="application/inkml+xml"/>
  <Override PartName="/ppt/ink/ink727.xml" ContentType="application/inkml+xml"/>
  <Override PartName="/ppt/ink/ink728.xml" ContentType="application/inkml+xml"/>
  <Override PartName="/ppt/ink/ink729.xml" ContentType="application/inkml+xml"/>
  <Override PartName="/ppt/ink/ink730.xml" ContentType="application/inkml+xml"/>
  <Override PartName="/ppt/ink/ink731.xml" ContentType="application/inkml+xml"/>
  <Override PartName="/ppt/ink/ink732.xml" ContentType="application/inkml+xml"/>
  <Override PartName="/ppt/ink/ink733.xml" ContentType="application/inkml+xml"/>
  <Override PartName="/ppt/ink/ink734.xml" ContentType="application/inkml+xml"/>
  <Override PartName="/ppt/ink/ink735.xml" ContentType="application/inkml+xml"/>
  <Override PartName="/ppt/ink/ink736.xml" ContentType="application/inkml+xml"/>
  <Override PartName="/ppt/ink/ink737.xml" ContentType="application/inkml+xml"/>
  <Override PartName="/ppt/ink/ink738.xml" ContentType="application/inkml+xml"/>
  <Override PartName="/ppt/ink/ink739.xml" ContentType="application/inkml+xml"/>
  <Override PartName="/ppt/ink/ink740.xml" ContentType="application/inkml+xml"/>
  <Override PartName="/ppt/ink/ink741.xml" ContentType="application/inkml+xml"/>
  <Override PartName="/ppt/ink/ink742.xml" ContentType="application/inkml+xml"/>
  <Override PartName="/ppt/ink/ink743.xml" ContentType="application/inkml+xml"/>
  <Override PartName="/ppt/ink/ink744.xml" ContentType="application/inkml+xml"/>
  <Override PartName="/ppt/ink/ink745.xml" ContentType="application/inkml+xml"/>
  <Override PartName="/ppt/ink/ink746.xml" ContentType="application/inkml+xml"/>
  <Override PartName="/ppt/ink/ink747.xml" ContentType="application/inkml+xml"/>
  <Override PartName="/ppt/ink/ink748.xml" ContentType="application/inkml+xml"/>
  <Override PartName="/ppt/ink/ink749.xml" ContentType="application/inkml+xml"/>
  <Override PartName="/ppt/ink/ink750.xml" ContentType="application/inkml+xml"/>
  <Override PartName="/ppt/ink/ink751.xml" ContentType="application/inkml+xml"/>
  <Override PartName="/ppt/ink/ink752.xml" ContentType="application/inkml+xml"/>
  <Override PartName="/ppt/ink/ink753.xml" ContentType="application/inkml+xml"/>
  <Override PartName="/ppt/ink/ink754.xml" ContentType="application/inkml+xml"/>
  <Override PartName="/ppt/ink/ink755.xml" ContentType="application/inkml+xml"/>
  <Override PartName="/ppt/ink/ink756.xml" ContentType="application/inkml+xml"/>
  <Override PartName="/ppt/ink/ink757.xml" ContentType="application/inkml+xml"/>
  <Override PartName="/ppt/ink/ink758.xml" ContentType="application/inkml+xml"/>
  <Override PartName="/ppt/ink/ink759.xml" ContentType="application/inkml+xml"/>
  <Override PartName="/ppt/ink/ink760.xml" ContentType="application/inkml+xml"/>
  <Override PartName="/ppt/ink/ink761.xml" ContentType="application/inkml+xml"/>
  <Override PartName="/ppt/ink/ink762.xml" ContentType="application/inkml+xml"/>
  <Override PartName="/ppt/ink/ink763.xml" ContentType="application/inkml+xml"/>
  <Override PartName="/ppt/ink/ink764.xml" ContentType="application/inkml+xml"/>
  <Override PartName="/ppt/ink/ink765.xml" ContentType="application/inkml+xml"/>
  <Override PartName="/ppt/ink/ink766.xml" ContentType="application/inkml+xml"/>
  <Override PartName="/ppt/ink/ink767.xml" ContentType="application/inkml+xml"/>
  <Override PartName="/ppt/ink/ink768.xml" ContentType="application/inkml+xml"/>
  <Override PartName="/ppt/ink/ink769.xml" ContentType="application/inkml+xml"/>
  <Override PartName="/ppt/ink/ink770.xml" ContentType="application/inkml+xml"/>
  <Override PartName="/ppt/ink/ink771.xml" ContentType="application/inkml+xml"/>
  <Override PartName="/ppt/ink/ink772.xml" ContentType="application/inkml+xml"/>
  <Override PartName="/ppt/ink/ink773.xml" ContentType="application/inkml+xml"/>
  <Override PartName="/ppt/ink/ink774.xml" ContentType="application/inkml+xml"/>
  <Override PartName="/ppt/ink/ink775.xml" ContentType="application/inkml+xml"/>
  <Override PartName="/ppt/ink/ink776.xml" ContentType="application/inkml+xml"/>
  <Override PartName="/ppt/ink/ink777.xml" ContentType="application/inkml+xml"/>
  <Override PartName="/ppt/ink/ink778.xml" ContentType="application/inkml+xml"/>
  <Override PartName="/ppt/ink/ink779.xml" ContentType="application/inkml+xml"/>
  <Override PartName="/ppt/ink/ink780.xml" ContentType="application/inkml+xml"/>
  <Override PartName="/ppt/ink/ink781.xml" ContentType="application/inkml+xml"/>
  <Override PartName="/ppt/ink/ink782.xml" ContentType="application/inkml+xml"/>
  <Override PartName="/ppt/ink/ink783.xml" ContentType="application/inkml+xml"/>
  <Override PartName="/ppt/ink/ink784.xml" ContentType="application/inkml+xml"/>
  <Override PartName="/ppt/ink/ink785.xml" ContentType="application/inkml+xml"/>
  <Override PartName="/ppt/ink/ink786.xml" ContentType="application/inkml+xml"/>
  <Override PartName="/ppt/ink/ink787.xml" ContentType="application/inkml+xml"/>
  <Override PartName="/ppt/ink/ink788.xml" ContentType="application/inkml+xml"/>
  <Override PartName="/ppt/ink/ink789.xml" ContentType="application/inkml+xml"/>
  <Override PartName="/ppt/ink/ink790.xml" ContentType="application/inkml+xml"/>
  <Override PartName="/ppt/ink/ink791.xml" ContentType="application/inkml+xml"/>
  <Override PartName="/ppt/ink/ink792.xml" ContentType="application/inkml+xml"/>
  <Override PartName="/ppt/ink/ink793.xml" ContentType="application/inkml+xml"/>
  <Override PartName="/ppt/ink/ink794.xml" ContentType="application/inkml+xml"/>
  <Override PartName="/ppt/ink/ink795.xml" ContentType="application/inkml+xml"/>
  <Override PartName="/ppt/ink/ink796.xml" ContentType="application/inkml+xml"/>
  <Override PartName="/ppt/ink/ink797.xml" ContentType="application/inkml+xml"/>
  <Override PartName="/ppt/ink/ink798.xml" ContentType="application/inkml+xml"/>
  <Override PartName="/ppt/ink/ink799.xml" ContentType="application/inkml+xml"/>
  <Override PartName="/ppt/ink/ink800.xml" ContentType="application/inkml+xml"/>
  <Override PartName="/ppt/ink/ink801.xml" ContentType="application/inkml+xml"/>
  <Override PartName="/ppt/ink/ink802.xml" ContentType="application/inkml+xml"/>
  <Override PartName="/ppt/ink/ink803.xml" ContentType="application/inkml+xml"/>
  <Override PartName="/ppt/ink/ink804.xml" ContentType="application/inkml+xml"/>
  <Override PartName="/ppt/ink/ink805.xml" ContentType="application/inkml+xml"/>
  <Override PartName="/ppt/ink/ink806.xml" ContentType="application/inkml+xml"/>
  <Override PartName="/ppt/ink/ink807.xml" ContentType="application/inkml+xml"/>
  <Override PartName="/ppt/ink/ink808.xml" ContentType="application/inkml+xml"/>
  <Override PartName="/ppt/ink/ink809.xml" ContentType="application/inkml+xml"/>
  <Override PartName="/ppt/ink/ink810.xml" ContentType="application/inkml+xml"/>
  <Override PartName="/ppt/ink/ink811.xml" ContentType="application/inkml+xml"/>
  <Override PartName="/ppt/ink/ink812.xml" ContentType="application/inkml+xml"/>
  <Override PartName="/ppt/ink/ink813.xml" ContentType="application/inkml+xml"/>
  <Override PartName="/ppt/ink/ink814.xml" ContentType="application/inkml+xml"/>
  <Override PartName="/ppt/ink/ink815.xml" ContentType="application/inkml+xml"/>
  <Override PartName="/ppt/ink/ink816.xml" ContentType="application/inkml+xml"/>
  <Override PartName="/ppt/ink/ink817.xml" ContentType="application/inkml+xml"/>
  <Override PartName="/ppt/ink/ink818.xml" ContentType="application/inkml+xml"/>
  <Override PartName="/ppt/ink/ink819.xml" ContentType="application/inkml+xml"/>
  <Override PartName="/ppt/ink/ink820.xml" ContentType="application/inkml+xml"/>
  <Override PartName="/ppt/ink/ink821.xml" ContentType="application/inkml+xml"/>
  <Override PartName="/ppt/ink/ink822.xml" ContentType="application/inkml+xml"/>
  <Override PartName="/ppt/ink/ink823.xml" ContentType="application/inkml+xml"/>
  <Override PartName="/ppt/ink/ink824.xml" ContentType="application/inkml+xml"/>
  <Override PartName="/ppt/ink/ink825.xml" ContentType="application/inkml+xml"/>
  <Override PartName="/ppt/ink/ink826.xml" ContentType="application/inkml+xml"/>
  <Override PartName="/ppt/ink/ink827.xml" ContentType="application/inkml+xml"/>
  <Override PartName="/ppt/ink/ink828.xml" ContentType="application/inkml+xml"/>
  <Override PartName="/ppt/ink/ink829.xml" ContentType="application/inkml+xml"/>
  <Override PartName="/ppt/ink/ink830.xml" ContentType="application/inkml+xml"/>
  <Override PartName="/ppt/ink/ink831.xml" ContentType="application/inkml+xml"/>
  <Override PartName="/ppt/ink/ink832.xml" ContentType="application/inkml+xml"/>
  <Override PartName="/ppt/ink/ink833.xml" ContentType="application/inkml+xml"/>
  <Override PartName="/ppt/ink/ink834.xml" ContentType="application/inkml+xml"/>
  <Override PartName="/ppt/ink/ink835.xml" ContentType="application/inkml+xml"/>
  <Override PartName="/ppt/ink/ink836.xml" ContentType="application/inkml+xml"/>
  <Override PartName="/ppt/ink/ink837.xml" ContentType="application/inkml+xml"/>
  <Override PartName="/ppt/ink/ink838.xml" ContentType="application/inkml+xml"/>
  <Override PartName="/ppt/ink/ink839.xml" ContentType="application/inkml+xml"/>
  <Override PartName="/ppt/ink/ink840.xml" ContentType="application/inkml+xml"/>
  <Override PartName="/ppt/ink/ink841.xml" ContentType="application/inkml+xml"/>
  <Override PartName="/ppt/ink/ink842.xml" ContentType="application/inkml+xml"/>
  <Override PartName="/ppt/ink/ink843.xml" ContentType="application/inkml+xml"/>
  <Override PartName="/ppt/ink/ink844.xml" ContentType="application/inkml+xml"/>
  <Override PartName="/ppt/ink/ink845.xml" ContentType="application/inkml+xml"/>
  <Override PartName="/ppt/ink/ink846.xml" ContentType="application/inkml+xml"/>
  <Override PartName="/ppt/ink/ink847.xml" ContentType="application/inkml+xml"/>
  <Override PartName="/ppt/ink/ink848.xml" ContentType="application/inkml+xml"/>
  <Override PartName="/ppt/ink/ink849.xml" ContentType="application/inkml+xml"/>
  <Override PartName="/ppt/ink/ink850.xml" ContentType="application/inkml+xml"/>
  <Override PartName="/ppt/ink/ink851.xml" ContentType="application/inkml+xml"/>
  <Override PartName="/ppt/ink/ink852.xml" ContentType="application/inkml+xml"/>
  <Override PartName="/ppt/ink/ink853.xml" ContentType="application/inkml+xml"/>
  <Override PartName="/ppt/ink/ink854.xml" ContentType="application/inkml+xml"/>
  <Override PartName="/ppt/ink/ink855.xml" ContentType="application/inkml+xml"/>
  <Override PartName="/ppt/ink/ink856.xml" ContentType="application/inkml+xml"/>
  <Override PartName="/ppt/ink/ink857.xml" ContentType="application/inkml+xml"/>
  <Override PartName="/ppt/ink/ink858.xml" ContentType="application/inkml+xml"/>
  <Override PartName="/ppt/ink/ink859.xml" ContentType="application/inkml+xml"/>
  <Override PartName="/ppt/ink/ink860.xml" ContentType="application/inkml+xml"/>
  <Override PartName="/ppt/ink/ink861.xml" ContentType="application/inkml+xml"/>
  <Override PartName="/ppt/ink/ink862.xml" ContentType="application/inkml+xml"/>
  <Override PartName="/ppt/ink/ink863.xml" ContentType="application/inkml+xml"/>
  <Override PartName="/ppt/ink/ink864.xml" ContentType="application/inkml+xml"/>
  <Override PartName="/ppt/ink/ink865.xml" ContentType="application/inkml+xml"/>
  <Override PartName="/ppt/ink/ink866.xml" ContentType="application/inkml+xml"/>
  <Override PartName="/ppt/ink/ink867.xml" ContentType="application/inkml+xml"/>
  <Override PartName="/ppt/ink/ink868.xml" ContentType="application/inkml+xml"/>
  <Override PartName="/ppt/ink/ink869.xml" ContentType="application/inkml+xml"/>
  <Override PartName="/ppt/ink/ink870.xml" ContentType="application/inkml+xml"/>
  <Override PartName="/ppt/ink/ink871.xml" ContentType="application/inkml+xml"/>
  <Override PartName="/ppt/ink/ink872.xml" ContentType="application/inkml+xml"/>
  <Override PartName="/ppt/ink/ink873.xml" ContentType="application/inkml+xml"/>
  <Override PartName="/ppt/ink/ink874.xml" ContentType="application/inkml+xml"/>
  <Override PartName="/ppt/ink/ink875.xml" ContentType="application/inkml+xml"/>
  <Override PartName="/ppt/ink/ink876.xml" ContentType="application/inkml+xml"/>
  <Override PartName="/ppt/ink/ink877.xml" ContentType="application/inkml+xml"/>
  <Override PartName="/ppt/ink/ink878.xml" ContentType="application/inkml+xml"/>
  <Override PartName="/ppt/ink/ink879.xml" ContentType="application/inkml+xml"/>
  <Override PartName="/ppt/ink/ink880.xml" ContentType="application/inkml+xml"/>
  <Override PartName="/ppt/ink/ink881.xml" ContentType="application/inkml+xml"/>
  <Override PartName="/ppt/ink/ink882.xml" ContentType="application/inkml+xml"/>
  <Override PartName="/ppt/ink/ink883.xml" ContentType="application/inkml+xml"/>
  <Override PartName="/ppt/ink/ink884.xml" ContentType="application/inkml+xml"/>
  <Override PartName="/ppt/ink/ink885.xml" ContentType="application/inkml+xml"/>
  <Override PartName="/ppt/ink/ink886.xml" ContentType="application/inkml+xml"/>
  <Override PartName="/ppt/ink/ink887.xml" ContentType="application/inkml+xml"/>
  <Override PartName="/ppt/ink/ink888.xml" ContentType="application/inkml+xml"/>
  <Override PartName="/ppt/ink/ink889.xml" ContentType="application/inkml+xml"/>
  <Override PartName="/ppt/ink/ink890.xml" ContentType="application/inkml+xml"/>
  <Override PartName="/ppt/ink/ink891.xml" ContentType="application/inkml+xml"/>
  <Override PartName="/ppt/ink/ink892.xml" ContentType="application/inkml+xml"/>
  <Override PartName="/ppt/ink/ink893.xml" ContentType="application/inkml+xml"/>
  <Override PartName="/ppt/ink/ink894.xml" ContentType="application/inkml+xml"/>
  <Override PartName="/ppt/ink/ink895.xml" ContentType="application/inkml+xml"/>
  <Override PartName="/ppt/ink/ink896.xml" ContentType="application/inkml+xml"/>
  <Override PartName="/ppt/ink/ink897.xml" ContentType="application/inkml+xml"/>
  <Override PartName="/ppt/ink/ink898.xml" ContentType="application/inkml+xml"/>
  <Override PartName="/ppt/ink/ink899.xml" ContentType="application/inkml+xml"/>
  <Override PartName="/ppt/ink/ink900.xml" ContentType="application/inkml+xml"/>
  <Override PartName="/ppt/ink/ink901.xml" ContentType="application/inkml+xml"/>
  <Override PartName="/ppt/ink/ink902.xml" ContentType="application/inkml+xml"/>
  <Override PartName="/ppt/ink/ink903.xml" ContentType="application/inkml+xml"/>
  <Override PartName="/ppt/ink/ink904.xml" ContentType="application/inkml+xml"/>
  <Override PartName="/ppt/ink/ink905.xml" ContentType="application/inkml+xml"/>
  <Override PartName="/ppt/ink/ink906.xml" ContentType="application/inkml+xml"/>
  <Override PartName="/ppt/ink/ink907.xml" ContentType="application/inkml+xml"/>
  <Override PartName="/ppt/ink/ink908.xml" ContentType="application/inkml+xml"/>
  <Override PartName="/ppt/ink/ink909.xml" ContentType="application/inkml+xml"/>
  <Override PartName="/ppt/ink/ink910.xml" ContentType="application/inkml+xml"/>
  <Override PartName="/ppt/ink/ink911.xml" ContentType="application/inkml+xml"/>
  <Override PartName="/ppt/ink/ink912.xml" ContentType="application/inkml+xml"/>
  <Override PartName="/ppt/ink/ink913.xml" ContentType="application/inkml+xml"/>
  <Override PartName="/ppt/ink/ink914.xml" ContentType="application/inkml+xml"/>
  <Override PartName="/ppt/ink/ink915.xml" ContentType="application/inkml+xml"/>
  <Override PartName="/ppt/ink/ink916.xml" ContentType="application/inkml+xml"/>
  <Override PartName="/ppt/ink/ink917.xml" ContentType="application/inkml+xml"/>
  <Override PartName="/ppt/ink/ink918.xml" ContentType="application/inkml+xml"/>
  <Override PartName="/ppt/ink/ink919.xml" ContentType="application/inkml+xml"/>
  <Override PartName="/ppt/ink/ink920.xml" ContentType="application/inkml+xml"/>
  <Override PartName="/ppt/ink/ink921.xml" ContentType="application/inkml+xml"/>
  <Override PartName="/ppt/ink/ink922.xml" ContentType="application/inkml+xml"/>
  <Override PartName="/ppt/ink/ink923.xml" ContentType="application/inkml+xml"/>
  <Override PartName="/ppt/ink/ink924.xml" ContentType="application/inkml+xml"/>
  <Override PartName="/ppt/ink/ink925.xml" ContentType="application/inkml+xml"/>
  <Override PartName="/ppt/ink/ink926.xml" ContentType="application/inkml+xml"/>
  <Override PartName="/ppt/ink/ink927.xml" ContentType="application/inkml+xml"/>
  <Override PartName="/ppt/ink/ink928.xml" ContentType="application/inkml+xml"/>
  <Override PartName="/ppt/ink/ink929.xml" ContentType="application/inkml+xml"/>
  <Override PartName="/ppt/ink/ink930.xml" ContentType="application/inkml+xml"/>
  <Override PartName="/ppt/ink/ink931.xml" ContentType="application/inkml+xml"/>
  <Override PartName="/ppt/ink/ink932.xml" ContentType="application/inkml+xml"/>
  <Override PartName="/ppt/ink/ink933.xml" ContentType="application/inkml+xml"/>
  <Override PartName="/ppt/ink/ink934.xml" ContentType="application/inkml+xml"/>
  <Override PartName="/ppt/ink/ink935.xml" ContentType="application/inkml+xml"/>
  <Override PartName="/ppt/ink/ink936.xml" ContentType="application/inkml+xml"/>
  <Override PartName="/ppt/ink/ink937.xml" ContentType="application/inkml+xml"/>
  <Override PartName="/ppt/ink/ink938.xml" ContentType="application/inkml+xml"/>
  <Override PartName="/ppt/ink/ink939.xml" ContentType="application/inkml+xml"/>
  <Override PartName="/ppt/ink/ink940.xml" ContentType="application/inkml+xml"/>
  <Override PartName="/ppt/ink/ink941.xml" ContentType="application/inkml+xml"/>
  <Override PartName="/ppt/ink/ink942.xml" ContentType="application/inkml+xml"/>
  <Override PartName="/ppt/ink/ink943.xml" ContentType="application/inkml+xml"/>
  <Override PartName="/ppt/ink/ink944.xml" ContentType="application/inkml+xml"/>
  <Override PartName="/ppt/ink/ink945.xml" ContentType="application/inkml+xml"/>
  <Override PartName="/ppt/ink/ink946.xml" ContentType="application/inkml+xml"/>
  <Override PartName="/ppt/ink/ink947.xml" ContentType="application/inkml+xml"/>
  <Override PartName="/ppt/ink/ink948.xml" ContentType="application/inkml+xml"/>
  <Override PartName="/ppt/ink/ink949.xml" ContentType="application/inkml+xml"/>
  <Override PartName="/ppt/ink/ink950.xml" ContentType="application/inkml+xml"/>
  <Override PartName="/ppt/ink/ink951.xml" ContentType="application/inkml+xml"/>
  <Override PartName="/ppt/ink/ink952.xml" ContentType="application/inkml+xml"/>
  <Override PartName="/ppt/ink/ink953.xml" ContentType="application/inkml+xml"/>
  <Override PartName="/ppt/ink/ink954.xml" ContentType="application/inkml+xml"/>
  <Override PartName="/ppt/ink/ink955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76" r:id="rId8"/>
    <p:sldId id="262" r:id="rId9"/>
    <p:sldId id="263" r:id="rId10"/>
    <p:sldId id="265" r:id="rId11"/>
    <p:sldId id="264" r:id="rId12"/>
    <p:sldId id="266" r:id="rId13"/>
    <p:sldId id="267" r:id="rId14"/>
    <p:sldId id="277" r:id="rId15"/>
    <p:sldId id="268" r:id="rId16"/>
    <p:sldId id="278" r:id="rId17"/>
    <p:sldId id="270" r:id="rId18"/>
    <p:sldId id="269" r:id="rId19"/>
    <p:sldId id="271" r:id="rId20"/>
    <p:sldId id="273" r:id="rId21"/>
    <p:sldId id="272" r:id="rId22"/>
    <p:sldId id="279" r:id="rId23"/>
    <p:sldId id="274" r:id="rId24"/>
    <p:sldId id="275" r:id="rId2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786"/>
    <p:restoredTop sz="94659"/>
  </p:normalViewPr>
  <p:slideViewPr>
    <p:cSldViewPr snapToGrid="0">
      <p:cViewPr varScale="1">
        <p:scale>
          <a:sx n="142" d="100"/>
          <a:sy n="142" d="100"/>
        </p:scale>
        <p:origin x="106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12:57.09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0 175 24575,'0'-12'0,"0"1"0,4 7 0,-4-3 0,7 0 0,1-2 0,7-5 0,11 2 0,15 0 0,37-2 0,0 9 0,-22 0 0,5 0 0,5 4 0,1 1 0,-8-3 0,1-1-617,18 2 1,0 0 616,-12-3 0,-2-1 0,-9 3 0,-1 1 0,5-3 0,-4 0 0,11 1 0,2-1 0,-18-1 0,-9 5 0,-7-3 0,-7 4 0,9 4 1233,-11 0-1233,18 0 0,-11 0 0,9-4 0,1 3 0,0-2 0,10 3 0,-1-4 0,22 0 0,-19 0 0,39 0 0,-31 0 0,25 0 0,-15 0 0,2 0 0,12 3 0,-36-1 0,0 0 0,36 2-666,-33-2 0,3 0 666,10 0 0,-1-1 0,28 0 0,-7 3 0,-5-1 0,-16-2 0,9 1 0,0-1-521,-4-1 521,-6 0 0,0 0 0,7 0-96,15 0 96,-16 0 0,-7 0 0,-6 0 0,25 0 0,-39 0 0,38 0 1289,-34 0-1289,20 0 0,-8 0 0,8 0 555,-10 0-555,1 0 105,25 0-105,-30 4 0,43 0 0,-24 0-723,27 3 723,-43-5 0,0 0 0,-1 0 0,0 1 0,2-1 0,0-1 0,-2-1 0,-1 0 0,2 0 0,-2 0 0,24 0 0,1 0 0,-13 0 0,-18 0 0,27 0 0,-8 0 0,-15 3 0,33 2 0,-30 2 0,31 1 0,-7-4 0,7 0-286,-33-4 1,1 0 285,30 0 0,-20 0 0,-1 0 701,15 0-701,-3 0 0,-11 0 0,-6 0 0,32 0 0,-16 0 0,-25 1 0,2 1 0,48 2 0,-42-1 0,1-1 0,-7-1 0,-1 1-472,4 0 1,1 0 471,6 0 0,0 0 0,-6 0 0,0 0 0,4 0 0,-1-1 0,35-1 565,-41 0-565,7 0 0,-33 0 0,-16 0 0,1-3 0,5 2 971,6-2-971,12-1 0,1 0 0,10-3 0,-20-1 0,0 1 0,-18 2 0,1 2 0,0 3 0,3 0 0,0 0 0,1 0 0,-1 0 0,0 0 0,1 0 0,3 0 0,4 0 0,-3 0 0,-1 0 0,-8 3 0,-3-2 0,-4 3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12:58.73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0 205 24575,'11'-4'0,"1"-3"0,20 3 0,28-4 0,7 4 0,2 2 0,3 0 0,19 2-2278,-17 0 0,3 0 2278,-16 1 0,1-2 0,26 1 0,0 0 0,-27 0 0,2 0 0,5 0 0,6 0 0,-9 0 0,34 0-539,-29 1 1,1-2 538,24 1 0,-2-3 0,-13 2 0,11-5 0,-12 1 0,10 1 0,6-3 0,-36 5 0,0 0 0,31-2 0,-25 2 0,1 1 1066,-6 0 0,-1 2-1066,4-1 0,1 0 0,-3-1 0,1 2 0,16 0 0,-2 1 0,-26-2 0,1 1 0,41 1 0,-2-1 0,-10-1 0,-7 3 0,1-1 0,16-1 0,-12 2 0,7-1 0,9-1 0,2-2 0,-3 1 0,0 0 0,3 0 0,-6 0 0,-34 0 0,-3 0 0,6 0 0,1 0 0,-10 0 0,2 0 0,20 0 0,2 0 0,-7 1 0,-1-2 0,1 0 0,-3-1 0,26 1 0,-20-1 0,-2 1 0,-2 1 0,8-2 0,0 0 0,-20 2 0,-3-5 0,1 0 0,17-1 2415,28-5-2415,-19 7 0,-14 1 0,2 0 0,-16 2 0,22-3 0,5 4 0,-9 0 0,17 0 0,-29 0 0,26-3 0,14-6 0,-46 4 0,2 1 0,12-1 0,-1 1 0,16 0 543,-10 4 0,1 0-543,3 0 0,8 0 0,3 0 0,10 0 0,-44 0 0,0 0 0,36 0 0,-34 0 0,12 0 0,-18 0 0,-15-3 0,-14 2 0,-16-2 0,-5 0 0,-32-5 0,-6-4 0,-36-6 0,34 8 0,1 0 0,36 10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13:01.84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 24575,'16'3'0,"29"1"0,10 11 0,21-2 0,8 0-4432,-13-1 0,4 1 4432,-1-2 0,7-1 0,5 1 0,-6-2 0,5 0 0,0 0 0,-5-1-1137,0-1 1,-5 0 0,5 0 1136,3-1 0,7 0 0,-1 0 0,-9-1 0,21 1 0,-9-2 189,-9-3 0,-4 0-189,-5 0 0,-8-1 0,1-4 0,-29 0 0,-21 0 0,-13 4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13:18.32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0 21421,'22'72'0,"-6"9"0,-1 12 0,-8 6 0,-3-46 0,0 0 0,0 45 1178,3-3-1178,1-15 0,-3-14 636,5-13-636,-9-1 327,5-15-327,-5 1 831,3-19-831,-1-8 182,-2-11-182,2-14 0,-6-10 0,-2-14 0,-2-4 0,2 17 0,2 5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13:18.82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379 20 8191,'19'-7'0,"0"-1"5063,1 4-5063,5 4 2818,-5 7-2818,3 5 1719,-8 7-1719,-4 4 6784,0 8-6784,-3 11 0,3 8 0,-6 18 0,1 6 0,-5 4 0,3 9 0,-11-12 0,-9 10 0,-8-19 0,-13-9 0,-9-15 0,-5-14 0,-6-6 0,3-14 0,7-4 0,8-8 0,-1-11 0,8 3 0,-10-10 0,7 6 0,11 4 0,6 5 0,14 7 0,0 0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13:19.30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0 24575,'6'37'0,"-1"20"0,5-2 0,1 8-1580,-5 17 1,1 4 1579,6 2 0,0 0 0,-3-2 0,2 2 0,4 4 0,4-1 0,2-11 0,0-1 0,-2 10 0,-1-3 0,3-18 0,0-6 981,1 28-981,0-23 522,-4-12-522,-8-21 0,0-7 0,-3-13 1644,6-1-1644,-1-3 12,26-4-12,8-10 0,2-4 0,-5-5 0,-29 8 0,-8 3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13:19.87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139 0 24575,'-22'49'0,"-5"16"0,-1-4 0,1 17 0,8 1 0,11-20 0,1 10 0,7-44 0,0-4 0,3-16 0,-2-5 0,16-11 0,13-19 0,14-9 0,16-14 0,-16 6 0,-7 13 0,-18 15 0,-8 19 0,-4 5 0,4 20 0,8 7 0,4 18 0,14 8 0,9-3 0,15-13 0,11-12 0,-12-18 0,-5-8 0,-22-15 0,-9-2 0,-2-12 0,-7 1 0,-3-3 0,2 1 0,-9 3 0,5 7 0,-5 2 0,-1 3 0,-1-1 0,-3-3 0,4 0 0,3 0 0,-2 6 0,2 2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13:20.45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148 0 24575,'-8'8'0,"-7"3"0,-4 11 0,-5 6 0,-6 28 0,6-3 0,3 41 0,14-1 0,8-42 0,5 0 0,5 0 0,5-3 0,30 31 0,2-20 0,21-8 0,-3-27 0,11-8 0,2-20 0,7-22 0,-15-13 0,0-18 0,-18-4 0,-15 3 0,-4-2 0,-11 14 0,-8 8 0,-7 15 0,-2 9 0,-8 10 0,4-3 0,-12 6 0,5-6 0,-6 7 0,7-7 0,0 6 0,4-2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12:51.48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 24575,'14'14'0,"5"20"0,5 27 0,-1 21 0,-15-24 0,-1 4-790,3 2 0,-1 1 790,-3 1 0,1 0 0,3 2 0,2 3 0,1 20 0,1 0 0,-5-18 0,1-1 0,3 16 0,1-3 0,-5-22 0,0-6 0,10 34 291,1-3-291,-2-20 0,-6-18 0,-4-18 0,-1-14 0,-7-18 1191,-3-14-1191,-6-17 24,-3 2 1,5 3-1,3 15 1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12:52.23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0 270 24575,'0'-15'0,"0"0"0,0-4 0,0 0 0,0-11 0,0 2 0,0-5 0,0 6 0,0 1 0,0 3 0,0 7 0,0 1 0,7 11 0,-5 4 0,18 11 0,3 23 0,29 22 0,-20-19 0,2 3-577,8 8 1,3 1 576,1 1 0,0 0 0,-3-1 0,2 2 0,17 21 0,-1 0 0,-16-18 0,-1-1 0,6 8 0,0-1-917,-9-9 0,0-1 917,13 12 0,0 1 0,-4-3 0,0 0-571,10 11 0,-1-4 571,-20-21 0,-3-4-539,7 13 539,3 2 943,-28-31-943,4 1 1756,-18-17-1756,-2-13 323,-12-1 0,8-1 1,-5 2-1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12:52.65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1 137 24575,'7'-12'0,"-2"1"0,16 0 0,6-1 0,28-6 0,-5 2 0,19-3 0,-18 0 0,-18 10 0,-10-1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12:53.53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0 145 24575,'7'-20'0,"5"2"0,11 2 0,3 1 0,5 0 0,6 0 0,-5 3 0,8-2 0,-8 5 0,-2 2 0,-11 3 0,-4 4 0,-4 0 0,24 4 0,-11 3 0,33 5 0,-21 0 0,3 3 0,-13-7 0,-15 4 0,-4 19 0,-6-4 0,-1 22 0,-18 17 0,-4-7 0,5-13 0,-1 2 0,-13 24 0,5-6 0,-3-3 0,-5-5 0,7-12 0,-12 4 0,22-23 0,-5 4 0,10-4 0,4-4 0,5-7 0,3-5 0,3-7 0,-2 3 0,13-6 0,-2 2 0,21-3 0,13 4 0,20-1 0,9 1-3079,-15 1 1,5 0 3078,20 5 0,14 2 0,-1 0 0,-1 1 0,0 0 0,2 0-678,-17-2 0,1 1 0,-1 0 0,-2-1 678,14 2 0,-3-2 0,-8-1 0,3 0 0,-16-2 0,-15-4 0,-41 0 0,-22-8 0,-1 3 0,-33-9 0,31 9 0,-19-6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12:54.63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 24575,'4'19'0,"6"17"0,-5 4 0,13 35 0,-9-9 0,12 26 0,-5-7 0,0-5 0,2 8 0,-6-8 0,0-7 0,2 25 0,-6-35 0,3 15 0,-3-28 0,0-7 0,-4-2 0,2-10 0,-1 0 0,-1-8 0,3-1 0,-6-5 0,2 1 0,-3 1 0,3-3 0,-2 7 0,2-4 0,1 1 0,-3-1 0,2-1 0,-3-5 0,0 5 0,0-9 0,-3-2 0,-2-3 0,1-1 0,-3-2 0,6 6 0,-2-6 0,3 2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13:31.44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0 340 24575,'0'-11'0,"4"0"0,0 6 0,7-1 0,14-5 0,11-2 0,27-9 0,-14 8 0,4 0 0,-2 2 0,4 0-957,17-5 1,5 1 956,11 2 0,-1 2 0,-22 0 0,0 2 0,23 0 0,-1 2 0,-27 0 0,-4 1 0,-3 5 0,-1-1 0,7-2 0,-2 0 0,28 4 0,8-5 0,-13 5 0,-14-6 0,-21 3 0,-11 0 0,-11 0 0,-5 1 0,1 2 1913,0-6-1913,1 6 0,-2-5 0,-3 5 0,1-6 0,-8 3 0,2 0 0,-6 0 0,4 4 0,3 0 0,-3-3 0,7 2 0,-7-2 0,3-1 0,-7 3 0,0-2 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13:46.84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28 24575,'12'-4'0,"29"0"0,22 1 0,-8 0 0,6 0-2110,14 1 1,5-1 2109,-14 2 0,3-1 0,-1 0 0,22 2 0,1 0 0,-14 3 0,4 1 0,-6-1 0,2-2 0,-4 1 0,9 4 0,-4 1 1300,16-3-1300,-26 0 0,-36 0 0,-12-4 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13:47.72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31 24575,'16'-4'0,"18"-3"0,9 3 0,43 0 0,-15 1 0,26 3 0,-30-4 0,15 3 0,-15-2 0,-7 3 0,-22 0 0,-12 0 0,-11 0 0,-4 0 0,-4 3 0,1-2 0,0 3 0,-1-4 0,4 0 0,-6 0 0,2 0 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13:48.45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0 24575,'22'0'0,"-6"0"0,33 0 0,42 15 0,-33-8 0,7 1-1233,1 4 0,7 3 0,-2-1 1233,25 4 0,3 0 0,-18-4 0,5 1 0,-4 0 0,-12-3 0,-3 0 0,-1-1 0,26 3 0,-5-1 428,-16-2 1,-7 0-429,7-3 0,-25-1 0,-35-4 0,-11-2 0,-1 3 0,-2-4 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13:49.27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39 24575,'7'-4'0,"8"-3"0,7 3 0,16-4 0,22 1 0,24 2 0,9 2-408,-36 4 0,0 1 408,40 3 0,-8-1 0,-18 3 0,-15-3 0,-9 4 0,4-1 0,-11 1 0,8-4 0,-13 3 0,6-6 816,-13 2-816,1 1 0,-13-3 0,-5 2 0,-8-3 0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13:50.12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24 8191,'59'-7'0,"1"2"2239,-6 1 0,3 1-2239,-5 0 0,0 2 0,12 1 0,2 0 867,10 2 0,1 1-867,-4-1 0,0 1 0,9 3 0,-2 0 0,-17-1 0,-4-1 1930,38 4-1930,-37-1 0,-35-7 0,-18 4 0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13:50.99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39 24575,'22'-4'0,"11"0"0,7-3 0,12-1 0,8 4 0,6-3 0,10 6 0,0-2 0,-7 6 0,-12-2 0,-12 6 0,-18-6 0,-12 2 0,-8-3 0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13:51.62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61 24575,'19'-8'0,"0"1"0,4-1 0,6 1 0,9-1 0,12-3 0,18 6 0,16-2-867,16 7 867,-42 3 0,-1 1 0,-3 0 0,-2 1 0,46 3-53,-17 2 53,-16-9 0,-19 3 0,-19-4 0,-17 0 0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13:59.95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2 24575,'63'0'0,"-9"0"0,11 0 0,9-1 0,10 1 0,5 1-2458,-4 2 0,4 2 1,4 1-1,2-1 2350,-7-1 0,2-2 0,2 1 0,1 1 0,0 1-375,1 3 1,1 2 0,0 1 0,-1-1 0,-1 0 482,-4-3 0,-1 0 0,0-1 0,-3 1 0,-3 1 0,4 1 0,-3 2 0,-2-1 0,-3-1 606,14 1 0,-2-2 1,-11-1-607,-9 0 0,-10-2 0,10 2 0,-42-7 4029,-17 3-4029,7 5 6279,-1 1-6279,5-2 163,-14 0 1,-1-6 0,-7 2 0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14:22.26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75 24575,'19'0'0,"14"0"0,46-3 0,6-1 0,-22 0 0,8 0-562,-2 0 0,7 0 0,-4 0 562,14 1 0,0 1-476,-9-2 0,3-1 1,-6 1 475,0 0 0,-6 0 0,-14 1 0,-2-1 0,38-6 0,-26 9 0,-15-2 0,-8 3 0,10 3 0,11 8 0,-14-5 0,6 1-791,13 6 1,5 1 790,15-1 0,4 0-551,7 0 0,1-1 551,-32-4 0,1-1 0,-2-1 0,15-1 0,-4-3 500,-1 1 0,-5-2-500,18-1 0,-30 0 0,-31 0 0,-25 0 0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14:36.67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320 54 22737,'-34'-20'0,"-15"5"0,4 4 0,-15 7 897,13 0-897,11 4 309,14 4-309,19 4 156,7 7-156,10 8 476,12 11-476,23 12 0,-3-1 0,19 13 0,-18-7 0,-4-3 0,-10-3 0,-15-11 0,-9-3 0,-3 4 0,-12-1 0,-3-6 0,-10 2 0,-4-7 0,-4 0 0,0-4 0,0-3 0,7-5 0,2-7 0,2 3 0,1-6 0,0 2 0,3-3 0,-3-3 0,3-1 0,-13-17 0,7 6 0,-11-17 0,9 2 0,4 5 0,5 3 0,7 15 0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14:37.07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39 24575,'8'-4'0,"0"0"0,-1 1 0,4-1 0,1-4 0,0 0 0,-1 4 0,-4 1 0,1 3 0,13 0 0,14 3 0,42 1 0,-5 1 0,-10-2 0,-30-3 0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14:37.82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358 31 8191,'-43'-10'0,"14"8"5063,-18-12-5063,13 13 0,2-2 0,-13 13 2818,10 13-2818,-4 13 0,12 13 1719,8 12-1719,11-1 0,8 11 6784,8 1-6784,0-4 0,7 0 0,-3-14 0,6-5 0,8-6 0,12 2 0,2-16 0,11-6 0,2-17 0,2-9 0,8-11 0,-12-13 0,-6-12 0,-14-7 0,-13-3 0,-7 3 0,-7-10 0,0 6 0,-4-7 0,-4 11 0,0-5 0,-7 11 0,-1-1 0,-13-3 0,0 11 0,-16-11 0,-2 16 0,-4 2 0,-2 11 0,6 7 0,1 8 0,11 8 0,1 4 0,14 3 0,-2 8 0,12-10 0,-4 9 0,9-10 0,-2 3 0,6-3 0,-2-4 0,3-5 0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14:38.49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224 0 24575,'-16'7'0,"-6"5"0,-9 25 0,-1 0 0,-6 23 0,8-6 0,6 11 0,5-6 0,11 12 0,5-12 0,10 13 0,8-3 0,2-13 0,11-4 0,-7-25 0,5-11 0,-4-9 0,8-21 0,-2-3 0,5-20 0,-2-5 0,-4-1 0,-4-2 0,-8 7 0,-1 0 0,-9 1 0,2-12 0,-7 12 0,-7-13 0,2 18 0,-10-2 0,7 11 0,-14-2 0,12 8 0,-11-5 0,6 10 0,2 1 0,2 11 0,4 1 0,6 3 0,-2-1 0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14:39.12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0 408 24575,'8'-5'0,"-4"-1"0,3 5 0,-7-6 0,7 6 0,4-9 0,19-5 0,9-2 0,25-12 0,25 6 0,-30 3 0,3 0-574,-1 5 1,1 1 573,12-5 0,-2 0 0,-21 7 0,-3 0 0,5-2 0,-2-1 0,28-12-523,-20 3 523,-11 2 0,-21 10 0,-12 5 0,-8 0 0,3 3 1115,-5-1-1115,6-1 555,-3 5-555,0-6 0,-1 6 0,1-5 0,-1 5 0,-2-3 0,-2 4 0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14:39.78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40 235 24575,'4'24'0,"0"19"0,-4 19 0,3 9 0,1 19 0,7-20 0,1-11 0,-4-17 0,2-23 0,-9-19 0,3-12 0,-8-18 0,0-12 0,-7-5 0,-1-5 0,-7-4 0,6 5 0,-5-6 0,10-8 0,0 18 0,5-14 0,9 15 0,0 6 0,11 3 0,-1 11 0,7 10 0,3-1 0,-2 11 0,12 0 0,6 9 0,29 5 0,-9 4 0,18 7 0,-19 4 0,-13-3 0,-5 6 0,-23-3 0,-5 4 0,-8 11 0,-3 8 0,-11 5 0,-2 9 0,-13 9 0,2-19 0,-14 11 0,-1-21 0,-11 2 0,-1-7 0,-2-5 0,13-17 0,6-3 0,18-6 0,5-4 0,7 4 0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14:40.75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0 227 24575,'12'26'0,"-1"5"0,1 34 0,1-4 0,0 13 0,1-10 0,-5-13 0,2-5 0,-7-18 0,-1-10 0,-3-18 0,0 0 0,0-25 0,0-3 0,0-21 0,0-4 0,0-8 0,4-1 0,0-9 0,7 16 0,-3-4 0,10 13 0,-5 8 0,8 4 0,-1 8 0,3 6 0,-1 2 0,8 6 0,1-2 0,7 9 0,-3-6 0,-5 11 0,-7-4 0,2 14 0,5 10 0,12 19 0,22 24 0,-11-1 0,-17-19 0,0 2 0,-1-1 0,-2-1 0,25 37 0,-25-36 0,-2-1 0,8 26 0,-4-10 0,-9-6 0,-8-15 0,-6-14 0,-4-2 0,-1-13 0,-10-3 0,5-6 0,-5 0 0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14:41.10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16 24575,'55'-3'0,"10"2"0,-17-3 0,8 4 0,-4 0 0,-9 0 0,-5 0 0,-15 0 0,-9 0 0,-3 0 0,-2 0 0,12 0 0,-11-3 0,4 2 0,-10-2 0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14:41.99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0 407 24575,'15'4'0,"1"0"0,-1 0 0,0 7 0,3 0 0,2 9 0,3 3 0,-1 4 0,1-3 0,-3-1 0,-5-5 0,-1-6 0,-9-1 0,2-13 0,-11-13 0,-7-23 0,-1-3 0,-14-13 0,-1-3 0,2 8 0,-1-12 0,11 18 0,6-3 0,2 5 0,18 3 0,5 7 0,14 1 0,11 11 0,-1 4 0,11 4 0,-8 7 0,6 0 0,-7 8 0,-14-4 0,-10 7 0,-11 1 0,-7 4 0,0 17 0,-11 10 0,-8 26 0,-5-1 0,-3 11 0,8 1 0,0-12 0,7 7 0,1-17 0,7-7 0,0-9 0,4-15 0,4-12 0,0-7 0,3-4 0,11 0 0,-1 0 0,6 0 0,-5 0 0,-6 0 0,-1 0 0,0 0 0,-3 0 0,3 0 0,4 0 0,-3 0 0,7 3 0,-11 1 0,-1 1 0,-7-2 0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14:43.01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 24575,'15'0'0,"7"0"0,25 10 0,-1-4 0,28 12 0,-3-6 0,-7 0 0,6-4 0,-3 2 0,-7-8 0,22 8 0,7-2 0,3 0 0,-39 2 0,1 0 0,-3-3 0,-2 0 0,39 11 0,-12-6 0,-27-7 0,-22-2 0,-9-3 0,-7 0 0,-3 0 0,0 0 0,-5 0 0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14:43.70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208 41 24575,'-3'31'0,"-5"16"0,0-1 0,-7 14 0,7-6 0,-7-7 0,10-2 0,-2-13 0,7-16 0,-3-7 0,-5-29 0,-7-4 0,-8-22 0,2 3 0,-4-5 0,8 6 0,2 3 0,7 5 0,5 8 0,10 7 0,4-3 0,16 6 0,7-3 0,12 8 0,7 3 0,-3 1 0,3 6 0,-8-2 0,-6 6 0,-9 2 0,-4 2 0,-10 4 0,6-2 0,-3 12 0,-3 0 0,2 10 0,-13 6 0,1 2 0,-9 8 0,-15 6 0,-3-9 0,-17 5 0,-4-8 0,-1-5 0,-7-2 0,-3-4 0,12-9 0,4-6 0,18-5 0,8-9 0,3 3 0,1-4 0,2-7 0,2 2 0,3-6 0,0 7 0,0 0 0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14:44.78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58 1 24575,'4'12'0,"3"26"0,-6 1 0,-1 32 0,-5 6 0,1-9 0,-4 14 0,3-15 0,-1-9 0,3-17 0,3-30 0,0-15 0,-7-25 0,2-4 0,-6-23 0,3-11 0,4 10 0,0-31 0,15 24 0,-2 3 0,9 15 0,-6 30 0,-1 5 0,-3 8 0,9 16 0,4 15 0,23 22 0,13 26-436,-22-41 0,3-1 436,6 7 0,2-4 0,43 7 0,-15-10 0,-15-20 0,-29-16 0,-11-3 0,-5-21 0,-2-8 0,0-9 0,-1-6 0,0 0 0,-3 6 872,3 2-872,-7 7 0,3 10 0,-6 6 0,2 7 0,-3 3 0,-3 4 0,2-3 0,-6 6 0,3-2 0,-4 0 0,4-2 0,4 1 0,1 1 0,2 3 0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14:45.25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39 33 24575,'0'16'0,"-7"16"0,-1 8 0,-4 32 0,4-14 0,5 15 0,6-29 0,1-2 0,7-22 0,-6-6 0,5-14 0,-2-6 0,4-7 0,3-13 0,4-11 0,-3-6 0,-1 0 0,-4-4 0,-4 11 0,-2-2 0,-2 1 0,-7 6 0,0 1 0,-3 7 0,-1 4 0,-3 11 0,2 1 0,-2 7 0,3 0 0,-3 4 0,-1 3 0,0 5 0,5 4 0,3-4 0,4-5 0,0-3 0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14:46.00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31 239 24575,'0'40'0,"-3"12"0,-1 12 0,-4 6 0,0-12 0,4-13 0,1-9 0,3-27 0,0-13 0,0-9 0,0-29 0,0 7 0,0-24 0,3-4 0,1 13 0,11-15 0,11 9 0,-1 10 0,11-7 0,5 15 0,-7 6 0,13 2 0,-19 15 0,-6 4 0,-7 10 0,-4 9 0,11 18 0,5 10 0,8 14 0,9 3 0,-8-1 0,5 1 0,-4-7 0,-9-4 0,2 0 0,-4-4 0,-9-6 0,4-6 0,-13-7 0,0-7 0,-5-1 0,1-6 0,-7-2 0,2-3 0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14:46.33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84 8191,'43'-4'0,"-3"0"5063,-6 4-5063,7 0 2818,-5 0-2818,8 0 1719,-12 0-1719,-6 0 6784,-7-3-6784,-8-1 0,-3-4 0,-1-3 0,1 3 0,-1-3 0,4 0 0,-2 2 0,-2 2 0,-3 3 0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14:47.35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1 166 24575,'12'0'0,"-1"4"0,-4-3 0,1 9 0,3 12 0,-3 7 0,7 20 0,0 1 0,1 1 0,2 5 0,-3-5 0,1-11 0,-5-4 0,-3-19 0,-5-3 0,-3-13 0,-6-22 0,-3-12 0,-6-20 0,-8-14 0,6 14 0,-1-13 0,7 17 0,10-1 0,12 4 0,26 2 0,4 15 0,29-4 0,0 13 0,2 6 0,-1 0 0,-15 13 0,-23-2 0,-5 3 0,-20 0 0,-4 3 0,3 5 0,-7 7 0,4 8 0,-4 5 0,-7 9 0,-8 3 0,-6 9 0,-16 5 0,12-7 0,-12 6 0,10-11 0,-1 1 0,9-5 0,4-7 0,11-8 0,1-8 0,9-7 0,3-1 0,13-3 0,8 1 0,16-2 0,-3-6 0,9-2 0,-17-6 0,-8 3 0,-9 0 0,-10 5 0,-4 3 0,-1 0 0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15:05.65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434 0 24575,'0'12'0,"0"30"0,-4 7 0,0 22 0,-6-18 0,-1 3 0,-7 34-636,-4-12 0,-1 0 636,-4 16-670,4-27 1,-2 2 669,1-5 0,-1-1 0,0-7 0,0 1-268,-4 15 0,2-4 268,-8 5 0,5 7 0,10-28 0,5-2 853,7-29-853,5-16 1679,6-34-1679,1-23 0,4-16 0,-3 17 0,1-1 0,2-34 0,0 23 0,-5 28 0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15:06.30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 24575,'12'0'0,"2"3"0,8 19 0,-4 0 0,24 36 0,8 28 0,-1-8 0,-15-25 0,1 3 0,-5-5 0,0-1 0,23 29 0,-13-14 0,-2 0 0,8 5 0,6 14 0,-15-22 0,-4-4 0,-7-8 0,2 1 0,-12-20 0,-5-7 0,0-5 0,-6-8 0,1 0 0,-1-3 0,-1 3 0,-1-6 0,-3-2 0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15:06.78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0 122 24575,'12'-8'0,"2"0"0,8 1 0,-8 3 0,34-3 0,-6 3 0,46-7 0,-18 2 0,21-2 0,-25 0 0,2-4 0,-17 2 0,-21 3 0,-16 6 0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15:07.77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91 79 24575,'8'49'0,"3"6"0,0 27 0,1-5 0,2 16-907,2 3 907,3-8 0,0 4 223,3-19-223,-9-22 0,1-13 0,-9-26 0,-2-10 0,-7-23 684,-3-3-684,-9-24 0,-3 0 0,-8-15 0,0 5 0,-4-9 0,1-2 0,-1 0 0,3 4 0,9 9 0,4 10 0,11 8 0,11 5 0,9 2 0,21 4 0,13-2 0,25 5 0,11 0-444,-35 13 1,2 1 443,3 3 0,-1 1 0,23-4 0,-17 7 0,-40 3 0,-16 4 0,1-4 0,-5 14 0,3 6 0,-8 15 887,-4 7-887,0 8 0,-7-3 0,7 9 0,-7-8 0,0 5 0,-11 0 0,-6-5 0,-10 5 0,6-7 0,6-7 0,11-12 0,14-12 0,10-12 0,17-3 0,19 0 0,14 0 0,26-3 0,-9-1 0,10-1 0,-21 2 0,-11 3 0,-16 0 0,-16 0 0,-3 0 0,7-3 0,9-1 0,-9-1 0,-2 2 0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15:09.84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54 24575,'8'-5'0,"3"-1"0,7 1 0,2 1 0,13-3 0,5 3 0,5-3 0,-1-1 0,-11 4 0,-13 0 0,-7 4 0,-3 0 0,-1 0 0,-2 0 0,-2 0 0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15:10.32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84 24575,'19'0'0,"20"-7"0,5 5 0,24-11 0,1 8 0,6-6 0,-16 3 0,-3 1 0,-28 2 0,-7 2 0,-14 3 0,1-3 0,3 2 0,4-3 0,4 4 0,7-3 0,-2-1 0,-5 0-1696,-4 0 0,-11 4 0,-1 0 0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15:11.03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0 24575,'4'8'0,"3"3"0,0 18 0,8 25 0,1 21 0,-4-25 0,1 4-749,1 8 1,-1 1 748,-1 4 0,0 1 0,4 6 0,0 1-762,-6 3 1,0 1 761,7 4 0,2 3 0,-7-19 0,0 3 0,0 0 0,2 1 0,1-1 0,-1-2 0,4 26 0,0-4 0,-2-7 0,0-6-173,-5-23 1,1-3 172,9 39 0,-6-26 0,-4-22 1003,-3-19-1003,-4-8 1958,-1-14-1958,-3-2 404,-3-7-404,2-10 0,-6-9 0,6-8 0,-2 11 0,3 7 0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15:12.22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0 175 24575,'3'-12'0,"2"1"0,9 0 0,9-4 0,18-4 0,13-1 0,24 2 0,-24 7 0,4 2-974,5 1 1,6 1 973,27-4 0,4 2 0,-20 5 0,-1 2 0,1-2 0,-6 1 0,6 3 0,-47 3 0,-23 5 0,-10 1 0,-14 15 0,-6 1 0,-19 13 1947,-4 4-1947,-3-2 0,0 5 0,0-6 0,-3 3 0,5-7 0,-8-1 0,12-10 0,-9 2 0,10-10 0,1 6 0,7-9 0,11 1 0,9-6 0,8 0 0,3-1 0,10 8 0,6-2 0,14 12 0,8-4 0,-2 5 0,-3-3 0,-7 0 0,-6 1 0,-2 5 0,-2 6 0,-1 8 0,-4 6 0,-3-2 0,-8 3 0,-11-8 0,-5-7 0,-14-12 0,-9-8 0,-11-11 0,-8-4 0,-7-11 0,10 2 0,-1-12 0,13 8 0,8 2 0,12 4 0,8 7 0,11-4 0,-3 4 0,6-7 0,-2 3 0,10-4 0,8 0 0,15-3 0,12 3 0,-16 0 0,-2 5 0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15:12.84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265 8 24575,'-7'-4'0,"-5"0"0,4 4 0,-7 0 0,-3 14 0,-6 3 0,-4 21 0,2 8 0,6 8 0,8 4 0,16 9 0,15-7 0,19 5 0,22-15 0,17-4-1003,14-18 1003,-23-17 0,1-3 0,-12-6 0,-1-4 0,5-3 0,-4-6 0,11-19 0,-38-9 0,-15-6 0,-19-7 0,-18 1 0,-10-2 1003,-25 7-1003,2 8 0,-6 8 0,-3 7 0,8 8 0,-4 8 0,3 3 0,-1 4 0,-7 0 0,-4 7 0,9-2 0,4 10 0,18-3 0,10 0 0,13-1 0,8-4 0,7-2 0,0-2 0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15:13.52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 24575,'7'29'0,"-2"6"0,16 29 0,-4 10 0,5 15-955,0 6 955,-12-46 0,0 2 0,2 7 0,0 0 0,0-6 0,-1 0 0,2 6 0,-1-2 0,7 30 0,3 4 0,-3-12 234,4-5-234,-4-11 0,0-13 0,-7-14 0,-1-8 0,-4-12 0,-6-14 721,-2-20-721,-6 4 0,2-6 0,2 18 0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15:13.87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92 24575,'15'0'0,"7"0"0,15 0 0,21 0 0,15 0 0,14-4-753,4 0 753,8-7 0,-10-1 0,-7-3 186,-28 3-186,-23 1 0,-18 4 0,-13-1 0,0 4 0,0 1 0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15:14.39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0 24575,'12'23'0,"-5"-10"0,7 29 0,-2-1 0,11 31 0,0 6 0,0 6 0,3 7-930,-3-1 930,7 5 0,-7-7 0,4 5 0,-5-15 0,-6-4 97,-1-24-97,-4-12 0,-6-19 0,1-11 0,-6-9 0,0-10 697,0-11-697,0-9 34,0 6 0,0 4 0,0 17 0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15:15.22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16 24575,'15'0'0,"14"-4"0,10 4 0,18-7 0,18 6 0,3-2 0,12 3-417,-38 0 0,2 0 417,-3-1 0,0 2 0,4 1 0,-2 2 0,30 5 0,-25 3 0,-28-1 0,-17-3 0,-13 6 0,0 9 834,-13 9-834,-8 10 0,-17-3 0,-8 3 0,-15-4 0,-2-3 0,-9-4 0,16-5 0,15-9 0,22-3 0,12-6 0,14 3 0,-2-3 0,19 10 0,11 2 0,27 9 0,1 2 0,6 1 0,-22-4 0,-17-9 0,-12-1 0,-14-2 0,-1 7 0,-10 4 0,-8 4 0,-16 3 0,-11-3 0,-12 7 0,-4-10 0,-10 2 0,12-10 0,-7-5 0,23-4 0,6-7 0,15-4 0,8-4 0,6-3 0,5-4 0,11-8 0,-5 9 0,4-4 0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15:15.61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0 24575,'11'5'0,"0"5"0,-3-2 0,-1 14 0,-2-1 0,1 5 0,-1-2 0,-1-1 0,3-4 0,-7-3 0,11-5 0,-6-4 0,9-2 0,-2-2 0,3-3 0,-7 0 0,-1 0 0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15:16.12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612 1 24575,'-8'16'0,"-16"22"0,-1 8 0,-21 32-887,22-32 0,-2 2 887,1 0 0,-1 0 0,-3 6 0,0-1 0,0-3 0,1-1 0,-1 2 0,-1 0 0,1-8 0,1-1 574,-22 42-574,7-24 0,9 0 293,11-21-293,7-12 0,9-16 0,3-15 907,4-21-907,4-7 0,-4 6 0,4 6 0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15:16.50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0 24575,'20'4'0,"-2"4"0,-6-3 0,9 19 0,3 4 0,10 15 0,4 7 0,-3-1 0,-2-2 0,-2 3 0,3-1 0,0 2 0,7-1 0,8 3 0,-5-6 0,4-8 0,-20-9 0,-6-18 0,-14-2 0,-2-9 0,-5 2 0,2-3 0</inkml:trace>
</inkml:ink>
</file>

<file path=ppt/ink/ink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15:16.81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0 24575,'12'0'0,"-1"4"0,-4 0 0,-2 4 0,1 3 0,-1 4 0,6 8 0,-3 4 0,3 1 0,-3-2 0,-1-6 0,-3-1 0,13-1 0,4-1 0,-4-5 0,0-6 0</inkml:trace>
</inkml:ink>
</file>

<file path=ppt/ink/ink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15:17.85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0 24575,'4'22'0,"3"2"0,12 28 0,4 10 0,-3-12 0,1 4-948,-1 0 1,0 2 947,6 16 0,1 4 0,-1-1 0,-1-1 0,-3-2 0,1 1 0,4 13 0,0-4 0,-12-27 0,0-2 228,3 5 0,-1-4-228,-2 3 0,-4-23 0,-3-15 0,-4-12 0,-1-3 0</inkml:trace>
</inkml:ink>
</file>

<file path=ppt/ink/ink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15:18.23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0 117 24575,'73'-11'0,"14"6"0,-29-1 0,3-1-901,5 3 1,0-1 900,-6-1 0,-2-3 0,2 0 0,-5-2 582,10-5-582,-18 2 74,-36 4 1,-7 9-1,-4-2 1</inkml:trace>
</inkml:ink>
</file>

<file path=ppt/ink/ink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15:18.66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17 0 24575,'0'33'0,"0"18"0,-4 17 0,2-17 0,0 0 0,-2 24 0,2-18 0,0 2-714,2-9 1,0 1 713,0 9 0,0 1 0,0-1 0,0 1 0,3 2 0,1-1 0,1-8 0,2-2 0,0 0 0,2-1 464,9 25-464,-2-28 236,-8-15-236,-1-19 0,-7-13 0,0-15 727,3-14-727,1-1 0,1 8 0,-2 14 0</inkml:trace>
</inkml:ink>
</file>

<file path=ppt/ink/ink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15:19.47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9 24575,'24'0'0,"24"-4"0,8 3 0,36-2-618,-38 3 1,0 0 617,39 0 403,-10 0-403,-44 3 205,-14-2-205,-18 13 0,-3 9 0,-10 16 627,-11 12-627,-20 6 0,-7-3 0,-13 4 0,-1-5 0,3-6 0,2-5 0,4-8 0,16-10 0,4-5 0,24-11 0,3-2 0,25 6 0,13 7 0,25 5 0,15 6 0,16-1 0,-13 2 0,-2 1 0,-32-5 0,-22-3 0,-10 1 0,-18-1 0,-7 7 0,-16 0 0,-14-4 0,2-1 0,-2-6 0,12-1 0,3-11 0,11-1 0,2-7 0,6 0 0,0 0 0,4 0 0,0 0 0</inkml:trace>
</inkml:ink>
</file>

<file path=ppt/ink/ink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15:20.05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50 24575,'10'-11'0,"3"3"0,30 1 0,8 3 0,22-4 0,-11 1 0,-20 3 0,-27 4 0,-27 11 0,-2-5 0,-21 21 0,9-6 0,-15 21 0,2 1 0,4 0 0,5-1 0,6-4 0,9-3 0,7-4 0,5-5 0,3-6 0,7-5 0,5 3 0,7-5 0,10-1 0,6 2 0,7-9 0,0 2 0,-7-3 0,-9-4 0,-11 0 0,6-7 0,-1-1 0,24-11 0,-7 6 0,-5 2 0,-16 8 0</inkml:trace>
</inkml:ink>
</file>

<file path=ppt/ink/ink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15:20.48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219 0 24575,'0'43'0,"0"20"0,0-9 0,0 7-1778,-1 9 0,-1 3 1778,-4 13 0,-1 4-880,1-24 1,0 1-1,0 2 880,-3 11 0,0 1 0,0-3 0,-2 15 0,1-5 336,-3 7 0,2-10-336,-2-3 0,-2-22 0,8-26 1496,-1-18-1496,0-13 3143,1-7-3143,-4-20 884,-5-8-884,3-8 0,2 13 0,8 13 0</inkml:trace>
</inkml:ink>
</file>

<file path=ppt/ink/ink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15:20.81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 24575,'8'3'0,"12"8"0,4 16 0,21 15 0,30 20 0,1 1 0,-25-30 0,3 0-588,0 2 0,0-2 588,-4-9 0,0-1 0,-1 4 0,-3-3 287,11-3-287,-23-4 0,-16-12 0,-4 2 0,-8-7 0,4 4 0</inkml:trace>
</inkml:ink>
</file>

<file path=ppt/ink/ink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15:21.29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0 8191,'42'0'0,"3"0"5063,-10 0-5063,-1 3 2818,-15 2-2818,-8 2 0,-4 1 1719,-3 10-1719,0 3 6784,0 13-6784,-4 8 0,0 4 0,7 5 0,4 2 0,5-13 0,3 4 0,-1-16 0,-2-1 0,3-12 0,-7-7 0,-1-1 0,-4-6 0,-2-1 0,1-1 0,2-9 0,4-2 0,13-4 0,10-9 0,14 1 0,-18 7 0,-4 4 0</inkml:trace>
</inkml:ink>
</file>

<file path=ppt/ink/ink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15:21.87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 24575,'35'0'0,"12"0"0,-11 0 0,-2 0 0</inkml:trace>
</inkml:ink>
</file>

<file path=ppt/ink/ink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15:22.18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8 24575,'8'-4'0,"6"1"0,-5 3 0,2 0 0,-7 0 0</inkml:trace>
</inkml:ink>
</file>

<file path=ppt/ink/ink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15:22.42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4 24575,'7'-4'0,"8"4"0,-9 1 0,4 3 0</inkml:trace>
</inkml:ink>
</file>

<file path=ppt/ink/ink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15:29.72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0 24575,'7'31'0,"1"13"0,-4 21 0,0 11 0,-4 21-933,0 1 933,3-1 0,-3-41 0,1 0 0,5 42 0,-4-48 0,1 0 0,2 5 0,1-2 0,2 39 0,1-39 0,0-1 0,3 37 72,4-25-72,-5-13 0,-11-35 0,-1-6 0,-13-10 0,1-3 174,-2-11 1,7 7 0,5-7 0</inkml:trace>
</inkml:ink>
</file>

<file path=ppt/ink/ink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15:30.60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53 8191,'15'-7'0,"7"-1"5063,-2 4-5063,6-3 2818,7 3-2818,26-7 0,16 6 0,24-2 0,-17 7 0,10 5 0,-21 3 1719,-14-1-1719,-18 3 6784,-32-6-6784,0 7 0,-6 5 0,-8 10 0,-19 9 0,-11 8 0,-13 3 0,4-3 0,7-5 0,8-7 0,16-12 0,8-4 0,7-7 0,0-1 0,4 4 0,7 1 0,11 14 0,9-1 0,7 16 0,0-2 0,-10 0 0,-6-5 0,-14 0 0,-5-6 0,-10 9 0,-12 5 0,-9-2 0,-17 9 0,1-6 0,-5 3 0,0-3 0,-2-5 0,1-11 0,7-11 0,9-6 0,14-9 0,9-1 0,8-4 0,6-4 0,8-3 0,5 6 0,10-9 0,-12 13 0,-1-6 0</inkml:trace>
</inkml:ink>
</file>

<file path=ppt/ink/ink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15:31.25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 24575,'12'7'0,"2"-2"0,-5 13 0,2 1 0,0 12 0,-3 4 0,3 0 0,-3-1 0,-1 4 0,4 1 0,-6 7 0,5-7 0,-5-5 0,2-14 0,-3-16 0,0-5 0,3-17 0,-6 12 0,6-4 0</inkml:trace>
</inkml:ink>
</file>

<file path=ppt/ink/ink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15:31.67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 24575,'7'12'0,"8"23"0,-6-5 0,9 34 0,-6 11 0,-1-11 0,4 12 0,-7-39 0,0-14 0,-5-17 0,-3-17 0,3 3 0,-2 0 0,3 5 0</inkml:trace>
</inkml:ink>
</file>

<file path=ppt/ink/ink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15:32.32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197 0 24575,'4'8'0,"3"10"0,-3 9 0,0 26 0,-4 34 0,-8-1 0,1-13 0,-1 5-751,-1-15 1,-2 1 750,-1 15 0,0 2 0,-2 2 0,1-4 0,2-22 0,0-1 0,-1 9 0,2-3 0,-2 20 0,-3 16 0,10-22 0,-2-18 0,7-19 0,-3-33 0,-2 0 0,-2-10 0,-1-10 1501,0-5-1501,4-19 0,1 9 0,3 3 0,0 16 0</inkml:trace>
</inkml:ink>
</file>

<file path=ppt/ink/ink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15:32.72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0 24575,'11'8'0,"18"17"0,0-3 0,26 29 0,16 11 0,-12-8 0,-11-12 0,0-1 0,10 9 0,-1 1 0,-15-12 0,-18-15 0,3 3 0,9 13 0,-14-17 0,10 13 0,-12-16 0,12 6 0,-6-5 0,0-2 0,-12-12 0,-10-7 0,13-7 0,-3-2 0,2 2 0,-6 3 0</inkml:trace>
</inkml:ink>
</file>

<file path=ppt/ink/ink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15:33.17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 24575,'8'7'0,"-1"4"0,1 8 0,-1 9 0,1 13 0,-1 0 0,1 0 0,-4-10 0,0-11 0,-4-6 0,0-9 0,0-2 0</inkml:trace>
</inkml:ink>
</file>

<file path=ppt/ink/ink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15:33.57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 24575,'15'0'0,"0"3"0,0 8 0,4 12 0,-3 9 0,-1 10 0,3 7 0,-5 3 0,5 5 0,-6-4 0,-1-6 0,-4 2 0,-2-6 0,1-1 0,2 10 0,11 3 0,-6 1 0,8 3 0,-12-8 0,-2-11 0,-4-14 0,-3-16 0</inkml:trace>
</inkml:ink>
</file>

<file path=ppt/ink/ink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15:47.41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1025 24575,'11'-3'0,"4"-1"0,-4-7 0,1 6 0,16-19 0,14 3 0,-1-5 0,2-3 0,38-20 0,-22 15 0,2-1-1214,-11 2 0,1 1 1214,6-1 0,2 1 0,3-5 0,1 1 0,-3 2 0,2-1 0,8-1 0,-1 0 0,-9 1 0,-2 1 0,0 3 0,-4 2 737,19-20-737,-6 5 0,-27 12 0,-4-1 409,-17 10-409,-3 3 0,-6 5 0,-2 1 1251,0 2-1251,3-3 31,-3 3-31,3-2 0,-3 5 0,-4-2 0,-1 7 0,-3 1 0</inkml:trace>
</inkml:ink>
</file>

<file path=ppt/ink/ink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15:47.96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47 319 24575,'12'44'0,"-5"0"0,0-5 0,-3 7 0,4-6 0,-4 1 0,3-14 0,-3-4 0,0-14 0,0-7 0,-4-23 0,-11-20 0,2-8 0,-13-21 0,2 5 0,1 3 0,3-1 0,8 16 0,5 6 0,13 4 0,10 6 0,24-3 0,11 7 0,28 3 0,4 12 0,7 3-351,-34 8 1,-1 2 350,22 6 0,8 2 0,-52 6 0,-11 4 0,-11 4 0,-3 8 0,-5 7 701,0 8-701,-6 4 0,2 4 0,-10 0 0,-1 0 0,-11-1 0,0-2 0,-8 5 0,-4-12 0,-7 8 0,-12-9 0,-4-4 0,20-15 0,6-10 0</inkml:trace>
</inkml:ink>
</file>

<file path=ppt/ink/ink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15:48.97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 24575,'19'3'0,"3"8"0,-1-1 0,17 14 0,15 7-1082,-6-5 1,6 2 1081,14 8 0,9 4-1046,0-3 0,7 2 1,-1 0 1045,-5-3 0,-2 1 0,4 1 0,-5-4 0,3 3 0,-1-1 0,-5-2 0,-3-1 0,-5-3 0,0 1-381,27 15 0,-8-4 381,-32-18 0,-7-3 0,8 7 0,-23-21 1259,-17-11-1259,-3-4 944,3-3 0,-6 7 0,-2 0 0</inkml:trace>
</inkml:ink>
</file>

<file path=ppt/ink/ink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15:49.62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128 1 24575,'7'4'0,"-3"6"0,0 6 0,-4 14 0,0 3 0,3 15 0,-2-2 0,2 12 0,-3 0 0,-3 10 0,-1-19 0,-4 3 0,4-21 0,0-8 0,4-14 0,-3-14 0,2-11 0,-9-16 0,1-11 0,-10-11 0,0-6 0,-4 2 0,3 5 0,5 11 0,7 15 0,11 13 0,2 11 0,27 3 0,11 3 0,51 10 0,-15 0 0,-21-2 0,1 2 0,34 13 0,-1 9 0,-17 1 0,-29 4 0,-20-8 0,-11 9 0,-7 5 0,-8 5 0,-11 6 0,-9-3 0,-14 0 0,-2-7 0,-9-5 0,6-15 0,4-8 0,1-8 0,14-7 0,-2 0 0,-4-18 0,5 1 0,-16-24 0,2-15 0,6 9 0,0-31 0,24 1-1696,-1 24 0,9-3 0,-3 49 0</inkml:trace>
</inkml:ink>
</file>

<file path=ppt/ink/ink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15:50.27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373 0 13853,'-57'16'0,"-1"-1"0,8-4 0,3 2 4379,-17 19-4379,21-10 1859,12 8-1859,13-11 1019,14 7-1019,14 5 3465,13 8-3465,26 10 0,20 5-505,-28-25 0,2 0 505,7 5 0,2 0 0,-2-3 0,-2 0 0,-4-1 0,-3 1 0,27 20 0,-33-12 0,-9-2 0,-15 1 0,-7-2 0,-4 6 0,-11-7 0,-6-8 1010,-6-8-1010,-3-12 0,-8-3 0,-12-11 0,-16-12 0,-1-8 0,-8-15 0,12 0 0,5-3 0,16 2 0,8-1 0,17 15 0,3 7 0,10 15 0</inkml:trace>
</inkml:ink>
</file>

<file path=ppt/ink/ink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15:50.66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0 24575,'8'8'0,"9"10"0,-4 12 0,6 21 0,0 18 0,-4 18 0,-3-3 0,2 6 0,-2-14 0,0-13 0,-1-6 0,-4-26 0,-3-8 0,0-12 0,-4-4 0,3-2 0,-2 1 0,2-5 0,-3 3 0</inkml:trace>
</inkml:ink>
</file>

<file path=ppt/ink/ink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15:53.27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0 256 24575,'29'0'0,"-11"0"0,62 0 0,-14 0 0,6 0 0,8 0 0,-3 0 0,1 0 0,-3 1 0,0-2-1078,6-2 0,-3-1 1078,-23 0 0,-3 0 0,35-5 0,-22-4 692,-41 11-692,-10-8 356,-4 3-356,2-15 0,4 1 0,3-9 1108,-4 4-1108,-7 6 0,2 1 0,-9 8 0,6 7 0,-3 7 0,4 3 0,13 22 0,-3-6 0,11 16 0,-10-11 0,-3-11 0,-9-9 0,-7-11 0,-4-17 0,-7 3 0,-1-15 0,-4 6 0,1 4 0,7 1 0,1 10 0,13-3 0,23 7 0,35 0 0,16 5 0,-24 6 0,1 1 0,30 1 0,-3 6 0,-37-3 0,-22-1 0,-18 1 0,-7 0 0,-18 6 0,-6-1 0,-33 9 0,-9 1 0,-5 1 0,3 3 0,7-1 0,21-5 0,-1 4 0,22-8 0,3 5 0,5-3 0,7-2 0,1-6 0,3-8 0</inkml:trace>
</inkml:ink>
</file>

<file path=ppt/ink/ink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15:51.54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112 452 24575,'0'97'0,"0"-28"0,-1-7 0,-1-4-9831,1-18 9086,-6 32 0,-3 1 3563,3-26-2818,-11 34 1719,11-55-1719,2-23 0,-1-17 0,-2-13 6784,-1-32-6784,-5-8 0,9-32 0,-1 46 0,1 0 0,5-44 0,3 4 0,5 36 0,8 16 0,-1 21 0,0 7 0,7 12 0,8 11 0,19 21 0,13 24 0,-25-20 0,5 3-797,17 12 1,4 0 796,-5-5 0,3-2 0,12 4 0,2-5 0,-3-10 0,-3-8 0,-18-9 0,-2-6 0,43-8 0,-41-50 0,-19-22-577,-15 21 0,-3-6 577,-6-13 0,-4-2 0,1 13 0,-2 0-174,-2-7 0,-2 2 174,-2-24 0,-1 12 1466,-4 20-1466,4 14 0,-3 23 0,3 10 1227,-4 5-1227,-3-1 402,2 4-402,-2-4 0,4 4 0,-1-3 0,4 2 0,0-2 0</inkml:trace>
</inkml:ink>
</file>

<file path=ppt/ink/ink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15:51.96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9 0 15103,'-4'80'0,"3"8"1826,-1-22 0,1 2-1826,6-9 0,2 1 0,-3 24 0,6 5-421,14 7 1,5-1 420,-10-21 0,3-1 0,10 12 0,3-9 1429,11-7-1429,-7-34-3339,-13-18 3339,-12-24 143,7-32-143,4-31 0,-9 18 0,-1-4 638,-1 1 1,-2-2-639,-5 3 0,-2 0 0,2-2 0,-2 2 0,-4-37 0,4-1 0,-9 13 0,0 30 0,-7 4 6603,3 26-6603,-4 8 0,1 7 0,-1 1 548,-10 3-548,2 0 0,4 0 0,5 0 0</inkml:trace>
</inkml:ink>
</file>

<file path=ppt/ink/ink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15:55.09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1 672 24575,'19'-8'0,"0"4"0,10-6 0,33-2 0,5-4 0,-11 4 0,2 0-705,33-4 705,-34 4 0,-2-1 0,24-3 174,-22-1-174,-28 6 0,-15-7 0,-5-22 0,2-6 0,-7-17 0,-1 3 531,-3 2-531,0 4 0,-3 13 0,2 18 0,1 22 0,14 24 0,7 17 0,9 17 0,4 8 0,-10-5 0,1 4 0,-4 8 0,-8-10 0,-1 7 0,-5-19 0,-6-12 0,2-14 0,-3-13 0,0-11 0,0-18 0,0-2 0,-3-17 0,-2-9 0,-6-11 0,3-5 0,-3-2 0,0 0 0,5 19 0,0-1 0,6 19 0,0 0 0,3 4 0,-2 5 0,6 3 0,-3 3 0,3 1 0,1 3 0,0 4 0,-1-3 0,1 6 0,-4-5 0,-4-2 0,-1 0 0,-6-7 0,6 4 0,-5-5 0,1 1 0,1 0 0,-3 0 0,6 3 0,-2 1 0,13 14 0,6 2 0,28 20 0,11 4 0,-12-6 0,3 2 0,31 16 0,11 5 0,-23-12 0,-21-14 0,-12-5 0,-18-8 0,-5-7 0,2 4 0,-7-1 0,-1 2 0,-3 2 0,0 4 0,-3 1 0,-8 10 0,-5-1 0,-11 12 0,-7-1 0,-2 6 0,-9-6 0,6 1 0,0-12 0,9 1 0,6-10 0,9-5 0,4-3 0,7-4 0,0 0 0</inkml:trace>
</inkml:ink>
</file>

<file path=ppt/ink/ink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16:05.93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54 24575,'40'0'0,"10"3"0,0-2 0,3-1 0,22 4 0,-17-7 0,0-1 0,22-1 0,-15-6 0,3 3 0,-29 1 0,-15-1 0,-3 4 0,-14 0 0,12 4 0,18 0 0,34 0 0,-1 0 0,22 0 0,-17 0 0,-15 0 0,-12-3 0,-29 2 0,-12-2 0</inkml:trace>
</inkml:ink>
</file>

<file path=ppt/ink/ink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15:45.66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208 0 24575,'-1'69'0,"-1"0"0,-5-3 0,-2 5 0,3 2 0,-1 7 0,-2 1-1034,-4 13 1,-3 1 0,2-4 1033,-1 8 0,2 0-515,0-16 1,0 3 0,2-9 514,2-12 0,2-6 0,-1 0 0,0-4 1051,-3 36-1051,3-33 0,4-16 0,1-20 361,6-17 0,-2-3 0,2-5 1</inkml:trace>
</inkml:ink>
</file>

<file path=ppt/ink/ink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15:46.40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264 1 24575,'-8'15'0,"-3"28"0,-24 48-1492,22-43 1,-1 4 1491,-13 27 0,-1 6 0,9 0 0,1 0 0,-1-12 0,2 0 0,1 7 0,4-5 543,0 17-543,5-8 0,4-7 581,2-8-581,-2-11 0,3-16 0,3-12 0,-2-18 0,2-5 0</inkml:trace>
</inkml:ink>
</file>

<file path=ppt/ink/ink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16:10.32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2619 350 24575,'-8'-20'0,"-3"5"0,-4-3 0,-1 6 0,-3-7 0,0 4 0,-1-3 0,-3 5 0,-3-5 0,-2 3 0,-6-1 0,-4-3 0,-1 8 0,-7-4 0,-3 4 0,-6-8 0,-6 3 0,3-6 0,-9 6 0,7 1 0,-15 4 0,15 3 0,-7 4 0,2 1 0,5 6 0,-11 1 0,2 4 0,2 3 0,-15 1 0,3 9 0,-6-5 0,-1 8 0,6-4 0,7 6 0,4 1 0,-3 7 0,19-5 0,-24 17 0,16-5 0,-10 13 0,4 2 0,2 5 0,5 2 0,-4 9 0,11 4 0,9-1 0,-2 13 0,14 7 0,3-13 0,11 10 0,3-5 0,10-7 0,-2 14 0,10-7 0,8 3 0,2-5 0,16 4 0,-8-21 0,12 10 0,-3-12 0,1 0 0,10 2 0,-6-9 0,6-2 0,1-1 0,3-1 0,2 0 0,1-6 0,1 0 0,-9-20 0,4 11 0,-10-16 0,4 3 0,-3-1 0,9 1 0,-8-7 0,24 9 0,-5 2 0,8 2 0,3 8 0,3-10 0,-10 3 0,7-6 0,-16-5 0,0-1 0,2-6 0,8 3 0,-5-4 0,15-3 0,2 6 0,-5-5 0,24 6 0,-22-7 0,9-1 0,-10 0 0,-7-6 0,-4 2 0,-1-7 0,-16 0 0,4 0 0,-6-7 0,-6 2 0,4-9 0,-13 5 0,14-8 0,-9 4 0,13-6 0,-7 4 0,4 3 0,0-5 0,-3 4 0,-1-9 0,-4 3 0,-3-4 0,-1-3 0,-3-5 0,3 0 0,-3 1 0,7 0 0,0 3 0,2 0 0,5-2 0,1 2 0,-6 0 0,4-2 0,-9-2 0,-4-3 0,-1-4 0,-3-10 0,-6 4 0,1-12 0,-3 0 0,-3 1 0,7-15 0,-7 14 0,3-4 0,-7 11 0,0-6 0,-1 0 0,-2-6 0,-1-9 0,-5 11 0,-6-19 0,-4-1 0,2 4 0,-5-10 0,3 2 0,2 11 0,-6-24 0,6 24 0,-4-15 0,-1 15 0,-2 3 0,0 12 0,1 5 0,-3-4 0,5 15 0,-8-13 0,12 25 0,-5-7 0,6 12 0,-3-5 0,-1 5 0,4-2 0,-2 3 0,2 4 0,-4-3 0,1 6 0,0-6 0,-4 6 0,-1-3 0,1 8 0,0 0 0,0 0 0,3 6 0,0-2 0,2 7 0,5-3 0,-2 2 0,4-3 0,-1 4 0,4 0 0,0 0 0</inkml:trace>
</inkml:ink>
</file>

<file path=ppt/ink/ink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16:56.31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123 8 24575,'-23'-4'0,"0"1"0,11 3 0,-2 0 0,5 0 0,-2 7 0,4-2 0,-1 6 0,0-3 0,4-1 0,1 1 0,3 0 0,0 3 0,6 11 0,20 10 0,6 10 0,24 11 0,-12-9 0,1 12 0,-18-19 0,-5 7 0,-7-9 0,-4 3 0,-3 1 0,-5-1 0,-3 1 0,-6-8 0,-6-1 0,-8-10 0,0-2 0,-5-6 0,4-1 0,-5 1 0,3-7 0,10 5 0,-1-9 0,10 2 0,-7-3 0,2-7 0,-2-1 0,7-4 0,1 5 0,3 3 0</inkml:trace>
</inkml:ink>
</file>

<file path=ppt/ink/ink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16:56.81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31 132 24575,'-8'11'0,"1"18"0,2 11 0,-1 25 0,5-2 0,-3 15 0,8-7 0,7-8 0,5-21 0,6-21 0,8-17 0,21-14 0,6-14 0,21-28 0,-9-10-266,-32 24 1,-2 0 265,20-31 0,-10 5 0,-19 7 0,-11 8 0,-8 6 0,-3 6 0,-4 14 531,-4 1-531,-3 7 0,-5 6 0,0 2 0,-13 7 0,11 0 0,-15 0 0,12 0 0,5 0 0,6 0 0</inkml:trace>
</inkml:ink>
</file>

<file path=ppt/ink/ink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16:57.39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9 1 20265,'8'22'0,"3"25"0,-6 4 0,5 44 0,-9-21 0,0-19 0,1 1 0,-2 26 0,-3-32 0,-1 0 2028,-4 27-2028,-8-12 731,8-16-731,1-22 376,10-12-376,2-11 1175,2-12-1175,14-10 0,24-2 0,21 3 0,22 11 0,0 17-442,-1 9 442,-4 14 0,-16-2 0,-15 2 0,-29-11 0,-10 3 0,-12-6 0,-1 14 442,-8-9-442,-4 1 0,-3-7 0,3-4 0,-2-6 0,5-3 0,-5-12 0,-5-3 0,-2-2 0,-5-4 0,6 7 0,1-3 0,4 7 0,3 0 0,-2 1 0,2-1 0,0-11 0,4-4 0,15-5 0,-5 8 0,8 6 0</inkml:trace>
</inkml:ink>
</file>

<file path=ppt/ink/ink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16:57.80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1 265 8191,'7'50'0,"7"10"5063,-1 2-5063,-1 5 0,0 9 0,-4-9 2818,2-14-2818,1-13 1719,-4-28-1719,1-5 6784,-1-14-6784,4-5 0,-2-7 0,-2-14 0,0-6 0,-3-21 0,4-5 0,3-11 0,-3 3 0,10-2 0,-2 13 0,7 5 0,10 6 0,-1 18 0,6-3 0,-8 16 0,-11 9 0,-4 4 0,-11 4 0,3 2 0,-7-6 0,7 3 0,-3-1 0,1 2 0,-2 3 0</inkml:trace>
</inkml:ink>
</file>

<file path=ppt/ink/ink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16:58.33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227 69 8191,'-7'-31'0,"-5"8"5063,1 12-5063,-5 8 2818,-6 10-2818,-5 11 1719,-8 14-1719,0 21 6784,4 2-6784,11 7 0,9-9 0,14-7 0,9-1 0,14-2 0,-1-7 0,18-3 0,-4-10 0,15-3 0,5-1 0,-4-7 0,-2-5 0,-8-3 0,-14-11 0,-1 2 0,-11-6 0,-4 3 0,3-3 0,-5-4 0,12-1 0,-5-2 0,10 3 0,-17 6 0,1 2 0</inkml:trace>
</inkml:ink>
</file>

<file path=ppt/ink/ink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16:58.93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162 0 24575,'-5'21'0,"-12"17"0,4 2 0,-17 26 0,9 0 0,-4-1 0,12-11 0,-2-12 0,11-14 0,-3-7 0,6-13 0,-2 3 0,3-3 0,0 3 0,0 1 0,0 0 0,-4-1 0,4-6 0,-4-2 0</inkml:trace>
</inkml:ink>
</file>

<file path=ppt/ink/ink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16:59.67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293 0 8191,'-41'3'0,"4"2"5063,-15 16-5063,12-3 2818,-2 25-2818,11-9 1719,11 11-1719,6-3 6784,6-6-6784,4 1 0,1-10 0,6 0 0,5-7 0,3 2 0,8-3 0,0 1 0,11 2 0,-6-9 0,9 2 0,1-8 0,1-3 0,0 0 0,-16-4 0,-9 0 0</inkml:trace>
</inkml:ink>
</file>

<file path=ppt/ink/ink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17:00.18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154 0 24575,'-19'0'0,"-4"0"0,0 14 0,3 7 0,-9 34 0,12-8 0,1 38 0,10-34 0,12 17 0,-1-36 0,13-6 0,-5-15 0,9-10 0,7-12 0,10-16 0,14-18 0,11-13 0,-12 3 0,-7 7 0,-20 10 0,-16 15 0,-6 8 0,-4 5 0,-12 9 0,3-6 0,-5 6 0,7-2 0,5 3 0</inkml:trace>
</inkml:ink>
</file>

<file path=ppt/ink/ink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17:00.54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 24575,'20'39'0,"-2"9"0,-3 5 0,7 31 0,-8-36 0,1 3 0,4 4 0,2-1 0,-1-3 0,0-4 0,20 31 0,-10-27 0,-10-18 0,-6-21 0,-6-9 0,-4-4 0,-1-2 0</inkml:trace>
</inkml:ink>
</file>

<file path=ppt/ink/ink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17:01.12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0 24575,'0'27'0,"0"20"0,0 14 0,0-3 0,0-2 0,3-46 0,-2-5 0,3-20 0,-1-7 0,-2 5 0,2-1 0,-6 10 0,2 5 0,-2 3 0</inkml:trace>
</inkml:ink>
</file>

<file path=ppt/ink/ink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17:01.78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 24375,'7'58'0,"-3"-4"0,0-5 100,-1-6-100,-2-5 33,2-14-33,1-9 17,-3-15-17,5-15 50,9-15-50,5-3 0,17-11 0,5 10 0,-6 13 0,4 4 0,-23 17 0,1 0 0,-4 13 0,2 15 0,10 19 0,1 4 0,3 5 0,-3-19 0,-4-8 0,-8-14 0,-4-11 0,-3 0 0,-1-4 0,1 0 0,0-4 0,6-3 0,2-9 0,7-3 0,13-14 0,-10 8 0,14-11 0,-13 9 0,-10 10 0,-4 3 0</inkml:trace>
</inkml:ink>
</file>

<file path=ppt/ink/ink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17:02.06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 1 24575,'-3'30'0,"2"8"0,-3 6 0,8 2 0,10-1 0,16 1 0,23 4 0,20 1-301,-27-28 1,2-4 300,43 12 0,-1-12 0,-29-8 0,-23-7 0,-20-4 0,-15-4 0,1-3 0,-3-1 0,2 4 0,-3 0 0</inkml:trace>
</inkml:ink>
</file>

<file path=ppt/ink/ink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17:02.47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 24446,'16'32'0,"2"8"64,-2 29-64,3 5 0,-4 7 0,0-5 22,-3-7-22,-1-11 11,-4-12-11,-2-15 32,-2-9-32,-3-10 0,0-1 0,-4-6 0,0-2 0,0-3 0,1 0 0</inkml:trace>
</inkml:ink>
</file>

<file path=ppt/ink/ink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17:09.29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162 1 24575,'-12'0'0,"-2"7"0,5-2 0,-9 9 0,-2 9 0,-3 1 0,-1 10 0,9-3 0,4-7 0,3-2 0,4-13 0,1-2 0</inkml:trace>
</inkml:ink>
</file>

<file path=ppt/ink/ink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17:05.32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39 280 24575,'0'39'0,"0"31"0,4-13 0,-4-3 0,0 2 0,7 19 0,-3 11 0,1-28 0,1-17 0,-5-17 0,6-6 0,-6-17 0,2-2 0,-3-6 0,0-4 0,0-1 0,0-10 0,-3-2 0,-1-16 0,-8-3 0,4-14 0,-7-3 0,3-15 0,0 11 0,5-10 0,3 10 0,4 12 0,4-3 0,10 14 0,3 5 0,19-1 0,0 10 0,2 5 0,-1 3 0,-16 11 0,-4 1 0,-9 7 0,0 0 0,-1 3 0,1-2 0,-4 6 0,3-6 0,-6 6 0,9 0 0,-2 12 0,1 12 0,-3 22 0,-9 3 0,-8 12 0,-9 7 0,-7-10 0,-1 13 0,2-19 0,10-12 0,1-7 0,11-23 0,1 1 0,3-10 0,10 0 0,6 3 0,34 7 0,18 8 0,11-2 0,4 0 0,-28-12 0,-14-4 0,-22-5 0,-12-3 0</inkml:trace>
</inkml:ink>
</file>

<file path=ppt/ink/ink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17:05.91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2 289 24575,'-1'-12'0,"2"1"0,6 7 0,8-3 0,11-1 0,2 0 0,9-7 0,-3 4 0,-6-5 0,-2-2 0,-7 2 0,-4-9 0,0 4 0,-3-5 0,-1 3 0,-7 4 0,3-3 0,-6 10 0,2-3 0,-13 18 0,7-1 0,-28 22 0,16-6 0,-25 22 0,8 6 0,4 0 0,6 6 0,11-10 0,7-6 0,0-2 0,11-4 0,1-10 0,11-1 0,7-5 0,5-9 0,7 2 0,-3-7 0,5-3 0,-8-5 0,9 0 0,-10-6 0,3-2 0,-1-3 0,-2 0 0,-10 7 0,-8 5 0</inkml:trace>
</inkml:ink>
</file>

<file path=ppt/ink/ink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17:06.83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415 0 24575,'-39'0'0,"-2"7"0,-1 5 0,-5 15 0,-20 8 0,16 4 0,-11 9 0,30-1 0,8-10 0,14-1 0,17-16 0,8 3 0,12-4 0,11 0 0,4-10 0,0-3 0,3-12 0,-6-3 0,9-9 0,2-12 0,-7 2 0,8-16 0,-16 2 0,0-1 0,-12-2 0,-6 10 0,-11 12 0,4 8 0,-9 15 0,2 15 0,-7 12 0,4 9 0,-4-1 0,4-8 0,0-12 0,4-7 0,0-5 0,3-6 0,-2-1 0,-2-1 0,-3 2 0</inkml:trace>
</inkml:ink>
</file>

<file path=ppt/ink/ink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17:07.19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 24575,'11'18'0,"-3"19"0,7 7 0,-10 14 0,8 16 0,-8-2 0,6 27 0,-3-15 0,-1 7 0,4-11 0,1-6 0,7-2 0,-7-14 0,6-12 0,-10-11 0,0-16 0,-1-8 0,-3-14 0,3-9 0,4-4 0,-5 4 0,0 6 0</inkml:trace>
</inkml:ink>
</file>

<file path=ppt/ink/ink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17:07.43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 8191,'20'31'0,"-2"-4"5063,-3-4-5063,7-1 2818,-8-9-2818,4 5 1719,-11-13-1719,1 5 6784,-1-9-6784,8 6 0,7-3 0,16 0 0,-5 3 0,-7-6 0,-16 3 0</inkml:trace>
</inkml:ink>
</file>

<file path=ppt/ink/ink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17:07.84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131 248 24575,'-11'19'0,"-12"17"0,2 2 0,-9 25 0,10-7 0,5 5 0,7-11 0,5-8 0,6-18 0,2-6 0,2-14 0,4-4 0,11-14 0,9-16 0,16-28 0,-7-7 0,6-22 0,-13 3 0,-6-7 0,-4 5 0,-11 10 0,-4 36 0,-5 13 0</inkml:trace>
</inkml:ink>
</file>

<file path=ppt/ink/ink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17:08.07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0 24575,'4'8'0,"3"7"0,-3 14 0,11 15 0,1 14 0,10 7 0,4 7 0,1-1 0,3 1 0,-7-7 0,-4-14 0,-5-5 0,-6-16 0,-1-7 0,-7-7 0,3-9 0,-3-3 0,14-1-1696,-4-2 0,1 2 0,-9-3 0</inkml:trace>
</inkml:ink>
</file>

<file path=ppt/ink/ink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17:08.49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392 41 22668,'-30'10'0,"-1"6"0,-7 15 0,-4 11 0,-15 15 0,1 3 0,2 11 930,12-15-930,22-10 320,3-20-320,16-11 162,-2-15-162,13-4 0,-4-1 0,21-18 495,1-5-495,21-25 0,-2-5 0,6-10 0,-11 7 0,-4-4 0,-8 12 0,-14 20 0,-6 13 0</inkml:trace>
</inkml:ink>
</file>

<file path=ppt/ink/ink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17:08.75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0 24575,'4'31'0,"3"3"0,1 8 0,0 5 0,7 14 0,0-2 0,-3-5 0,6-2 0,-9-16 0,5 5 0,-6-13 0,3-1 0,-3-12 0,-1-4 0,1-7 0,3 0 0,11-4 0,9 0 0,11-7 0,-6 2 0,-14-2 0,-11 3 0</inkml:trace>
</inkml:ink>
</file>

<file path=ppt/ink/ink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17:11.15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0 284 24575,'47'-11'0,"6"-2"0,-4 6 0,7 2-2740,28-5 0,9 2 2740,-21 5 0,4 2 0,5 0-1202,3-2 1,6-1-1,3 1 1,2-1 1201,-10 2 0,2 0 0,2 1 0,-1-1 0,-2 0 0,13 1 0,-2-1 0,1 0 0,3 0 0,-6 0 0,5 0 0,0-1 0,-3 1 0,-6-1 0,-6-1 0,-5 1 0,-2-1 0,0 0-520,1 1 1,0 0-1,-1-1 1,-4-1 519,8-4 0,-4-1 0,-7 0 0,-2 0 0,-6-1 0,-8-2 0,-6-1 0,6-5 1367,-25 0-1367,-15 11 4213,-4-3-4213,0 11 6784,7-7-6784,9 3 0,15-1 0,11 2 0,-2 3 0,18 0 0,-10 0 0,6 0 0,-5 3 0,-20-2 0,-11 3 0,-18-4 0,-7 0 0</inkml:trace>
</inkml:ink>
</file>

<file path=ppt/ink/ink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17:31.96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323 1 24575,'-25'14'0,"-7"6"0,-22 4 0,3 6 0,-2-6 0,13-1 0,10-5 0,11-2 0,8-1 0,6 4 0,2 4 0,6 1 0,8 9 0,12-1 0,15 16 0,32 7 0,-11-3 0,-16-24 0,1-1 0,25 20 0,1-4 0,1 6 0,0 7 0,-22-13 0,12 18 0,-25-21 0,-2 10 0,-11-11 0,-12-5 0,-8-4 0,-3-3 0,-7 1 0,-5-2 0,-7-6 0,-8-1 0,-7-7 0,-2-1 0,-9-7 0,2-1 0,1-3 0,0-3 0,10 2 0,-8-6 0,14 3 0,-7-3 0,13 2 0,5 2 0,4 3 0,7-3 0,-3-2 0,6-5 0,1 1 0,1 2 0,2 3 0</inkml:trace>
</inkml:ink>
</file>

<file path=ppt/ink/ink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17:32.59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 24575,'5'6'0,"-2"-4"0,-3 30 0,0-10 0,0 26 0,7 2 0,1 2 0,11 4 0,4-3 0,7-12 0,-2 0 0,5-21 0,-6-9 0,3-11 0,4-11 0,7-12 0,2-11 0,6-8 0,-14 0 0,-5 0 0,-18 8 0,-6 3 0,-6 5 0,0 3 0,-7 1 0,-1 2 0,-11 2 0,-4 3 0,-1 3 0,-2 1 0,6 7 0,1 0 0,7 4 0,1 0 0,7 0 0,1 0 0</inkml:trace>
</inkml:ink>
</file>

<file path=ppt/ink/ink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17:33.32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0 24575,'26'33'0,"1"10"0,0 26 0,-1 15 0,-3 6-2570,-9-38 0,1 1 2570,13 43 0,-13-43 0,0-1 1551,8 25-1551,-8-16 0,-7-38 0,-2-17 834,5-14-834,19-2 0,16 4 0,16 0 0,20 6 1377,-26 4 1,1 2-1378,32 3 0,-34 0 0,-4 1 0,-4 6 0,-13-5 0,-16 7 0,-11 5 0,-3 9 0,-11 10 0,-9 4 0,-4-6 0,-6 1 0,-4-10 0,5-11 0,-15-2 0,5-10 0,2-7 0,-7-2 0,15-13 0,-1 4 0,7-4 0,4 3 0,3-1 0,-3 1 0,3-7 0,-3 9 0,3-6 0,1 1 0,3 5 0,4-9 0,7 6 0,16-6 0,5 2 0,3 0 0,-12 9 0,-8 3 0</inkml:trace>
</inkml:ink>
</file>

<file path=ppt/ink/ink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17:33.82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1 202 24575,'28'44'0,"-3"4"0,-6-9 0,-3 3 0,-1 0 0,-1-7 0,-5-11 0,2-13 0,-4-15 0,-3-11 0,0 2 0,-4-14 0,3 2 0,1-26 0,4 6 0,6-27 0,2 22 0,14-13 0,1 21 0,7 8 0,0 8 0,-10 10 0,-10 12 0,-8 5 0,-5 7 0,-1-4 0,-1-1 0</inkml:trace>
</inkml:ink>
</file>

<file path=ppt/ink/ink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17:34.45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0 282 8191,'67'-30'0,"-31"16"5063,42-23-5063,-41 18 0,23-14 2818,-19 3-2818,-14 6 1719,-8-8-1719,-8 14 6784,-8-3-6784,-3 13 0,-3 4 0,2-3 0,-6 6 0,3-2 0,-7 3 0,-1 0 0,-7 7 0,-11 12 0,-2 9 0,-20 20 0,-3 17 0,7-3 0,0 8 0,27-20 0,3-4 0,18-11 0,7-1 0,9-17 0,20 4 0,11-9 0,24 3 0,4-6 0,4-2 0,-18-11 0,-15 0 0,-17 0 0,-17-3 0,-2 3 0,-9-4 0,6 1 0,-6-1 0,2 4 0,-3 1 0</inkml:trace>
</inkml:ink>
</file>

<file path=ppt/ink/ink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17:35.02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101 0 24575,'-8'8'0,"-3"20"0,-8 9 0,-1 24 0,-3 1 0,7 0 0,12-8 0,5-15 0,10-9 0,4-15 0,5-7 0,6-8 0,1-11 0,3-12 0,0-5 0,-6-5 0,-6 9 0,-10 2 0,-1 14 0,-3 15 0,4 3 0,-1 19 0,8 2 0,-10-2 0,12 4 0,-15-13 0,5-5 0,-4-1 0,-2-5 0,6 2 0,-6-3 0,5-1 0,-2-2 0,1-2 0,-2-3 0</inkml:trace>
</inkml:ink>
</file>

<file path=ppt/ink/ink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17:35.47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169 0 24575,'12'4'0,"2"10"0,5 10 0,-3 14 0,13 15 0,-5 10 0,3 3 0,-1 23 0,-10-26 0,-4-16 0,0 3 0,5 46 0,-1 1 0,-14-41 0,-4 0-473,-11 36 473,-10 0 0,0-3 0,-3-16 0,-2-13 0,1-24 0,1-10 0,6-15 0,1-7 0,7 0 473,-6-11-473,2-1 0,-4-8 0,-2-6 0,3 6 0,-1-10 0,-6 4 0,9-5 0,-5-11 0,14 6 0,4-11 0,12 4 0,-3 13 0,2 6 0</inkml:trace>
</inkml:ink>
</file>

<file path=ppt/ink/ink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17:35.97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 24575,'8'-1'0,"3"12"0,4 20 0,1 9 0,6 9 0,1-6 0,4-1 0,3-11 0,4-1 0,-6-10 0,1-8 0,-6-5 0,0-7 0,0-4 0,3-7 0,1-11 0,-4-3 0,-1-11 0,-7 8 0,-6-9 0,-2 9 0,-7-1 0,0 9 0,0 5 0,0 4 0,-4 4 0,0-1 0,0 0 0,0 4 0,4 1 0</inkml:trace>
</inkml:ink>
</file>

<file path=ppt/ink/ink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17:36.58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0 24575,'15'0'0,"7"0"0,5 7 0,7 2 0,-3 6 0,2 4 0,-9 11 0,-1 2 0,-5 13 0,-9-2 0,-3 7 0,-6-3 0,-7 6 0,2-13 0,-13 4 0,2-16 0,0-5 0,-2-8 0,13-7 0,-5-4 0,5-1 0,-2-3 0,-1-6 0,4-13 0,0-19 0,4-6 0,10-38 0,-7 49 0,7-18 0</inkml:trace>
</inkml:ink>
</file>

<file path=ppt/ink/ink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17:36.95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5 24575,'7'-4'0,"8"17"0,1 12 0,10 35 0,-6 0 0,5 19 0,5-2 0,5 7 0,7-5 0,-4 3 0,-2-4 0,-9-3 0,-3-2 0,-5-4 0,-7-17 0,-1 3 0,-7-19 0,-1 5 0,-3-16 0,-3-3 0,-1-11 0,-4-7 0,0 0 0,1-8 0,-5-3 0,7 2 0,-2-2 0</inkml:trace>
</inkml:ink>
</file>

<file path=ppt/ink/ink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17:37.25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31 8191,'7'-7'0,"1"2"5063,3-1-5063,11 1 2818,19 1-2818,51 1 0,-4 3 0,-20 0 0,3 0 0,-4 0 0,-2 0 0,-7 2 0,-1-1 0,3 0 0,-3-1 0,12 4 0,-28-4 0,-14 0 0</inkml:trace>
</inkml:ink>
</file>

<file path=ppt/ink/ink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17:37.84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1 210 21185,'44'-23'0,"-7"4"1618,7-3-1618,-10-5 573,-9 10-573,-4-11 293,-17 15-293,-1-5 906,-3 6-906,0-2 0,-3 9 0,2-6 0,-6 11 0,3 0 0,-4 0 0,-10 31 0,-2-4 0,-11 37 0,4 1 0,7-4 0,12 5 0,13-12 0,6-10 0,8 4 0,4-13 0,4-3 0,3-6 0,0-7 0,-3-7 0,-4-4 0,-8-5 0,-11-3 0,-39 0 0,2 0 0,-30 0 0,38 0 0,4 0 0</inkml:trace>
</inkml:ink>
</file>

<file path=ppt/ink/ink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17:38.83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553 0 24575,'-20'0'0,"-2"7"0,-1 2 0,-18 16 0,0-3 0,-19 18 0,-8 11 0,14-2 0,-15 23 0,22-3 0,7-5 0,0 14 0,26-6 0,0-7 0,21 13 0,12-16 0,2-7 0,18 1 0,4-14 0,0-9 0,6-4 0,-5-21 0,-8-1 0,15-14 0,-11-11 0,9-10 0,-11-3 0,3-5 0,-20 18 0,-3 0 0,-15 15 0</inkml:trace>
</inkml:ink>
</file>

<file path=ppt/ink/ink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17:39.29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132 12 24575,'-7'-8'0,"-5"4"0,-7 16 0,-8 11 0,3 15 0,-2 26 0,13-3 0,9 14 0,23-3 0,16-11 0,1-8 0,14-23 0,-10-22 0,16-26 0,-9-17 0,2-23 0,-11-10 0,-8 6 0,-7 5 0,-11 9 0,-2 16 0,-9-4 0,-2 16 0,-3-2 0,-3 13 0,-1 3 0,-3 2 0,-1 3 0,-7-2 0,6 3 0,-5 0 0,10 3 0,-3-2 0,6 3 0,2-4 0</inkml:trace>
</inkml:ink>
</file>

<file path=ppt/ink/ink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17:39.64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0 21722,'12'0'0,"-1"0"1373,-7 4-1373,3 7 481,0 19-481,5 24 0,3 16 0,2 19 0,-5-3 0,1 3 245,-9-5-245,3-17 754,-3-7-754,0-22 0,-1-7 0,-3-11 0,0-6 0,0-6 0,0 3 0,0 4 0,0 5 0,0 6 0,0 2 0,0-11 0,0-4 0</inkml:trace>
</inkml:ink>
</file>

<file path=ppt/ink/ink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17:40.37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 24575,'0'12'0,"4"9"0,0 3 0,3 8 0,1 2 0,-4-7 0,0-4 0,-1-4 0,-2-4 0,2 1 0,1 9 0,-4 0 0,4 9 0,-1-3 0,5 0 0,0-4 0,10-1 0,-5-9 0,8-6 0,-11-8 0,0-3 0</inkml:trace>
</inkml:ink>
</file>

<file path=ppt/ink/ink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17:41.74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0 102 24575,'8'14'0,"-1"13"0,1 15 0,3 20 0,-3 4 0,0 3 0,-1-7 0,-6-15 0,2-13 0,-3-22 0,3-16 0,2-26 0,12-20 0,0-9 0,9-5 0,-3 4 0,7 6 0,1 1 0,10 15 0,8-2 0,2 16 0,8-6 0,-1 14 0,-11 5 0,-3 8 0,-17 10 0,-4-2 0,-2 13 0,-1 1 0,3 19 0,-1 8 0,1 19 0,-4-5 0,8 32 0,1-7 0,4 6 0,-1 1 0,-8-31 0,-12-8 0,-4-20 0,-4-21 0,-5-5 0,-2-24 0,-2 13 0,0-13 0</inkml:trace>
</inkml:ink>
</file>

<file path=ppt/ink/ink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17:42.42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0 260 8191,'84'-4'0,"-2"1"2145,-23 4 0,1 1-2145,-7 0 0,0 0 0,7 0 0,1 1 0,8 3 0,-2-1 0,-12-4 0,-2 0 0,2 2 0,-6-1 2907,-3-7-2907,-21 1 1812,-17-6-1812,-5-2 6491,-3-7-6491,0-4 884,0 0-884,0 4 0,0 0 0,-3 8 0,-2-4 0,1 7 0,-3-7 0,3 7 0,-4-3 0,-3 0 0,-1-4 0,-3 2 0,-4-1 0,-1 3 0,-13 3 0,1 0 0,-20 8 0,-20 18 0,16 3 0,-30 27 0,36 7 0,3 8 0,22-5 0,21 8 0,15-17 0,12 12 0,15-12 0,22-3 0,3-7 0,16-5 0,1-14 0,-15-5 0,-5-8 0,-33-2 0,-9-5 0,-7-8 0,0-4 0,1 0 0,3 1 0,6-3 0,4-2 0,-5 3 0,-6 3 0</inkml:trace>
</inkml:ink>
</file>

<file path=ppt/ink/ink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17:49.16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 24575,'23'40'0,"-7"-6"0,5 35 0,-12 10 0,2 9 0,-4 11 0,-7-28 0,7 13 0,-6 2-1322,-1-34 0,0 3 1322,-2 19 0,0-1 0,-3 21 0,2-31 0,0-5 841,2-5-841,-3 4 435,4-18-435,4-13 0,-3-10 0,5-9 1368,-5-7-1368,3-7 0,-4-18 0,0 13 0,0-9 0</inkml:trace>
</inkml:ink>
</file>

<file path=ppt/ink/ink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17:50.43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84 24575,'9'-7'0,"1"-1"0,-2 1 0,14-4 0,15-1 0,11 0 0,12-2 0,0 9 0,2-2 0,-5 7 0,-8 3 0,-14 2 0,-6 6 0,-3 4 0,-6 5 0,9 13 0,-15-11 0,7 24 0,-10-12 0,1 22 0,-4 2 0,-5 4 0,-3 6 0,-10-12 0,-3 0 0,-20-10 0,-3-3 0,-10-8 0,-4-2 0,0-13 0,3-1 0,5-8 0,12-3 0,10-4 0,-1 0 0,4-4 0,1 0 0,2 0 0,6 0 0,0 0 0,1 0 0,6 0 0,8 0 0,6 3 0,22 1 0,5 4 0,21 3 0,4 1 0,-7 0 0,-6-1 0,-21-3 0,-9 0 0,-11-4 0,-3 3 0,3 0 0,-3 2 0,6 9 0,-2-2 0,3 7 0,-3 4 0,-4-7 0,-5 2 0,-6-6 0,-2-1 0,-9 0 0,-6 4 0,-7-3 0,-4 0 0,-3-5 0,-1-3 0,-3-1 0,-8-2 0,3-2 0,-7-3 0,11-3 0,5-2 0,14 1 0,6 1 0,6 3 0,4-4 0,-3 4 0,6-7 0,8 3 0,16-4 0,12 0 0,0 4 0,-12 1 0,-13 3 0</inkml:trace>
</inkml:ink>
</file>

<file path=ppt/ink/ink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17:51.18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0 24575,'8'19'0,"-1"1"0,1 6 0,-4 5 0,3 1 0,-6 2 0,6-4 0,-7-6 0,4-5 0,-1-11 0,-5-5 0,-3-13 0,0 4 0,-2-5 0,7 8 0</inkml:trace>
</inkml:ink>
</file>

<file path=ppt/ink/ink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17:52.64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63 243 24575,'12'0'0,"-2"6"0,1 13 0,-6 20 0,2 12 0,-7 10 0,-7 4 0,-1 0 0,-8-3 0,1-8 0,3-19 0,4-23 0,2-24 0,1-5 0,-2-19 0,2 2 0,-1-16 0,1-4 0,1-2 0,1 6 0,9 1 0,10 17 0,7 7 0,4 14 0,3 6 0,0 12 0,5 13 0,6 8 0,4 13 0,2-5 0,-5-1 0,-2-5 0,-12-14 0,-5-1 0,-9-11 0,-3-11 0,-2 1 0,8-25 0,3-1 0,17-38 0,2 5 0,0-7 0,1 3 0,-22 20 0,3 1 0,-17 18 0,-1 11 0,-6 11 0,-1 1 0,-4 7 0,0 0 0,1 0 0,2 0 0,2 0 0</inkml:trace>
</inkml:ink>
</file>

<file path=ppt/ink/ink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17:53.06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13 24575,'4'11'0,"-1"29"0,-3-1 0,0 35 0,4-1 0,3 5 0,5-1 0,10-6 0,5-19 0,4-10 0,-1-23 0,0-19 0,0-19 0,-2-22 0,5-20 0,-16-9 0,-3-2 0,-10-7 0,-8 18 0,-4-7 0,0 26 0,-3 11 0,3 13 0,0 7 0,-3 7 0,-1-3 0,0 6 0,-2-2 0,5 3 0,2 3 0,0 5 0,6-3 0,-2 2 0</inkml:trace>
</inkml:ink>
</file>

<file path=ppt/ink/ink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17:54.19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262 0 24575,'-3'34'0,"-2"-16"0,-6 28 0,-8-6 0,-4 25 0,-8 9 0,0-8 0,0 1 0,4-19 0,7-3 0,2-21 0,13-3 0,-5-15 0,2-3 0,3-7 0,-5-4 0,9 4 0,-2 1 0</inkml:trace>
</inkml:ink>
</file>

<file path=ppt/ink/ink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17:54.63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0 24575,'12'0'0,"-1"0"0,-3 4 0,6 7 0,2 12 0,10 9 0,1 9 0,3-1 0,-6-5 0,1-5 0,-12-18 0,1 2 0,-6-13 0,-7 2 0,-9-3 0,2 0 0,-4 0 0</inkml:trace>
</inkml:ink>
</file>

<file path=ppt/ink/ink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17:55.09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13 1 24575,'4'22'0,"0"12"0,-4 10 0,-4 9 0,0 5 0,0-4 0,-3-3 0,6-10 0,4-10 0,2-4 0,10-4 0,0 0 0,1-4 0,2 0 0,4-3 0,-1-4 0,1-1 0,-7-7 0,-7-1 0,-5-3 0</inkml:trace>
</inkml:ink>
</file>

<file path=ppt/ink/ink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17:55.43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38 8191,'72'-12'0,"-13"1"5063,-18 4-5063,-19 2 0,-15 2 0,-3 3 0</inkml:trace>
</inkml:ink>
</file>

<file path=ppt/ink/ink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17:55.75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31 24575,'12'0'0,"-1"-3"0,3 2 0,9-2 0,11 3 0,9-4 0,2 0 0,-10 0 0,-5 0 0,-15 1 0,-7 2 0,-5-2 0</inkml:trace>
</inkml:ink>
</file>

<file path=ppt/ink/ink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18:06.75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162 1 24575,'-4'7'0,"-7"21"0,-1 19 0,-7 24 0,-8 20 0,3-9 0,1 2 0,5-19 0,9-11 0,-1-15 0,9-13 0,-2-11 0,3-7 0,0-4 0</inkml:trace>
</inkml:ink>
</file>

<file path=ppt/ink/ink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18:07.45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39 24575,'15'-4'0,"24"0"0,6-4 0,23 1 0,4-1 0,21 4 0,-21 1 0,-8 3 0,-36 3 0,-24 1 0,3 24 0,-6 9 0,-2 28 0,-6 8 0,-10 19 0,0-11 0,-3 3 0,11-23 0,3-14 0,6-10 0,0-17 0,6-9 0,13-7 0,9-4 0,10 0 0,-4 0 0,-10 0 0,-7 0 0,-9-4 0,0 3 0,9-5 0,0 1 0,9-2 0,-3-1 0,-4-3 0,-3 6 0,-9-2 0,-3 7 0</inkml:trace>
</inkml:ink>
</file>

<file path=ppt/ink/ink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18:07.89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1 316 24575,'7'51'0,"4"5"0,4-8 0,5-6 0,3-12 0,-4-14 0,-1-9 0,1-10 0,11-12 0,12-19 0,18-22 0,3-4 0,1-14 0,-14 15 0,-6 3 0,-6 7 0,-3 7 0,-5 7 0,-7 9 0,-8 11 0,-4 4 0,-3 3 0,-4 1 0,-1-1 0,-3 4 0,0 1 0</inkml:trace>
</inkml:ink>
</file>

<file path=ppt/ink/ink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18:08.17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0 24575,'12'10'0,"-1"3"0,-7 27 0,0-6 0,-4 29 0,0-15 0,0 10 0,0-16 0,0-1 0,3-16 0,1 4 0,10-13 0,2 3 0,1-10 0,-7-3 0,-6-6 0</inkml:trace>
</inkml:ink>
</file>

<file path=ppt/ink/ink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18:08.77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0 116 8191,'31'57'0,"-5"4"5063,0 0-5063,-6-2 2818,3-8-2818,-8-17 1719,-8-15-1719,0-12 6784,-6-7-6784,6-4 0,-3-20 0,7-12 0,1-14 0,6-20 0,-2 10 0,10-8 0,4 12 0,9 20 0,10 4 0,10 13 0,7 10 0,24 9 0,-11 13 0,7 17 0,-18 8 0,-11 9 0,-21 3 0,-12-4 0,-19 3 0,-12-2 0,-13 3 0,-18 0 0,-13-4 0,-10-7 0,-15-1 0,1-11 0,-8-4 0,6-4 0,4-7 0,0-5 0,25-3 0,8-4 0,24-4 0,9 0 0,3-3 0,11-1 0,1-3 0,1 6 0,-2-2 0</inkml:trace>
</inkml:ink>
</file>

<file path=ppt/ink/ink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18:09.21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88 24575,'7'49'0,"1"13"0,11 21 0,-2-6-961,24 10 961,19-14 0,13-9 0,-26-37 0,0-5 0,29 0 315,1-25-315,-19-20 0,6-23 160,-20-8-160,-7-10 0,-19 0 0,-7 2 486,-13-2-486,-7 3 0,-11 11 0,-6 2 0,-5 16 0,-4 3 0,-3 9 0,-11 5 0,-2 8 0,-14 0-1696,20 6 0,12-2 0,22 3 0</inkml:trace>
</inkml:ink>
</file>

<file path=ppt/ink/ink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18:24.76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0 24575,'4'8'0,"13"24"0,0 36 0,10 4 0,-12-11 0,-1 1 0,10 24 0,-2 6 0,-6-28 0,-2-22 0,-9-18 0,5-10 0,-6-11 0,1-3 0,-2 0 0</inkml:trace>
</inkml:ink>
</file>

<file path=ppt/ink/ink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18:25.46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0 24575,'15'12'0,"0"6"0,0 16 0,-3 7 0,3 8 0,-7-10 0,3-8 0,-3-16 0,-1-8 0,-3-10 0,0-5 0,-1-7 0,5-21 0,4 2 0,3-7 0,0 18 0,-3 12 0,-1 8 0,0 6 0,7 1 0,9 14 0,4-4 0,-4 8 0,-5-13 0,-10-2 0,-1-7 0,3 0 0,2-4 0,10-3 0,1-5 0,-3-3 0,1-1 0,-12 5 0,1 3 0,-9 8 0,5 4 0,-2 8 0,11-4 0,-7 7 0,13-7 0,-8 0 0,15-1 0,6-7-1696,-8 4 0,-5-4 0,-18 0 0</inkml:trace>
</inkml:ink>
</file>

<file path=ppt/ink/ink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18:25.98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0 170 24575,'12'7'0,"2"11"0,-2 17 0,3 16 0,0 6 0,1 8 0,-1-6 0,-3-2 0,-2-14 0,-5-16 0,1-12 0,-5-15 0,6-5 0,-6-2 0,2-11 0,1-16 0,0-6 0,3-19 0,4 5 0,1-13 0,7 4 0,7-4 0,2 16 0,12 0 0,2 15 0,1 9 0,-1 10 0,-15 12 0,-9 2 0,-10 6 0,-5 2 0,-3 6 0,0 4 0,0 1 0,0 3 0,0-3 0,-3-5 0,2 1 0,-6-5 0,3-2 0,-1 1 0,-1-5 0,1 3 0,-2-4 0,2 0 0,2 0 0</inkml:trace>
</inkml:ink>
</file>

<file path=ppt/ink/ink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18:26.36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128 1 24575,'-15'18'0,"-8"6"0,-8 21 0,3-1 0,5 2 0,16-15 0,7-9 0,4-13 0,14-2 0,22-21 0,19-6 0,14-15 0,9-3 0,-28 16 0,-1 0 0,24-14 0,-4 9 0,-50 14 0</inkml:trace>
</inkml:ink>
</file>

<file path=ppt/ink/ink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18:26.58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98 24575,'3'26'0,"2"1"0,2-3 0,1-2 0,-1-13 0,-2-6 0,-2-17 0,4-9 0,-2-9 0,6 2 0,-4 1 0,1 8 0,3-4 0,4 9 0,-6 4 0,1 5 0</inkml:trace>
</inkml:ink>
</file>

<file path=ppt/ink/ink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18:26.88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0 24575,'8'8'0,"-1"10"0,4 9 0,1 6 0,0 14 0,9 7 0,2 6 0,5 5 0,2-12 0,-11-7 0,-7-11 0,-5-5 0,-7-14 0,0 2 0,0-9 0,-4-1 0,3-5 0,-2-3 0</inkml:trace>
</inkml:ink>
</file>

<file path=ppt/ink/ink1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18:33.66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95 24575,'12'17'0,"5"11"0,13 10 0,20 38 0,-22-35 0,2 2 0,10 10 0,1-1 0,16 13 0,2-8 0,-22-37 0,-17-9 0,-2-7 0,-4-18 0,-1 1 0,19-27 0,-10 4 0,28-27 0,-23 18 0,19-20 0,-15 14 0,7-13 0,-3 6 0,-8 2 0,-5 14 0,-14 11 0,-1 16 0,-7 8 0</inkml:trace>
</inkml:ink>
</file>

<file path=ppt/ink/ink1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18:34.33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58 86 8191,'8'-19'0,"-4"7"5063,-1-3-5063,-3 15 2818,-6 11-2818,-3 23 1719,-13 14-1719,8 13 6784,-4-3-6784,14-11 0,7-6 0,6-21 0,16 2 0,-1-14 0,10 0 0,-7-5 0,3-3 0,-7 0 0,3 4 0,-3 0 0,0 7 0,3 5 0,-2-4 0,-8 3 0,-3-11 0,-9 0 0,4-8 0,0 0 0,-1-10 0,4-6 0,-2-13 0,2 1 0,-1-9 0,-1 0 0,9-6 0,-2 4 0,10-4 0,-6 22 0,12-7 0,-4 12 0,10-2 0,-10 6 0,-6-2 0,-11 13 0,-7-2 0,-1 7 0</inkml:trace>
</inkml:ink>
</file>

<file path=ppt/ink/ink1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18:35.62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 24575,'11'3'0,"0"2"0,-3 2 0,3 8 0,4 18 0,1 1 0,6 25 0,1 2 0,0-7 0,0 12 0,-1-23 0,-13-7 0,5-14 0,-10-15 0,4-7 0,9 0 0,14 0 0,29 4 0,10-4 0,27 4 0,-24-4 0,14-4 0,-28-10 0,-12-3 0,-8-19 0,-23-9 0,-5 3 0,-4-12 0,-10 12 0,2 6 0,-6 3 0,-1 11 0,3 3 0,-8 6 0,11-4 0,-8 15 0,9-8 0,-3 6 0,4 0 0,0 1 0</inkml:trace>
</inkml:ink>
</file>

<file path=ppt/ink/ink1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18:36.06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0 8191,'15'22'0,"4"9"3673,-3 6-3673,9 21 2963,-2-13-2963,8 15 1882,-11-19-1882,-2-12 6247,-11-24-6247,4-14 0,-6-7 1619,5-6-1619,1-10 0,9-8 0,7-10 0,0 8 0,2 5 0,-2 13 0,0 6 0,-1 7 0,-3 7 0,10 7 0,2 12 0,14 13 0,-2 10 0,2 1 0,-7 0 0,-8-8 0,-4-5 0,-7-10 0,3-5 0,7-7 0,10-11 0,27-11 0,-19 0 0,-3-1 0,-31 13 0</inkml:trace>
</inkml:ink>
</file>

<file path=ppt/ink/ink1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18:36.47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155 0 24575,'-16'4'0,"1"7"0,-11 9 0,-2 20 0,0-5 0,2 19 0,18-27 0,1 9 0,14-20 0,-2 3 0,16-11 0,-8-1 0,23-10 0,-11-5 0,26-11 0,-14 3 0,4-6 0,-18 13 0,-9 2 0,-6 7 0,3 0 0,-3 0 0,13 11 0,6 5 0,15 11 0,11 11 0,5-2 0,-4 5 0,-12-12 0,-19-7 0,-10-14 0,-12-2 0,2 2 0,-3 4 0,-3 0 0,-1 2 0,-1-8 0,2 0 0</inkml:trace>
</inkml:ink>
</file>

<file path=ppt/ink/ink1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18:37.31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1 201 8191,'19'69'0,"0"-4"5063,-1 4-5063,-2-14 2818,3-2-2818,-4-11 1719,-3-21-1719,-1-4 6784,-4-30-6784,8-11 0,1-21 0,6-6 0,5-12 0,3 1 0,4 4 0,11-4 0,8 14 0,12-4 0,14 13 0,2 6 0,3 13 0,-2 6 0,-22 10 0,-12 0 0,-26 4 0,-14 4 0,-1-3 0,-7 5 0,7-1 0,-6-1 0,2-1 0</inkml:trace>
</inkml:ink>
</file>

<file path=ppt/ink/ink1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18:37.80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401 0 8191,'-69'18'0,"0"13"4813,3 9-4813,1 16 0,10-4 2849,13 1-2849,15-20 0,20-12 0,7-24 1750,22-16-1750,9-9 6690,18-9-6690,9 2 282,6 8-282,-13 8 0,-3 12 0,-14 14 0,3 12 0,-1 16 0,12 15 0,-9 1 0,3-1 0,-15-8 0,-9-18 0,-7-6 0,-3-14 0,-4-4 0,-1-8 0,4-14 0,-2-5 0,9-21 0,-5 4 0,2-2 0,-7 23 0,-1 9 0</inkml:trace>
</inkml:ink>
</file>

<file path=ppt/ink/ink1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18:38.04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 24575,'11'35'0,"4"19"0,-4-11 0,5 17 0,-1-8 0,-7 0 0,2-2 0,-9 5 0,3-17 0,-1 6 0,-2-10 0,9 8 0,-2-5 0,11 14 0,0-18 0,-6-2 0,-3-16 0,-10-12 0</inkml:trace>
</inkml:ink>
</file>

<file path=ppt/ink/ink1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18:39.03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212 31 24575,'0'-12'0,"0"1"0,-4 7 0,-3 0 0,-5 4 0,-7 0 0,-4 0 0,-5 11 0,1-2 0,1 17 0,6 1 0,-2 11 0,12 5 0,-3 3 0,19 10 0,5 0 0,20 2 0,11-6 0,19-19 0,2-8 0,13-17 0,-10-8 0,-5-11 0,-9-5 0,-20-3 0,-3 0 0,-17 7 0,-5 1 0,0 4 0,-6-4 0,9-1 0,2-10 0,-3 12 0,1-3 0</inkml:trace>
</inkml:ink>
</file>

<file path=ppt/ink/ink1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18:39.52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216 0 24575,'-8'11'0,"-17"15"0,-4 10 0,-17 11 0,4 9 0,7-12 0,15-2 0,10-19 0,13-12 0,1-4 0,21-6 0,10-4 0,33-16 0,2-5 0,10-7 0,-19 5 0,-19 14 0,-16 1 0,-15 11 0,-7 4 0,6 14 0,-5 10 0,6 11 0,-4 3 0,4-10 0,-2-2 0,-2-14 0,0-5 0,-3-8 0,4-3 0,10-6 0,-8 4 0,4-5 0,-10 7 0</inkml:trace>
</inkml:ink>
</file>

<file path=ppt/ink/ink1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18:40.15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62 0 24575,'-11'26'0,"-1"5"0,-3 19 0,3 4 0,4 4 0,5 3 0,9-14 0,3-1 0,6-16 0,4-10 0,7-5 0,15-8 0,13-13 0,11-6 0,7-22 0,-10-1 0,-2-7 0,-21 8 0,-13 14 0,-12 6 0,-6 21 0,-4 1 0,6 21 0,-5 1 0,9 5 0,2 1 0,-7-18 0,4-10 0,5-34 0,0-11 0,18-19 0,-8 10 0,6 4 0,-1 5 0,-2 13 0,-4 9 0,-5 5 0,-3 9 0,0 4 0,11 6 0,-6 6 0,2 1 0,-7-1 0,-1 4 0,-2 0 0,3-2 0,-7 0 0,-1-11 0,-7 0 0,-1-6 0</inkml:trace>
</inkml:ink>
</file>

<file path=ppt/ink/ink1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18:40.42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 24575,'12'0'0,"-1"0"0,-7 7 0,3-2 0,0 6 0,8 4 0,1-6 0,-4 2 0,-5-8 0</inkml:trace>
</inkml:ink>
</file>

<file path=ppt/ink/ink1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18:41.25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146 173 16796,'4'37'0,"-7"16"3427,-6 7-3427,-9 19 0,-2-5 1337,-3-1-1337,0-8 709,0-15-709,10-18 2306,3-21-2306,10-13 0,0-22 0,0 0 0,-4-31 0,3 6 0,-2-25 0,6 5 0,2-4 0,17-24 0,0 30 0,20-14 0,-7 41 0,0 7 0,-13 22 0,-7 4 0,-8 14 0,4 1 0,11 28 0,13 15 0,11 20 0,11 6 0,-24-37 0,1-1 0,29 32 0,1-9 0,-15-14 0,-18-17 0,-5-8 0,-14-4 0,-5-7 0,-3-4 0,-4-5 0</inkml:trace>
</inkml:ink>
</file>

<file path=ppt/ink/ink1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18:42.03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1 421 8191,'45'0'0,"-5"0"4995,20 0-4995,-16 4 2826,1 0-2826,5 4 1728,14-4-1728,-2-1 6758,-1-3-6758,-15 0 77,-20-3-77,-8 2 0,-10-2 0,-4 6 0,3-2 0,-6-1 0,2-4 0,0-7 0,-2-11 0,3-9 0,-4-5 0,0-18 0,0 10 0,0-13 0,0 8 0,6 7 0,6 11 0,14 2 0,5 17 0,7-3 0,7 11 0,-9 4 0,-2 4 0,-12 8 0,-10 10 0,2 9 0,-6 19 0,0 11 0,-8 6 0,-4 2 0,-1-11 0,2-12 0,6-16 0,-2-11 0,6-11 0,-3-5 0,4 1 0,6 3 0,2-1 0,7 4 0,0-6 0,-4 4 0,-4-4 0,-4 3 0,-3-3 0,-4 4 0,-1-4 0,-3 0 0</inkml:trace>
</inkml:ink>
</file>

<file path=ppt/ink/ink1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18:47.75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1904 0 24575,'0'12'0,"4"10"0,-4-5 0,4 13 0,-4 0 0,0 9 0,0 0 0,0 0 0,0 5 0,0 0 0,0 6 0,0-1 0,0-6 0,0 16 0,-4-6 0,0 12 0,-7 2 0,-1-4 0,0 3 0,-6 11 0,2-9 0,-4 16 0,1-4 0,1 4 0,1-2 0,-1-2 0,2-4 0,1-6 0,3 2 0,1-10 0,0-1 0,2-4 0,-2 5 0,3 0 0,-3 10 0,3-3 0,-3 8 0,0 14-1041,2-3 1041,2-37 0,0 1 0,-2 30 0,0-25 0,0 1 0,0 25 0,2-28 0,-1 0 0,-3 29 0,5-30 0,0 1 0,-1-5 0,-1 1 0,0 6 0,0 1-304,1-4 1,-1-1 303,-11 44 0,6 0 0,-4-1 0,7-46 0,1 2 0,-3 7 0,-2 0 0,-1 0 0,-1 0 0,0 2 0,0 0 0,-1-7 0,0-1 0,-1-1 0,1 0 0,-1-3 0,1 1 158,-5 7 1,1-1-159,5-6 0,-1 0 0,-8 14 0,-1 1 0,5-9 0,-1 0 0,-4 8 0,0 0 0,4-9 0,0 1 0,-4 10 0,0 0 0,5-6 0,-2 0 0,-6 11 0,-2 1 0,0 5 0,1 1 0,1-6 0,0 1 0,-2 8 0,2-1-886,5-12 0,2-1 886,1 1 0,0-1 0,1-7 0,1 1 0,-4 10 0,1 2 0,3-11 0,0 1 0,-5 13 0,0 0 0,4-9 0,2 0-260,-1 3 1,1 1 259,1-5 0,1 0 0,1 1 0,0 0 0,5-9 0,0 0 0,-2 2 0,2-2-92,3-7 0,2-1 92,-10 46 0,7-15 0,-3-2 0,3-9 0,4 3 602,0-11-602,4-2 1761,0-2-1761,0-4 0,0 0 0,0 6 1219,0-2-1219,0 5 224,0-3-224,-3 4 0,-1 3 0,-9 11 0,4 6 0,-7-8 0,4 6 0,-3-5 0,6-6 0,-1-10 0,6-16 0,-1-17 0,2-10 0,3-7 0,0 1 0,0-4 0,0 3 0,0-3 0,0 3 0,0-2 0,3-2 0,-2-27 0,6 7 0,-6-32 0,5 16 0,-5 5 0,3 7 0</inkml:trace>
</inkml:ink>
</file>

<file path=ppt/ink/ink1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18:57.60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0 339 24575,'0'56'0,"0"-14"0,0 13 0,0 15 0,0 9 0,0 5 0,0-23 0,0-35 0,4-21 0,0-14 0,7-24 0,18-43 0,3-10 0,-6 28 0,1-1-2458,-5 12 0,2 1 2458,8-8 0,1 0-192,-3 10 0,0 2 192,4-3 0,0 2 0,19-14 0,-8 17 0,-21 23 0,-6 10 0,-15 13 0,4 18 4794,2 11-4794,12 23 0,6 19 0,8 5 0,-4-5 253,-11-30 0,0-2-253,8 18 0,6 18 0,-14-37 0,-6-3 0,-3-18 0,-3-1 0,3-9 0,-3 8 0,-1-11 0,1 4 0,-4-3 0,3 1 0,-3 11 0,0-13 0,0 4 0</inkml:trace>
</inkml:ink>
</file>

<file path=ppt/ink/ink1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18:58.97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216 237 24575,'-12'0'0,"-16"0"0,2 11 0,-22 5 0,11 11 0,3 17 0,15 8 0,11 3 0,5 11 0,16-10 0,8 5 0,17-10 0,14-13 0,6-18 0,7-14 0,-1-17 0,0-15 0,-13-12 0,1-16 0,-21-6 0,-12-5 0,-8-7 0,-18-4 0,-12 3 0,-16 1 0,-15 12 0,-1 17 0,-13 3 0,16 23 0,-5-4 0,4 16 0,23-2 0,-2 7 0,23 0 0,2 0 0</inkml:trace>
</inkml:ink>
</file>

<file path=ppt/ink/ink1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18:59.52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 8191,'15'37'0,"4"13"4476,3 15-4476,8 14 0,-13-29 0,1 2 0,20 37 0,-7 2 2887,-8-36-2887,-9-25 0,-10-23 0,3-15 1790,4-17-1790,12-11 6563,8-10-6563,10 4 0,11 8 668,3 11-668,9 8 0,0 8 0,-16 3 0,-10 8 0,-24 0 0,-7 0 0,-7 17 0,0 7 0,-7 9 0,-5 7 0,-10-2 0,1-2 0,-5 8 0,3-8 0,-4-2 0,3-7 0,-2-11 0,3-6 0,0-10 0,6 0 0,3-8 0,10 0 0,-3-7 0,2-7 0,1-6 0,1-3 0,3 1 0,10 3 0,-8 11 0,9 1 0</inkml:trace>
</inkml:ink>
</file>

<file path=ppt/ink/ink1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18:59.94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0 24575,'8'12'0,"-1"6"0,1 2 0,3 18 0,4 12 0,-6 9 0,5 9 0,-10 1 0,0-2 0,-1-6 0,-3-15 0,0-15 0,0-9 0,0-10 0,4-11 0,0-3 0,10-12 0,-8 9 0,4-2 0</inkml:trace>
</inkml:ink>
</file>

<file path=ppt/ink/ink1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19:00.14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38 0 24575,'-18'8'0,"8"-4"0,0-1 0</inkml:trace>
</inkml:ink>
</file>

<file path=ppt/ink/ink1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19:10.32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76 24575,'45'3'0,"4"1"0,19 7 0,5-2 0,-13-3 0,2-1-2683,-12-4 0,1-1 2683,21-2 0,-1-4 1024,23-13-1024,-12-5 0,-37 5 0,-23 5 0,-11 6 0,-4 4 4130,1 1-4130,0 3 212,-1 0-212,1 0 0,6 3 0,6 1 0,10 0 0,4 0 0,21-4 0,-9-3 0,6-2 0,-25-6 0,-9 6 0,-14-1 0,-1 6 0</inkml:trace>
</inkml:ink>
</file>

<file path=ppt/ink/ink1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19:11.26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0 504 24575,'12'8'0,"12"17"0,-3 14 0,10 27 0,-4 16-378,-12-14 0,-1 4 378,-1-5 0,1 2-689,1 20 0,-1 1 689,-1-13 0,-1-2 0,0 3 0,0-2 0,-2-19 0,0-3 0,5 40 0,-4-52 0,-4-23 0,-2-16 525,1-4-525,-5-6 1609,6 0-1609,-6-8 0,6-11 0,-7-22 0,0-15 0,-4-14 0,-12-17 0,6 35 0,-1-3-1081,-2-4 1,0-4 1080,-3-18 0,0 0 0,3 16 0,2 0-711,0-10 1,1 1 710,4 13 0,1 1-375,2 2 1,3 0 374,2 6 0,2 1 0,8-36 0,11 19 0,7 18 0,8 20 1905,-2 18-1905,8 8 1519,-12 11-1519,8 11 907,-5 12-907,6 19 0,-6 6 0,2 12 0,-13-9 0,-5 16 0,-12-4 0,-7 20 0,-11-8 0,-10 19-615,-15-10 615,14-34 0,-1-2 0,-25 29 0,-1-8 0,3-30 0,6-6 0,-1-17 0,13-4 0,2-9 615,7-6-615,7-2 0,1-2 0,3-4 0,-6-1 0,4 0 0,-1 1 0,8 7 0,3 1 0</inkml:trace>
</inkml:ink>
</file>

<file path=ppt/ink/ink1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19:12.18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0 22609,'19'22'0,"3"13"958,-5 26-958,4 21 0,-12 8-231,-5-41 0,-1 2 231,1 45 0,-4-42 0,0 1 0,0 2 0,0 0 0,0 0 0,0 1 0,0 0 0,0 0 0,-2-5 0,0-1 0,1 37 357,-2-12-357,0-26 495,2-10-495,-3-21 0,8-5 0,0-12 618,10-13-618,6-3 0,-7 1 0,1 2 0</inkml:trace>
</inkml:ink>
</file>

<file path=ppt/ink/ink1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19:12.76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376 1 24575,'-42'10'0,"-7"16"0,-5 21 0,-11 22 0,5 5 0,29-28 0,4 0 0,-1 27 0,8-4 0,20-24 0,15-14 0,5-11 0,24-9 0,6-18 0,15-12 0,10-16 0,-8-10 0,0 2 0,-17-5 0,-16 19 0,-12 4 0,-11 17 0,-3 5 0,0 6 0,-1 8 0,4 9 0,-3 14 0,7 9 0,-3 4 0,-1 6 0,4-7 0,-3 1 0,-1-9 0,0-11 0,-3-4 0,0-12 0,2-3 0,-4-4 0,0-4 0</inkml:trace>
</inkml:ink>
</file>

<file path=ppt/ink/ink1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19:13.11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8 137 8191,'-4'69'0,"0"7"5063,11-10-5063,5 6 0,10-2 0,19-1 0,16-4 2432,20-3-2432,-32-38 0,1-5 0,39 8 0,5-27 0,-21-23 0,-8-16 0,-16-24 1742,-13-12-1742,-12-9 0,-13 34 0,-2 0 0,-2-33 0,-6-4 0,2 22 6604,-6 15-6604,6 16 0,-5 12 0,1 7 0,1 7 0,1 1 0</inkml:trace>
</inkml:ink>
</file>

<file path=ppt/ink/ink1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19:14.64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254 0 8191,'-55'0'0,"9"7"5063,9 2-5063,6 9 2818,4 2-2818,0 3 1719,11 0-1719,5 0 6784,7 4-6784,8 0 0,10 14 0,10-4 0,10 11 0,7-5 0,2 3 0,2 3 0,-9-2 0,-4 3 0,-16 3 0,-1-5 0,-11 4 0,-7-9 0,-6-4 0,-6-9 0,-4-7 0,3-7 0,-3-9 0,0-3 0,6-4 0,-1 0 0,6 0 0,-3-4 0,-1 0 0,0-13 0,1 6 0,7-3 0,0 11 0</inkml:trace>
</inkml:ink>
</file>

<file path=ppt/ink/ink1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19:14.91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0 24575,'16'19'0,"-2"8"0,-3 11 0,-3 12 0,0 2 0,-1-3 0,-3-10 0,0-9 0,3-10 0,-3-9 0,7-14 0,-6 1 0,2-5 0</inkml:trace>
</inkml:ink>
</file>

<file path=ppt/ink/ink1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19:15.45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 24575,'5'33'0,"1"13"0,-5 16 0,6 15 0,0 14 0,9 7-437,-10-48 0,0 1 437,12 45 0,-10-22 215,3-20-215,-6-31 0,-2-17 0,0-34 0,2 2 0,9-18 659,9 6-659,8 7 0,14 8 0,8 12 0,-2 11 0,1 4 0,-17 7 0,-12-2 0,-12 2 0,-1 3 0,-9 6 0,6 11 0,-7 11 0,-10 1 0,-3 3 0,-17-1 0,-1-5 0,-11-5 0,-1-9 0,1-7 0,3-11 0,5-7 0,7-13 0,4-11 0,0-11 0,14-5 0,-1-3 0,10 4 0,3 8 0,-2 14 0,2 6 0</inkml:trace>
</inkml:ink>
</file>

<file path=ppt/ink/ink1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19:15.77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0 24575,'8'27'0,"-4"14"0,3 7 0,-7 10 0,4 6 0,-4-6 0,7 14 0,4-2 0,9 3 0,3-7 0,-1-9 0,-2-14 0,-2-9 0,-6-14 0,-1-9 0,-3-8 0,-1-3 0,-3 0 0,0 0 0</inkml:trace>
</inkml:ink>
</file>

<file path=ppt/ink/ink1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19:16.65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32 1 24575,'15'25'0,"-3"17"0,-1 24 0,-7 19 0,-2-33 0,0 2-418,-2-4 0,0 2 418,-2 8 0,0 0 0,-2 38 0,-7-3 0,-1-22 0,-3-16 206,3-14-206,1-13 0,6-11 0,2-11 0,3-5 0</inkml:trace>
</inkml:ink>
</file>

<file path=ppt/ink/ink1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19:16.91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 24575,'34'60'0,"4"13"0,7 2 0,-2 8 0,5-6 0,-9-7 0,-11-19 0,-7-14 0,-14-22 0,4-11 0,1-4 0,-3-8 0,-3 4 0,-6 0 0</inkml:trace>
</inkml:ink>
</file>

<file path=ppt/ink/ink1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19:17.66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573 438 8191,'-33'0'0,"-10"3"5063,-19 9-5063,-11 7 0,4 12 0,-7 11 0,13 8 0,-1 11 0,20 8 0,13-2 2818,17-2-2818,14-15 1719,11-12-1719,8-8 6784,18-14-6784,6-4 0,29-12 0,6-18 0,11-7-280,-42 3 0,-3-4 280,29-28 0,-9-7 0,-18-3 0,-13-7 0,-10 4 0,-11-31 0,-2 21 0,-9-12 0,2 7 0,-3 14 0,0-8 0,0 22 0,0 12 0,7 33 0,-5 12 0,11 34 560,-4 13-560,2 3 0,7 27 0,1-4 0,2 4 0,1-7 0,-11-24 0,0-10 0,-3-9 0,-4-7 0,3 0 0,-3-4 0,10 8 0,9-3 0,12 2 0,7-6 0,-17-8 0,-5-6 0</inkml:trace>
</inkml:ink>
</file>

<file path=ppt/ink/ink1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19:18.16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372 5 24575,'-19'-4'0,"-4"7"0,-11 13 0,-20 24 0,-7 12 0,-5 14 0,12-5 0,19 0 0,16-17 0,12 0 0,14-16 0,8-9 0,22-4 0,14-21 0,29-10 0,10-25-366,-39 18 1,-1-1 365,-4-4 0,-2-1 0,34-17 0,-27 5 0,-14 14 0,-19 12 0,-10 15 0,6 22 0,-9 7 0,20 23 731,-12-11-731,13 8 0,-10-21 0,9 4 0,-5-15 0,10 5 0,0-10 0,15 0 0,17-5 0,-26-3 0,3 0 0</inkml:trace>
</inkml:ink>
</file>

<file path=ppt/ink/ink1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19:18.55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480 72 24575,'-12'0'0,"-12"0"0,-5 13 0,-24 11 0,-9 19 0,-11 17-450,34-27 1,1 1 449,-28 39 221,16-11-221,23-5 0,20-18 0,15-1 0,17-15 0,17-7 0,27-13 0,-17-12 0,1-4 50,-4 0 0,0-3-50,10-10 0,-3-5 0,-12 2 0,-3-3 0,-3-3 0,-4-3 0,23-38 0,-23 4 0,-10-9 0,-16 24 0,-3 13 0,-5 27 0</inkml:trace>
</inkml:ink>
</file>

<file path=ppt/ink/ink1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19:18.84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 24575,'8'49'0,"-1"5"0,1 7 0,0 5 0,3 0 0,4 17 0,1-17 0,-1 10 0,-4-19 0,-4-13 0,-2-3 0,1-14 0,-1-4 0,-1-1 0,3-6 0,-3 7 0,3-7 0,1 3 0,-4-4 0,3 0 0,-6-3 0,2-4 0,-3-5 0</inkml:trace>
</inkml:ink>
</file>

<file path=ppt/ink/ink1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19:20.00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90 24575,'19'0'0,"4"0"0,14-3 0,27-1 0,10-4 0,-5 3 0,4 1 0,-20 0 0,3 0 0,36-3 0,2 0 0,-38 3 0,-2 0 0,11-4 0,-6 0 0,-1 3 0,-26-5 0,-17 9 0,-8-2 0,1 3 0,3 0 0,-3 0 0,0 0 0,-5 0 0</inkml:trace>
</inkml:ink>
</file>

<file path=ppt/ink/ink1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19:22.58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 24575,'27'32'0,"-4"19"0,-5 33 0,-13-26 0,-1 4-1588,0 3 0,-2 1 1588,-1 16 0,-2 1 0,0-11 0,-1 0 0,-1 4 0,0-3 258,1-18 1,-1-4-259,-2 40 631,5-44-631,4-17-1529,0-20 1,0-10 0,0 0 0</inkml:trace>
</inkml:ink>
</file>

<file path=ppt/ink/ink1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19:23.14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80 8191,'39'89'0,"-8"-1"3233,-6-17-3233,-9-8 2994,-4-30-2994,-2-12 1928,-6-24-1928,0-6 6069,6-26-6069,2-12 2160,7-22-2160,11 0 0,5-2 0,7 16 0,0 9 0,-1 20 0,-13 15 0,-6 8 0,-8 6 0,5 12 0,8 16 0,14 15 0,12 16 0,9 7 0,9-3 0,-5-8 0,-9-12 0,-12-16 0,-21-10 0,-3-5 0,-16-8 0,5-3 0,-2 0 0,0-4 0,13-7 0,6-5 0,-2 0 0,-3 1 0,-15 7 0</inkml:trace>
</inkml:ink>
</file>

<file path=ppt/ink/ink1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19:23.43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0 24575,'11'11'0,"1"8"0,10 26 0,-2 7 0,3 14 0,-1 12 0,-6-10 0,-1 15 0,-4-16 0,-7-7 0,3-14 0,-6-7 0,-1-9 0,-5-7 0,-2-4 0,-4-3 0,-1-8 0,0 2 0,4-9 0,5 3 0</inkml:trace>
</inkml:ink>
</file>

<file path=ppt/ink/ink1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19:23.73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1 158 8191,'51'-11'0,"1"-1"5063,22 1-5063,6-4 0,12 7 940,-36 3 1,3-1-941,-2 1 0,2-1 0,9-2 0,0 0 0,-6-1 0,-3 0 922,-5 0 0,-3 1-922,18-4 1595,-35 4 1,-20 4 0,-14 0-1</inkml:trace>
</inkml:ink>
</file>

<file path=ppt/ink/ink1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19:24.11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1 156 24575,'15'26'0,"-3"5"0,2 7 0,-5-2 0,5 9 0,1-3 0,1-1 0,-1-11 0,-7-12 0,-1-14 0,-7-7 0,4-2 0,3-26 0,-2 1 0,9-22 0,-2 6 0,6-7 0,2 7 0,6 1 0,-3 7 0,7 11 0,-3 5 0,3 7 0,4 3 0,4 1 0,-3 3 0,6 1 0,-13-1 0,-9 4 0,-9 0 0</inkml:trace>
</inkml:ink>
</file>

<file path=ppt/ink/ink1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19:25.30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62 24575,'35'-4'0,"5"0"0,31-7 0,6 3 0,4-7 0,-12 10 0,-13-5 0,-29 9 0,-9-2 0,-14 3 0</inkml:trace>
</inkml:ink>
</file>

<file path=ppt/ink/ink1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19:25.82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39 0 8191,'-21'59'0,"7"4"5063,11-8-5063,3 0 2818,6 1-2818,3-6 1719,6 0-1719,7 0 6784,1-7-6784,11 2 0,-6-9 0,12 1 0,-12-9 0,13-2 0,0-6 0,5-1 0,21-11 0,-17-1 0,-9-7 0,-24 0 0</inkml:trace>
</inkml:ink>
</file>

<file path=ppt/ink/ink1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19:26.20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293 1 8191,'-35'0'0,"0"6"5063,-6 10-5063,-2 8 2818,0 13-2818,1-1 1719,14 6-1719,9-7 6784,13-8-6784,9-8 0,1-11 0,7-5 0,8-6 0,11-8 0,19-12 0,6-8 0,9-7 0,-7 0 0,-14 3 0,-10 8 0,-21 12 0,-5 9 0</inkml:trace>
</inkml:ink>
</file>

<file path=ppt/ink/ink1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19:26.60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1 497 8191,'38'35'0,"-7"-14"5063,-13-8-5063,-7-13 2818,-7-3-2818,3-5 1719,-6-7-1719,6-18 6784,-3-13-6784,7-16 0,1-9 0,6 2 0,2 0 0,9 9 0,9 6 0,5 19 0,3 6 0,-2 21 0,-5 5 0,-4 14 0,-2 8 0,-17 12 0,5 4 0,-12 10 0,2-1 0,-7 2 0,3-4 0,-3-11 0,0-1 0,3-7 0,-6-3 0,6-5 0,-7-4 0,4-3 0,-1 3 0,5 1 0,10 0 0,-8-4 0,4-5 0</inkml:trace>
</inkml:ink>
</file>

<file path=ppt/ink/ink1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19:27.09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1 663 8191,'25'50'0,"0"-1"0,2-1 0,-2-3 4466,10 14-4466,-4-10 2889,-13-21-2889,-7-17 1791,-7-16-1791,-7-30 6559,-6-20-6559,-6-36 0,0-6-115,7 39 0,2-1 115,2 4 0,0 1 0,1-3 0,1 2-59,2 4 1,3 2 58,12-35 0,5 19 0,14 20 0,7 8 0,5 17 903,11 2-903,4 10 123,0 5-123,-4 3 0,-4 0 0,-21 3 0,-10 1 0,-12 1 0,-9 1 0,2-5 0,-3 3 0</inkml:trace>
</inkml:ink>
</file>

<file path=ppt/ink/ink2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19:27.45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16 8191,'79'-9'0,"-3"2"5063,-22 7-5063,10 4 2818,-3 0-2818,4 4 0,13 3 0,-4 1 0,13 3 0,-7-3 0,-11-1 1719,-23-7-1719,-17 0 6784,-18-4-6784,-4-3 0,1-5 0,0 3 0,-4-2 0,-1 7 0</inkml:trace>
</inkml:ink>
</file>

<file path=ppt/ink/ink2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19:27.81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20 147 8191,'-12'52'0,"4"-3"3910,12 18-3910,18-4 2944,13-5-2944,15-8 1855,3-19-1855,-10-19 6343,-6-20-6343,-7-29 1332,-7-21-1332,0-9 0,-8-7 0,-4 16 0,-3 1 0,3 9 0,-3 5 0,0 12 0,-5 6 0,-3 13 0,0 5 0,0 3 0</inkml:trace>
</inkml:ink>
</file>

<file path=ppt/ink/ink2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19:38.85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 24575,'23'14'0,"7"19"0,4 25 0,5 20 0,-18-25 0,1 1 0,0-2 0,-1 0 0,-4-1 0,0 0 0,17 40 0,-14-21 0,-2-12 0,-9-16 0,-2-19 0,-7-15 0,0-9 0,0-20 0,0-20 0,-4-18 0,10-21 0,-8 10 0,19-25-471,-4 11 471,10-13 0,6 14 0,-1 22 0,6 12 0,-14 22 0,-2 13 0,-11 10 0,11 11 0,5 2 0,32 20 0,-2 0 0,25 19 0,-29-11 0,8 14 0,-18-7 0,13 23 0,-11-6 0,9 17 0,-18-15 0,2 5 471,-1-6-471,-12-11 0,8-3 0,-13-13 0,2-7 0,-6-6 0,-4-10 0,-2-4 0,-5-5 0,3-3 0</inkml:trace>
</inkml:ink>
</file>

<file path=ppt/ink/ink2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19:40.43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87 24575,'28'-3'0,"18"2"0,20-6 0,31 3-1223,-3-7 1223,-37 4 0,0 1 400,26-7-400,-11-3 202,-31 11-202,-22-5 0,-5 9 0,-10-2 621,4 3-621,3 0 0,1 0 0,3 0 0,-3 0 0,2 0 0,-6 0 0,3 0 0,-7 0 0,0 0 0</inkml:trace>
</inkml:ink>
</file>

<file path=ppt/ink/ink2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20:02.96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0 24575,'19'22'0,"-3"19"0,6 22 0,-6 32 0,-5-45 0,0 1 0,-3 5 0,0-1 0,1-4 0,0 2-583,1 14 1,-1-1 582,-1-14 0,0 0 0,1 15 0,0-2 0,5 20 0,-7-28 0,0 1 285,3 20-285,1 10 0,-7-39 0,0-33 0,-4-10 0,0-24 0,0 12 0,0-8 0</inkml:trace>
</inkml:ink>
</file>

<file path=ppt/ink/ink2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20:03.42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215 0 8191,'-18'11'0,"8"-2"5063,-18 12-5063,-13 14 2818,-2 9-2818,1 6 1719,17-8-1719,21-4 6784,0-3-6784,11 3 0,1-6 0,14-2 0,9-4 0,14-2 0,26-4 0,11-6 0,16-10-326,-37-4 1,0-1 325,30-4 0,0-7 0,-53 7 0,-20-2 0,-15 7 0</inkml:trace>
</inkml:ink>
</file>

<file path=ppt/ink/ink2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20:03.94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392 0 24575,'-63'40'0,"2"12"0,23-19 0,1 5-2447,4 4 1,4 3 2446,-1 2 0,3 3 224,5 7 1,5 2-225,1 2 0,5 3 0,5 12 0,4-1 0,5-13 0,2-2 0,1 2 0,4-5 0,23 16 1011,-11-31-1011,3-20 0,-14-15 0,7-13 0,9-20 0,5-7 0,15-36 0,-1-5 0,-20 27 0,-1-3 0,-1 3 0,-1 1 0,11-43 0,-10 15 0,-9 7 2494,-4 16-2494,-7 3 939,3 17-939,-6 5 0,-1 14 0,-4 2 0,-4 6 0,0 0 0,1-3 0,-1 6 0,0-2 0,0-1 0,4 0 0,1 0 0,3 0 0</inkml:trace>
</inkml:ink>
</file>

<file path=ppt/ink/ink2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20:04.41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240 1 24575,'-35'25'0,"11"7"0,-35 42 0,21 14-4916,17-35 1,2 3 4170,2 21 0,4 0 745,5-24 0,3 2 0,12 43 0,6-5 2337,1-22-2337,14-4 0,5-8 1786,-9-34-1786,19 4 0,-24-26 0,20-35 0,-5-8 0,11-15 0,-4-24 0,-20 24 0,0-35 0,-17 18 0,0-5 0,-4 8 0,0 26 0,-4 10 6578,3 18-6578,-5 4 620,-2 7-620,-4 0 0,0 4 0,-9 0-1696,10 0 0,-3 0 0,10 0 0</inkml:trace>
</inkml:ink>
</file>

<file path=ppt/ink/ink2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20:06.19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55 0 24575,'-12'35'0,"-3"6"0,2 10 0,2 7 0,8 0 0,13 6 0,19 5 0,8-9 0,19 0 0,4-21 0,-8-16 0,0-8 0,-14-12 0,-8-6 0,7-5 0,-2-3 0,7-8 0,-8 3 0,7-6 0,-9 3 0,5-1 0,-7-2 0,-6 6 0,-2 1 0,-7 1 0,0 6 0,0-7 0,0 7 0,1-7 0,2 0 0,-2-1 0,3-2 0,-11 6 0,2 4 0,-5 5 0,2 3 0,-3 3 0,3 2 0,-3 13 0,4-1 0,-1 16 0,-2-5 0,1-1 0,-5-8 0,6-11 0,-6-8 0,2-4 0,-3-4 0,0-16 0,0 2 0,0-19 0,0 10 0,0 1 0,0 4 0,7 6 0,1 5 0,14 1 0,2 9 0,6-2 0,-3 7 0,-7 0 0,-6 0 0,-10 3 0,6 15 0,-1 0 0,3 15 0,-5-9 0,-4 10 0,-13 4 0,1-1 0,-17 11 0,6-16 0,-10-1 0,9-12 0,-1-8 0,7-7 0,-1-1 0,1-3 0,3 0 0,4-3 0,8-5 0,1 3 0,3-1 0</inkml:trace>
</inkml:ink>
</file>

<file path=ppt/ink/ink2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20:09.51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0 24575,'3'19'0,"1"14"0,4 18 0,0 8 0,3 10 0,0-8 0,5-3 0,-8-18 0,6-7 0,-13-21 0,9-5 0,-2-3 0,14-11 0,22-5 0,19-14 0,27-12-111,-28 2 1,-3 0 0,6 0 0,8-13-1</inkml:trace>
</inkml:ink>
</file>

<file path=ppt/ink/ink2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20:09.83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143 56 24575,'-25'48'0,"-3"4"0,-11 21 0,14-14 0,4 8 0,17-26 0,4 0 0,7-18 0,5-11 0,7-5 0,7-21 0,2-6 0,12-35 0,-8-5 0,-1-5 0,-10-4 0,-9 27 0,-4-15 0,-5 27 0,-6-3 0,-1 18 0,-4 4 0,0 7 0,1 1 0,2 3 0,2 0 0</inkml:trace>
</inkml:ink>
</file>

<file path=ppt/ink/ink2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20:12.92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 24575,'26'0'0,"18"0"0,35 0 0,-29 0 0,3 0-891,5 2 0,2-1 891,7 0 0,-4-1 0,27 7 0,-12-3 576,-48 1-576,-19 2 295,-15 4-295,-8 8 0,-14 12 0,-6 4 911,-6 3-911,13-13 0,-30 24 0,18-21 0,-37 31 0,15-19 0,-6 5 0,3-3 0,1 1 0,10 0 0,2-2 0,24-12 0,7-7 0,15-11 0,6-7 0,15 10 0,21-5 0,20 10 0,18-10 0,0-3 0,-1-6 0,-11-3 0,-22-1 0,-15-4 0,-20 1 0,2-1 0,8-6 0,17-6 0,5-3 0,1 0 0,-21 11 0,-6 5 0</inkml:trace>
</inkml:ink>
</file>

<file path=ppt/ink/ink2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20:13.32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231 107 24575,'-16'12'0,"-13"16"0,-3 11 0,-14 23 0,21-13 0,3 3-1047,-15 35 1047,22-25 0,6-1 0,16 23 0,11-4 0,42-13 0,-6-37 0,28-5 0,2-47 0,-32-11 0,-2-8 0,-4-1 0,-4-5 0,0-8 0,-7-3 0,-11 8 0,-6 2 0,2-33 343,-13-5-343,-14 13 0,-13 8 173,-11 12-173,-4 19 0,-10 4 0,-9 14 0,-1 5 531,-9 15-531,6 4 0,24 1 0,6-2 0</inkml:trace>
</inkml:ink>
</file>

<file path=ppt/ink/ink2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20:10.96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116 1 24575,'-7'21'0,"-1"20"0,0-28 0,1 36 0,-8 15 0,2 3 0,-2 26-8503,0-33 8503,7 10 1719,-3-15-1719,6-3 0,2 9 0,6-12 0,8 12 0,2-11 0,6-11 0,-1-9 6784,5-4-6784,0-5 0,4-2 0,-1-5 0,11-2 0,16 3 0,39 1-993,4-1 993,-33-8 0,3-2 0,-3-1 0,-1 0 0,-3-2 0,-1-1 0,1-1 0,-3 0 0,28 0 0,-32 0 0,-24-3 0,-26-1 0,-5-4 0,3 0 0,13-3 0,1 0 0,5 2 0,-8 2 0,-8 7 0</inkml:trace>
</inkml:ink>
</file>

<file path=ppt/ink/ink2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20:11.65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123 60 24575,'0'20'0,"-3"15"0,-5 9 0,-4 18 0,-3 0 0,3 6 0,1-13 0,7 2 0,0-18 0,4-12 0,0-20 0,-3-34 0,-1-8 0,-8-25 0,0 0 0,4 9 0,-2-5 0,9 21 0,-3-5 0,11 9 0,2 0 0,12 1 0,10 4 0,4 9 0,-10 0 0,19 9 0,-28 1 0,27 2 0,-16 5 0,4 5 0,-1 2 0,-3 4 0,-4 1 0,-8 4 0,-1 9 0,-2 0 0,-3 13 0,1-7 0,-9 10 0,-2-1 0,-6 6 0,-9-4 0,0-10 0,-6 0 0,2-18 0,1 7 0,-3-16 0,9 6 0,2-14 0,7 2 0,8-10 0,13-4-1696,-2 6 0,3-1 0,-11 10 0</inkml:trace>
</inkml:ink>
</file>

<file path=ppt/ink/ink2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20:15.05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68 0 24575,'15'30'0,"-3"15"0,7 24 0,-7 20 0,-4-20 0,-1 6-645,-4 1 0,0 2 645,2 13 0,1 2-3046,-5 2 1,-1-2 3045,0-11 0,0-2 0,-5 2 0,-2-2 389,2-14 0,-2-3-389,-5-2 0,-2-3 0,-6 38 0,-3-19 0,4 1 0,3-18 0,4 8 458,1-14-458,7-4 5067,1-15-5067,3-9 1078,0-7-1078,6 3 0,6-5 0,11 12 0,11-5 0,11 3 0,9-4 0,7-4 0,6-7 0,-8-4 0,-6-8 0,-19-4 0,-19-4 0,-1 1 0,-6-8 0,11 3 0,4-10 0,14-1 0,16-1 0,16-2 0,24 0 0,1 6 0,-2-2 0,-14 7 0,-30 0 0,-16 6 0,-17 2 0,-4 1 0,4-3 0,4-6 0,7-4 0,-5 0 0,-3 3 0,-7-2 0,-3 7 0,-4-1 0,3 1 0,-3 7 0,3 10 0,-2 21 0,-2 10 0,-6 26 0,-2-14 0,-6 24 0,3-30 0,-3 5 0,6-29 0,2-11 0,0-19 0,-5-19 0,-8-13 0,0-17 0,-3-5 0,4 6 0,3-13 0,1 23 0,10-7 0,2 22 0,20 7 0,0 9 0,20 6 0,-3 4 0,-2 5 0,-3 6 0,-11 5 0,1 8 0,-3 3 0,-2-3 0,-3 13 0,0-8 0,1 13 0,-5-3 0,0 6 0,-3 6 0,-4 0 0,-4 3 0,-4-8 0,-11-3 0,6-11 0,-2-6 0,4-14 0,13-4 0,-1-4 0,17-4 0,8-2 0,-11 4 0,1 0 0</inkml:trace>
</inkml:ink>
</file>

<file path=ppt/ink/ink2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20:15.75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777 8 24575,'-11'-4'0,"-4"1"0,-14 3 0,-21 3 0,-36 12 0,38-6 0,-2 2-1054,0 5 1,-1 2 1053,-4 2 0,2 2 0,7 1 0,1 1 253,-5 5 0,5 3-253,-12 20 0,22 0 0,38 0 0,23 0 0,34 9 0,-9-27 0,6-3 0,7-1 0,6-2-755,-5-4 0,4 0 1,-2-2 754,13 3 0,-2-2 0,1 4 0,-7-3 1409,0 0-1409,-43-6 0,-19-10 0,-16 3 0,-20 4 0,-1 2 0,-31 1 0,24-2 0,-11-4 0,22-5 0,-3-3 0,-1-4 0,-8 0 0,0-4 0,-10-7 2456,-1-11-2456,-2-10 0,2-2 0,9-13-1696,16 20 0,7-2 0,10 22 0</inkml:trace>
</inkml:ink>
</file>

<file path=ppt/ink/ink2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20:16.27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31 8191,'34'-7'0,"-9"5"5040,13-8-5040,45 6 0,-25 0 0,-1 1 0,-1 2 2821,-6 5-2821,9-3 430,-31 6 0,-11-7 1,-13 4-1</inkml:trace>
</inkml:ink>
</file>

<file path=ppt/ink/ink2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20:28.93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115 1 24575,'0'27'0,"0"17"0,0-3 0,0 23 0,0 2 0,3 10 0,1 19 0,-2-32 0,0 3 0,2-5 0,-1 3-365,0 28 0,0 2 365,-1-20 0,0 0-2801,1 17 0,-1 0 2801,-1-6 0,-2-1 0,-2-3 0,0-1-2343,1-11 0,-2 0 2343,-6 18 0,-2-1 0,4-20 0,1 1-362,-7 19 1,1 1 361,5-16 0,1-1 0,1-1 0,2 0 0,1-4 0,2 0 0,1 4 0,0-1 0,0-14 0,0-1 101,-1 3 0,-1-1-101,1 26 0,-2 14 0,3-20 0,-4 14 0,3-18 0,-6 15 0,7-1 0,-2-32 0,0 0 0,2 25 0,0 17 3540,0-43-3540,0 8 0,0-27 0,-3-1 6182,2-12-6182,-3-1 1543,1 0-1543,2 0 274,-2-6-274,3 11 0,-4-13 0,4 7 0,3-14 0,12 3 0,44-6 0,25 5 0,-33-5 0,2-1 0,2 2 0,-1 0 0,24-2 0,-14 0 0,-23 0 0,-18 0 0,-9 0 0,-6 0 0,3 0-6784,-3-4 6784,10 3 0,11-9 0,11 5 0,13-6 0,-17 4 0,27-4 0,-30 2 6784,18-2-6784,-25 4 0,-7 3 0,-8-3 0,0 6 0,-3-6 0,0 6 0,-1-2 0,1 3 0,-4-3 0,3 2 0,0-6 0,5 6 0,0-6 0,-1 7 0,-7-7 0,3 6 0,-3-6 0,4 6 0,-1-2 0,1 3 0,-4 3 0,6 5 0,2 14 0,4 7 0,-1 9 0,0-3 0,-7-4 0,3-8 0,-7-8 0,-1-11 0,-3-18 0,0-20 0,0-14 0,4-15 0,0-2 0,0-7 0,0-1 0,-1 2 0,1 2 0,4 18 0,-4 4 0,3 23 0,-3 2 0,7 10 0,4 5 0,5 3 0,2 11 0,15 5 0,-8 4 0,12 7 0,-15-7 0,-3-1 0,-1 10 0,-2-7 0,-4 22 0,-2-1 0,-10 25 0,-4-7 0,-4 21 0,-7-18 0,2-13 0,-19 13 0,-4-25 0,-9 8 0,-6-18 0,14-14 0,-1-6 0,8-5 0,2-4 0,5-4 0,3 0 0,5 4 0,4-3 0,-1 7 0,4-7 0,0 3 0,8-4 0,13-6 0,8 1 0,-4 1 0,-4 5 0</inkml:trace>
</inkml:ink>
</file>

<file path=ppt/ink/ink2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20:29.60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 24575,'7'28'0,"4"5"0,1 41 0,3 16 0,-3-25 0,-1 3 0,-4-6 0,0-2-2719,3 4 0,-1-2 2719,2 37 1316,-6-17-1316,8-6 0,-11-7 945,8-22-945,-6-12 0,4-21 0,0-14 2887,13-7-2887,13-12 0,-10 9 0,3-4 0</inkml:trace>
</inkml:ink>
</file>

<file path=ppt/ink/ink2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20:30.20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350 0 24575,'-16'0'0,"-2"0"0,-11 3 0,6 2 0,-17 16 0,19-6 0,-13 32 0,-2 13 0,-5 27 0,6-7 0,4 3 0,16-25 0,7-2-1248,5 6 1,6 2 1247,11 9 0,5-1 0,-5-11 0,3-2 0,11 11 0,3-6 0,12 3 0,-1-18 0,12-23 0,-16-14 0,6-5 0,-11-11 2495,-12-3-2495,0-5 0,-5 0 0,-5 5 0,0 3 0,-3 1 0,0 2 0,-4-2 0,-1 3 0</inkml:trace>
</inkml:ink>
</file>

<file path=ppt/ink/ink2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20:31.21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132 76 8191,'-32'0'0,"6"0"5063,7 0-5063,0 0 2818,3 0-2818,0 0 1719,12 0-1719,15 0 6784,-1 0-6784,15 3 0,-9 1 0,17 4 0,15 3 0,18-2 0,24 2 0,-35-9 0,1 0 0,10 0 0,1-1-554,-1 0 1,-1-2 553,1-2 0,-2 0 0,25-2 0,-18-6 0,-27 3 0,-13 1 0,-5-1 0,-7 4 0,3-6 0,-2 8 1107,2-8-1107,-2 6 0,2-1 0,4-1 0,5 1 0,4 1 0,8 1 0,7 3 0,8-4 0,3 4 0,-8-11 0,-17 10 0,-11-6 0,-14 7 0,-4-3 0,1 2 0,0-3 0,-4 11 0,-1-2 0,-10 10 0,2-3 0,-2-4 0,3-1 0</inkml:trace>
</inkml:ink>
</file>

<file path=ppt/ink/ink2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21:30.02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1 173 24575,'19'12'0,"0"6"0,-7 13 0,-1 5 0,-7 13 0,-1-6 0,-3-7 0,0 7 0,-7-1 0,6-7 0,-10 18 0,11-37 0,-4 12 0,1-16 0,2 3 0,-3 0 0,4-3 0,0-7 0,7-10 0,2-20 0,9-10 0,-2-22 0,9-8 0,-14 20 0,22-45 0,-14 40 0,15-35 0,-5 21 0,-9 14 0,2 4 0,-10 16 0,-4 11 0,-2 12 0,-1 7 0,6 8 0,7 7 0,9 15 0,18 13 0,5 11 0,11 11 0,3 4 0,-6 4-769,2 7 769,-10 4 0,-5-2 0,-22-37 0,-1 0 0,13 30 0,-4-10 0,-13-19 0,-7-23 0,-6-12 0,-2-8 0</inkml:trace>
</inkml:ink>
</file>

<file path=ppt/ink/ink2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21:30.36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0 8191,'61'4'0,"0"-1"0,-1 1 0,-1 1 2187,3 2 1,0 1-2188,-6 1 0,-2-1 2898,27 5-2898,-22-4 0,-23-6 0,-24-3 0,-5 0 0</inkml:trace>
</inkml:ink>
</file>

<file path=ppt/ink/ink2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21:31.12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0 228 24575,'18'28'0,"-1"-1"0,12 25 0,2 2 0,0 4 0,3 0 0,-14-18 0,1-8 0,-13-23 0,3 2 0,-3-15 0,-4-3 0,3-25 0,-6 11 0,-5-51 0,-1 27 0,-3-26 0,5 19 0,3 7 0,0 13 0,17-21 0,11 22 0,21-17 0,-8 25 0,25-5 0,-23 18 0,7-8 0,-18 14 0,-23 4 0,-6 14 0,-7 7 0,-7 16 0,-5 6 0,-3 4 0,-8 6 0,3-6 0,5-1 0,7-8 0,9-4 0,13-3 0,6 0 0,15 0 0,13 3 0,14-3 0,17-3 0,3-6 0,5-10 0,-21-5 0,-10-3 0,-25-4 0,-12-4 0,-9 4 0,-1-4 0,-1 4 0,-1 0 0</inkml:trace>
</inkml:ink>
</file>

<file path=ppt/ink/ink2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21:32.88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 60 24575,'11'18'0,"-2"-8"0,2 46 0,-4 6 0,-2-2 0,-2 5 0,-1-8 0,0-2 0,1 41 0,-3-16 0,0-52 0,0-2 0,0-34 0,0-23 0,-3-1 0,-1-12 0,0 19 0,-10-37 0,4 18 0,-5-27 0,7 11 0,5 10 0,3-3 0,7 11 0,-2 8 0,9 11 0,-2 5 0,3 13 0,4 2 0,7 21 0,15 17 0,10 22 0,-13-14 0,3 1-468,-4-2 0,1 0 468,7 5 0,2-3 0,29 18 0,-14-24 0,-24-20 0,-10-18 0,-9-14 0,8-13 0,7-29 0,-6 3 0,1-13 936,-6 9-936,0 7 0,-4-9 0,-4 15 0,-1-1 0,-8 18 0,0 5 0,-2 10 0,-4 1 0,4 4 0,-1 3 0,5 0 0,0 4 0,13 0 0,-14 0 0,7 0 0</inkml:trace>
</inkml:ink>
</file>

<file path=ppt/ink/ink2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21:33.29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70 1 14137,'-7'35'0,"-11"46"3086,1 0-3086,6-21 0,2 2 0,4-8 0,2-2 2097,11 47-2097,8-35 1172,7-17-1172,-4-29 0,6-28 0,2-21 0,1-2 0,8-28 3197,-11 13-3197,8-30 0,-20 34 0,1-31 886,-14 46-886,0-15 0,-4 19 0,3 12 0,-5-1 0,1 10 0,-2 0 0,-1 4 0,0 0 0,1 0 0,-1 0 0,4 0 0,0 0 0</inkml:trace>
</inkml:ink>
</file>

<file path=ppt/ink/ink2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21:34.21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1 283 24575,'11'32'0,"-6"-8"0,5 41 0,-9 18 0,6 1 0,-7 6 0,4-41 0,-4-22 0,0-20 0,3-7 0,-2-28 0,2-9 0,1-20 0,3-4 0,2 1 0,2 16 0,6-29 0,4 25 0,12-27 0,5 19 0,-6 16 0,32-20 0,-34 35 0,43-27 0,-52 41 0,14-6 0,-28 17 0,1 0 0,16 44 0,-2-2 0,0 3 0,0 3 0,17 34 0,-15-37 0,1 2 0,1 0 0,1 1 0,24 38 0,-3-3 0,-10-14 0,-7-18 0,-12-13 0,-8-20 0,-11-10 0,-1-4 0,-2-4 0</inkml:trace>
</inkml:ink>
</file>

<file path=ppt/ink/ink2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21:34.53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99 24575,'60'-11'0,"2"6"0,13-9 0,15 9 0,0-6 0,4 4 0,-14-4 0,-22 2 0,-17-2 0,-19 4 0,-11 3 0,-7 0 0,0 4 0</inkml:trace>
</inkml:ink>
</file>

<file path=ppt/ink/ink2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21:35.25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0 219 8191,'18'14'0,"12"13"5063,27 29-5063,-21-18 2818,2 1-2818,-35-40 1719,-10-14-1719,-1-4 6784,-4-1-6784,-9-15 0,7 9 0,-5-8 0,5 2 0,8 4 0,10-23 0,15 16 0,19-8 0,8 24 0,4 0 0,-4 11 0,-12 1 0,-11 7 0,-12 3 0,-4 2 0,0 6 0,-2 8 0,5 8 0,-9 11 0,-1 12 0,-7 1 0,-2 6 0,-2-6 0,7-9 0,0-4 0,4-11 0,0-4 0,7-4 0,5-4 0,11 1 0,-3-8 0,39 6 0,-18-12 0,19 4 0,0-6 0,-35 0 0,11 4 0,-30 0 0,-6 4 0,0-4 0,0 0 0</inkml:trace>
</inkml:ink>
</file>

<file path=ppt/ink/ink2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21:36.26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73 1 24575,'8'11'0,"-1"18"0,-2 21 0,-5 39 0,-6-36 0,-1 3 0,1 1 0,-1 0 0,-10 28 0,2 7 0,3-23 0,0-4 0,5-15 0,3-38 0,4-5 0</inkml:trace>
</inkml:ink>
</file>

<file path=ppt/ink/ink2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21:37.15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99 24575,'12'9'0,"-4"11"0,-2 62 0,-5-29 0,1 14 0,0-2 0,-2-23 0,0 32 0,3-61 0,1 0 0,4-39 0,-1 4 0,4-44 0,-2 22 0,5-34 0,-5 34 0,15-26 0,-6 30 0,15-19 0,-6 22 0,6 13 0,2 6 0,3 10 0,0 11 0,0 13 0,13 21 0,1 11 0,8 14 0,-3 2 0,-11-11 0,-5-1 0,-17-21 0,-6-11 0,-11-10 0,-2-13 0,5-12 0,5-15 0,12-13 0,11-7 0,1 5 0,-5 10 0,-11 16 0,-9 9 0,-10 13 0,3 5 0,-3 17 0,4-3 0,13 49 0,0-18 0,13 30 0,0-19 0,-7-13 0,6-2 0,-13-10 0,-1-15 0,-1 11 0,-12-24 0,7 14 0,-12-23 0,12-3 0,0-14 0,13-8 0,-2 3 0,-1-5 0,-12 15 0,-4 0 0</inkml:trace>
</inkml:ink>
</file>

<file path=ppt/ink/ink2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21:37.51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132 0 24575,'-32'50'0,"6"0"0,0 24 0,9 5 0,5-30 0,2 2 0,1 38 0,13-2 0,15-7 0,19-13 0,15 0-419,-10-40 1,4-5 418,2-1 0,2-3 0,12-4 0,1-4 0,-6-1 0,0-3 0,6-3 0,0-2 0,36-4 0,-9-2 206,-45-6-206,-29 3 0,-17 4 0,-18 0 0,11 4 0,-7 0 0</inkml:trace>
</inkml:ink>
</file>

<file path=ppt/ink/ink2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21:39.73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 24575,'40'0'0,"27"3"0,-25-2 0,5 1 0,9 0-828,29-1 1,1 1 827,-28 0 0,4 0 0,35 2 0,14 0 0,-22-1 0,-12 2 0,11 1 0,-7-1 0,-47-4 536,-4 5-536,-17-1 0,-19 2 68,-6 8 1,2-9-1,0 4 1</inkml:trace>
</inkml:ink>
</file>

<file path=ppt/ink/ink2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21:40.26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0 24575,'11'12'0,"-6"-1"0,32 4 0,1-2 0,7 2 0,14-6 0,1-2 0,-11-1 0,23-3 0,21 0 0,-13-1-3972,15-2 3972,-19 0 0,14 0 0,-7 0 0,-2 0 0,-1 0-36,-6-1 1,3 0 0,-5 0 35,5 1 0,-3-1 0,15-3 0,-15 1 0,-38 2 0,5-2 0,-50 6 0,-4 2 0,2-1 0,8-1 0</inkml:trace>
</inkml:ink>
</file>

<file path=ppt/ink/ink2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21:40.84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 24575,'25'0'0,"43"0"0,-38 0 0,61 0 0,7 3 0,-46-1 0,2 0-774,16 1 1,-1-1 773,-13 0 0,-5-1 0,28-1 0,-18 0 0,-3 0 0,-10 0 0,4 0 0,0 0 502,3 3-502,28 2 0,-32-1 0,22 6 64,-57-8 0,12 5 0,-24-7 0</inkml:trace>
</inkml:ink>
</file>

<file path=ppt/ink/ink2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21:44.37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131 263 8191,'10'46'0,"-6"19"0,-3 20 0,0-7 1658,1-13 1,0 1-1659,0 23 0,-1 9 0,-2-17 2969,-6-1-2969,7-7 1921,0-34-1921,0-20 6095,0-17-6095,0-30 0,0-15 0,-3-19 0,-3 11 0,-1-5 597,-1-1 1,-1-1-598,-3-10 0,-2-4-639,1-16 0,-1 1 639,3 28 0,0 1 0,-1-11 0,2 3 0,1-6 0,3 24 0,9 6 0,1 29 801,17-12-801,-3 19 1364,25-7-1364,30 9 0,2 3 0,2-2 0,13 21 0,-50-12 0,18 12 0,-33-7 0,-14 1 0,8 24 0,-6-15 0,1 28 0,-10-13 0,-7 35 0,-9-9 0,-15 23 0,6-42 0,-32 30 0,14-39 0,-29 21 0,28-31 0,-14 1 0,14-16 0,-17 6 0,12-11 0,8 3 0,18-6 0,11 6 0,1-7 0,7 7 0,-4-2 0,4 2 0,0 8 0,7 4 0,-5-5 0,4 0 0</inkml:trace>
</inkml:ink>
</file>

<file path=ppt/ink/ink2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21:51.86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15 222 24575,'5'11'0,"-2"18"0,-3 8 0,-7 27 0,2-8 0,-3 5 0,5-18 0,3-16 0,3-13 0,2-14 0,9-7 0,12-12 0,9-8 0,24-11 0,4 0 0,23-4-631,-39 22 1,4-1 630,18-4 0,5 0-1486,15-1 1,5 0 1485,-21 6 0,2-1 0,-1 2 0,-7 3 0,-2 2 0,0-1-632,30-8 1,-6 0 631,-24 7 0,-6 1 0,-8-1 0,-4 1 0,20-7 245,-36 13 1,-18 3 0,-13 10 0</inkml:trace>
</inkml:ink>
</file>

<file path=ppt/ink/ink2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21:54.81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591 1 24575,'-11'14'0,"-18"16"0,-7 14 0,-11 3 0,-9 19 0,15-20 0,-21 24 0,10-11 0,-9 6 0,10-7 0,6-8 0,10-8 0,11-14 0,6-6 0,11-14 0,2-8 0,-2-4 0,7-14 0,-4-2 0,4-11 0,0 15 0,0 2 0</inkml:trace>
</inkml:ink>
</file>

<file path=ppt/ink/ink2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21:55.17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 24575,'8'7'0,"13"15"0,6 13 0,19 19 0,-6-9 0,11 4 0,3 0-575,16 5 575,-20-13 0,2-1 0,-6-9 0,-3-5 0,19 9 142,10 10-142,-16-14 0,-22-12 0,-11-4 0,-12-8 0,-8-2 0,-3-2 0</inkml:trace>
</inkml:ink>
</file>

<file path=ppt/ink/ink2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21:59.46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0 24575,'0'42'0,"0"1"0,0 16 0,0 8 0,0-10 0,0-4 0,0 3 0,3 13 0,2 26 0,-1-49 0,2-24 0,-1-18 0,2-1 0,1-10 0,3-1 0,1-11 0,6 0 0,-5 0 0,21-17 0,-18 17 0,43-37 0,-33 35 0,16-11 0,3-2 0,-9 9 0,16-12 0,4-3 0,4-3 0,13-11 0,-13 9 0,-24 13 0,-7 3 0,-9 12 0,-20 17 0,0 8 0,0-4 0,0 0 0</inkml:trace>
</inkml:ink>
</file>

<file path=ppt/ink/ink2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22:10.03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0 24575,'11'29'0,"4"4"0,4 26 0,4 8 0,0 14 0,3 10-679,-11-41 1,0 2 678,2 3 0,1 3 0,1 10 0,1 2 0,4 0 0,-1-2 0,-8-15 0,1 1 0,11 17 0,0 0 0,-9-23 0,-1 1 0,7 15 0,1 1 0,-3-10 0,-1-2 148,17 38-148,-10-17 0,0-3 0,-12-9 0,0-8 0,-5 6 0,-4 12 0,-3-24 0,0 27 1017,-8-28-1017,-3 26 0,-2-23 0,-5 24 192,8-52-192,-7 37 0,8-39 0,-6 17 0,-1 3 0,-3-6 0,-1 18 0,1-13 0,0-4 0,0 9 0,-2-14 0,5 4 0,2-12 0,6-10 0,0-1 0,0-6 0,4-2 0</inkml:trace>
</inkml:ink>
</file>

<file path=ppt/ink/ink2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22:11.30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245 86 24575,'-12'-12'0,"-3"1"0,7 3 0,0 8 0,5 0 0,6 12 0,5 0 0,10 3 0,9 0 0,8 1 0,-7-8 0,-6-1 0,-12-7 0,-5-3 0,-5-2 0,-8 1 0,-7-3 0,2 7 0,-26-10 0,2 4 0,-21-5 0,14 4 0,-13 3 0,36-3 0,-14 6 0,27-2 0,0 3 0,4-4 0,-3 4 0,6 0 0,5 4 0,1 4 0,9-1 0,1 4 0,8 5 0,4 3 0,14 11 0,-2 2 0,17 10 0,-2 7 0,6 2 0,5 10 0,-11-13 0,-15-10 0,-11-12 0,-16-18 0,0-1 0,-5-10 0,-4-5 0,-3 0 0,-3-7 0,-1-3 0,-4 4 0,-3-17 0,6 20 0,-9-23 0,9 12 0,-6-15 0,-4-7 0,6 13 0,-9-24 0,10 28 0,-3-7 0,6 6 0,-2 15 0,7-13 0,-7 14 0,6-9 0,-3 11 0,1-1 0,2 5 0,-2 2 0,3 3 0,0 5 0,0 8 0,0 3 0,0 1 0,0-4 0,0-5 0,0-3 0</inkml:trace>
</inkml:ink>
</file>

<file path=ppt/ink/ink2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22:13.71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 22769,'7'16'0,"1"12"882,3 4-882,-3 35 0,3-18 0,-5 3 0,-1 1 0,0-4 0,2 10 0,0 2 0,-2 8 0,-1-16 0,0-2 0,-1 6 0,0 15 0,1-17 0,4 42 0,-4-14 0,0-26 0,-1 0 0,1 19 0,2-21 0,1-2 0,-2 8 0,3 4 0,-1 2 0,-2 10 0,1-11 0,-1-1 0,-1-3 0,3 19 0,-6 3 0,2-2 0,-3-27 0,0-3 0,4 4 303,0 44-303,7-27 0,-6 22 77,4-34 0,-1-4-77,-6 2 0,8 25 0,1 8-376,-7-37 0,1 1 376,4 27 0,2 3 0,-2-16 0,1-3 0,1-8 0,0 0 0,3 11 0,1 0 0,0-9 0,0 1 0,-2 5 0,0-1-376,0-17 1,0 0 375,-1 8 0,-1-1 0,9 23-175,-7-29 1,-1-1 174,8 31 0,-1-2 0,-1-4 0,-2 1 0,-1-15 0,0 20 0,0-20 0,0 14 1148,4-15-1148,4 9 784,4-2-784,-4-11 0,9 11 387,-4-11-387,3 4 0,-1 1 0,-7-17 0,-4 10 0,-4-17 0,-1 9 0,-5-7 0,5 5 0,-5 6 0,2-6 0,-4 9 0,-3-11 0,0-7 0,-11 26 0,-2-15 0,-3 13 0,-12 26 0,9-50 0,-4 19 0,-1-1 0,-2-20 0,-3 15 0,-1 1 0,-4-6 0,-18 38 0,16-28 0,-2 11 0,2 10 0,7-8 0,-2 22 0,11-23 0,1 4 0,4-14 0,-1-15 0,7-2 0,-1-17 0,6-1 0,0-8 0,-4-6 0,0-2 0,-4-6 0,0-2 0,1 1 0,-1 1 0,0-1 0,1 0 0,-1 0 0,4-3 0,-3 6 0,3-2 0,-4-4 0,0 6 0,-6-10 0,1 7 0,-9-3 0,6-1 0,-7 4 0,7 0 0,-3 4 0,7-3 0,1 2 0,10-2 0,2 10 0,14 5 0,11 24 0,9 2 0,-6 1 0,9-3 0,-21-19 0,6-1 0,-15-10 0,-6-2 0,5 0 0,6 4 0,19-4 0,-3-1 0,5-9 0,-18 1 0,-6-10 0,-7 3 0,-2 1 0,-1 3 0,-4 5 0,-4 3 0,0 3 0,1 1 0,3 1 0,0-2 0</inkml:trace>
</inkml:ink>
</file>

<file path=ppt/ink/ink2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21:38.14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0 24575,'32'4'0,"18"3"0,11-2 0,14-1-2594,0-1 0,9 1 0,4-1 2594,-9 1 0,3 1 0,3-1 0,3 0-714,-3 0 1,3-1 0,3 1 0,-2-1 0,-1 0 713,11 1 0,0 0 0,-4-1 0,-3 1 0,7 1 0,-6 0 0,-2 0 0,-8-3 0,-3 0 0,-15-1 0,-2 3 2043,8-1-2043,-69 2 0,-10 2 0,-13 11 0,14-11 0,-7 7 0</inkml:trace>
</inkml:ink>
</file>

<file path=ppt/ink/ink2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21:38.79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40 0 24575,'-19'8'0,"7"-4"0,4-1 0,9-3 0,16 0 0,14 0 0,29 0 0,7 0 0,-15 0 0,4 0-1460,-5 0 1,4 0 1459,40 0 0,4 0 0,-28 0 0,-1 0 0,27 0 0,-2 0 0,-34 4 0,-7-1 0,34 2 0,-30 7 0,-40-5 0,-11 4 0,-7-2 2919,-7 19-2919,-1-13 0,-1 8 0,2-17 0</inkml:trace>
</inkml:ink>
</file>

<file path=ppt/ink/ink2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21:39.23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 24575,'35'4'0,"-2"3"0,25-3 0,29 3 0,17-1-2879,-32-4 1,2 0 0,6-1 2878,12 2 0,8 1 0,1 0 0,-6-1 0,1-1 0,-5 0 0,-1 0 238,1 1 0,-1 1 0,-10 0-238,-16 2 0,-7-1 0,2-2 0,-10 1 1633,-15 4-1633,13-4 0,-50 7 0,2-6 0,-3 2 0</inkml:trace>
</inkml:ink>
</file>

<file path=ppt/ink/ink2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21:56.22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515 0 24575,'-7'40'0,"-12"5"0,-9 16 0,-10 7 0,-11 9 0,8-6 0,14-28 0,-1 0 0,-16 31 0,18-31 0,-1 1 0,-20 35 0,1-4 0,8-20 0,14-23 0,6-19 0,14-24 0,0-18 0,8-7 0,-3-20 0,2 19 0,-3 7 0,0 20 0</inkml:trace>
</inkml:ink>
</file>

<file path=ppt/ink/ink2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21:56.60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0 24575,'8'11'0,"2"-2"0,4 36 0,3-8 0,23 47 0,-14-33 0,1-8 0,3 0-2074,24 29 2074,-9-22 0,8 7 0,-4-6 0,-7-9 0,0 0 0,10 9 0,6 6 0,-5-8 0,-6-10 0,-3-4 0,-1 4 0,-1-2 0,23 15 0,-37-31 0,-26-20 0,4 2 0,-10-3 0</inkml:trace>
</inkml:ink>
</file>

<file path=ppt/ink/ink2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21:57.53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0 474 24575,'8'-16'0,"-1"5"0,-3 15 0,3 4 0,7 52 0,0-3 0,11 34 0,-9-25 0,-1-27 0,-4-18 0,-3-21 0,3-4 0,18-17 0,14-3 0,25-18 0,15 0 0,7-1-465,-36 16 0,1-2 465,-9 4 0,0-3 0,11-11 0,0-3 0,-13 6 0,-1-3 0,6-7 0,-1-1 0,-12 9 0,-2 2 0,22-28 0,-22 22 0,-19 20 0,-8 7 0,-7 8 0,3 2 0,5-5 0,0 9 0,6-13 0,-5 12 930,-2-1-930,-3 7 0,-4 1 0,0-2 0</inkml:trace>
</inkml:ink>
</file>

<file path=ppt/ink/ink2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21:58.71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31 406 24575,'0'22'0,"-7"22"0,2 13 0,-6 6 0,7 4 0,0-20 0,4-7 0,3-15 0,2-20 0,2-3 0,8-15 0,7 0 0,20-20 0,-5 8 0,20-18 0,-3 7 0,8-16 0,2 2 0,-7-10 0,3-11 0,-9 10 0,2-12 0,-9 12 0,-5 6 0,-4 10 0,-9 15 0,-11 15 0,-4 8 0,-4 0 0,-2 3 0,5-1 0,-5 2 0,9 0 0,-5 2 0,2-6 0,-4 6 0,-3-2 0,0 3 0</inkml:trace>
</inkml:ink>
</file>

<file path=ppt/ink/ink2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22:17.47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1 899 8191,'51'3'0,"4"1"5063,20 4-5063,0 1 0,4-1 0,12 2 1056,-39-6 0,0-1-1056,0 1 0,0 0 0,5 0 0,-1 0 1660,35 3-1660,-4-2 0,-10 2 0,-5-7 0,0 4 6405,-10-4-6405,-9 0 0,15 0 0,-31 0 0,60-4 0,-36 0 0,35-3 0,-33-1 0,29 0 0,-21 4 0,26 1 0,-41 3 0,31 0 0,-24 0 0,11 0 0,7 0 901,7-4-901,-21 4 0,-14-2 0,0 0 0,7 2 0,38-3-630,-34-1 1,2 0 629,-1 1 0,3-2 0,3-2 0,6-2 0,-8 3 0,-9 2 0,0 1 0,5-4 0,6-2 0,-1 2 0,20 1 0,-3 1 0,-4 0 0,1 0 0,16-2 0,-5 2 0,-34 5 0,-5-1-101,4 0 1,-3-1 100,20 2 0,-9 0 0,0 0 0,19 0-1012,-5 0 0,8 0 1012,-8 0 0,1 0 0,1 0 0,4 0 0,-10 0 0,3 0 0,0 0-958,-11 0 0,-1 0 0,4 0 958,15 0 0,5 0 0,0 0 0,-4 0 0,0 0 0,2 0 0,5 0 0,3 0 0,-2 0 0,-5 0 0,-1 0 0,2 0-474,-18 0 0,2 0 0,-1 0 0,-3 0 474,9-1 0,-2 0 0,2 0 0,-6 0 0,2 1 0,2 0 0,-2 0 0,19-1 0,-1-1 0,2 2 0,-17-1 0,2 1 0,0 0 0,-1 1 0,-3-1 0,1 0 0,-2 0 0,-2 0 0,15 0 0,-2 0 0,0 0 0,7 0 0,2 0 0,-5 0 0,-15-1 0,-3-1 0,3 1 0,-4 1 0,4 0 0,-1 0 0,-5-1-581,-3 0 0,-4 0 1,3 0 580,24 1 0,5 0 0,-9 0 0,-10-2 0,0 1 0,8 0 0,7 1 0,-10 0 0,-16 0 0,0 0 0,19 0 0,11 2 0,-8 0 0,-6 3 0,-3-1-24,-8-2 0,5 0 1,-5-1 23,13 2 0,-4-1 0,4-2 0,0 0 0,-4 0 0,1 0 0,7 0 0,4 0 0,-24-2 0,2 1 0,-2-1 0,16 2 0,-2-1 529,6-3 1,-3-1-530,-15 3 0,-4 0 1168,-10-1 1,-1-1-1169,-3 0 0,2 0 0,13 2 0,-1 0 0,29-8 0,-21 7 0,-1 1 0,19-9 0,-37 5 0,-1 1 0,34-7 0,0 0 0,-3-2 0,11 4 0,-19-5 0,2 8 0,-7 1 0,1-1 0,19 2 0,-1 0 0,6-1 420,-16 0 0,-3-1-420,-3 3 0,1 0 0,9-4 0,0 0 0,-9 1 0,-2 0 340,-7-1 1,1-1-341,10 2 0,0 1 0,-13-3 0,-4 2 0,32-2 0,-29 1 0,-4-2 1406,4 1-1406,24-2 0,-22 5 0,8 5 0,6-3 0,16 4 0,-38 0 0,12 0 0,-12 0 0,-4 0 0,1 0 0,11 0 0,13-1 0,-2-1 0,-26 1-122,8 0 0,15 0 0,-7 0 122,-11 1 0,0 0 0,27 0 0,6 0 0,3 0 0,-2 0 0,-16 0 0,-1 0 0,0 0 0,-1 0 0,2 0 0,-4 0 0,-20 0 0,0 0 0,30-2 0,1 0 0,-31 2 0,-2 0 0,18-3 0,0-1 0,28-4 743,-42 6 1,-1-1-744,40-4 0,-34 5 0,-2 1 0,12 0 0,-14-2 0,2-1 0,27 0 0,-30-3 0,37-4 0,-43-1 0,36 0 0,-32 1 0,4 0 1369,2 3-1369,-3-3 0,13 0 0,-9 6 1100,16-9-1100,-7 9 0,15-6 0,5 0 0,-8 3-134,-28 2 1,1 1 133,39-3 0,-37 3 0,0-1 0,-2 2 0,-3 0 0,22-4 0,-7 3 0,-3 0 0,-11 3 0,28-3 0,4 0 0,4 5 0,-12-2 0,4 0-722,-21 2 0,0 0 722,24 0 0,0 0 0,-28 0 0,0 0 0,18 0 0,0 0-327,-16 0 1,-3 0 326,1 0 0,-2 0 0,43-5 0,-39 3 0,-4 0-96,2-8 96,38 6 590,-40 1-590,14 3 1432,-4 0-1432,9 0 0,-7 0 0,19 0 0,-2 0 0,4 0 0,-29 0 0,0 0 0,35 0 0,-40 0 0,0 0 723,32-3-723,-12 2 0,-15-3 0,35 4 0,-39 0 0,-1 0 0,1 0 112,13 0-112,3 0 0,-4 0 0,-8-3 0,20-1 0,-12 0 0,27 0 0,-15 4 0,13-8 0,-9 6 0,-11-10 0,16 8 0,-19 0 0,-10-3 0,39 6 0,-58-2 0,16 2 0,7 2-235,-7-3 1,0 0 234,9-1 0,2-1 0,5-2 0,-2 0 0,31-9 0,-39 3 0,2-2 0,-16 2 0,3-3 0,-3 6 0,-7-1 0,-5 9 0,12-9 469,-9 8-469,3-8 0,-8 6 0,-10 0 0,-13 1 0,-8 3 0,-10 0 0,-1 0 0,0 0 0,5 0 0,3 0 0</inkml:trace>
</inkml:ink>
</file>

<file path=ppt/ink/ink2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22:20.69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1 168 24575,'29'-11'0,"6"3"0,14-6 0,11-2 0,9 4 0,22-4-706,-33 11 0,2 2 706,1-2 0,-1 1 0,38-1 0,-2 3 0,2 1-1317,-36 1 0,2 0 1317,4 0 0,11 0 0,1 0 0,-5 0 0,-5 0 0,-3 0 0,0 0 0,5 0 0,1 0 0,3 0 0,16-1 0,3 0 0,-10 0 0,-16 0 0,1 1 0,1-1 0,13-1 0,0 0 0,-7 0 0,24-1 0,-7 0 0,3 2 0,1-2 0,-28-3 0,2-1 0,-1 2 0,-2 3 0,-1 2 0,-3-1 0,8-6 0,8 1 0,-9 4 0,13 2 0,6 0 0,-3 1 0,-10 0 0,-2 1 0,-7-1 0,4 1 0,6-1 0,5-1 0,2 0 0,-3 0-1040,17 2 1,-3-1 0,-4 1 1039,-23 0 0,-4 0 0,8-1-942,14 0 0,9-1 1,4 0-1,-3 0 942,-1 2 0,-1 1 0,1 0 0,1-1 0,-14 0 0,2-1 0,0 0 0,-1 0 0,-4 1 0,4-1 0,-4 1 0,-1-1 0,3 1 0,5-1 0,3 0 0,-1 0 0,-3 1 0,-10 1 0,-4 2 0,2 0 0,6-1 0,8-1 0,5 0 0,4-1 0,4 0 0,2 1-402,-14 0 0,4 1 1,1 0-1,3 0 1,0 0-1,0 0 0,-1 0 402,-2-1 0,0 1 0,-1-1 0,1-1 0,1 1 0,2-1 0,1 1-158,-12-2 1,3 1 0,1-1 0,2 0 0,-1 0 0,-1 0-1,-1 0 1,-3 0 0,-3 0 157,16 1 0,-4-1 0,-3 1 0,-1 0 0,1 0 0,1-1-133,-6-1 0,0 0 0,1 0 1,0 0-1,-1 0 0,0 0 1,-1 0 132,7 0 0,-2 0 0,-1 0 0,1 0 0,0 0 0,2 0-43,-8-1 1,1 0 0,1-1-1,0 1 1,0 0 0,0 0-1,-1 0 43,11 0 0,0 1 0,0 0 0,0 0 0,0-1 0,1 1 0,-10-1 0,1 0 0,1-1 0,0 1 0,-1 0 0,-2 0 0,-2 0 0,3 0 0,-2 1 0,-2 0 0,0 1 0,-1-1 0,1 0 0,1 0 0,0 0 0,-1 0 0,1 0 0,-1 0 0,1 0 0,1 0 0,0 0 0,0 0 0,0 0 0,-1 0 0,-3 0 0,5 0 0,-3 0 0,0 0 0,0 0 0,2 0 0,10 0 0,2 0 0,1 0 0,-2 0 0,-4 0 128,2 0 1,-3 0 0,-2 0 0,-1 0-129,-3 1 0,-2 0 0,-1 1 0,0-1 0,-1-1 0,-1 0 0,0 0 0,-1 1 0,-4 1 0,-2 0 0,0 0 0,3 0 0,7 0 0,3 0 0,0-1 0,-3 0 181,-7 0 1,-1 0-1,-1 1 1,0-1-182,2 1 0,0 0 0,0 0 0,-3 0 434,13 0 1,-3 0 0,1 0-435,2 0 0,1-1 0,-2 1 0,-10 0 0,-1 1 0,2 0 363,18 1 1,3 1 0,0 0-364,-1 0 0,0-1 0,1 2 0,-21 0 0,1 1 0,-1 0 0,1-2 0,-2 0 0,0-2 0,-1 0 0,-4 1 250,-1 0 0,-4 2 1,4-2-251,27-1 0,6-1 0,-16 0 0,-35 0 0,0 1 0,34 1 0,15 1 0,-17-1 0,6-2 0,-17 0 0,20 1 0,2 0 0,-13-1 512,-1-2 1,-2 0-513,10 0 0,9 0 0,-8 0 0,-5 0 0,-4 0 507,7 0 0,-1 0-507,-15 0 0,1 0 0,5 0 0,5 0 0,-9 0 0,-18-2 0,-2 0 0,10 1 0,7-2 0,-7 0 0,-3-3 0,-6 0 2571,43-6-2571,-45 3 0,-4-1 0,16 0 2760,2-6-2760,-19 6 2420,0 1-2420,0-5 1569,18 9-1569,-11-5 0,33 5 0,-24 1 0,28-3 0,-19 3 0,12-3 0,-9-4 0,6 2 0,0-2 0,12 4 0,-9-1-344,-32 3 1,3 1 343,7 0 0,1 0 0,-2-1 0,1 1 0,8-1 0,0 1 0,-5 0 0,-2 0 0,-8-1 0,-3 1-530,42-1 530,-11-1 0,-21 1 0,-12 2 0,3-1 0,27-4 0,-7 4 0,-22-6 0,-38 8 0,6-5 0,-18 7 0</inkml:trace>
</inkml:ink>
</file>

<file path=ppt/ink/ink2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24:56.16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39 450 24575,'8'16'0,"9"53"0,-11-3 0,0-5 0,-1 2 0,-7 30-719,1-40 0,-3 0 719,-12 46 0,8-37 0,-1 0 0,-8 31 468,4-12-468,6-44 238,7-20-238,-4-6 0,8-15 0,0-8 732,7-23-732,11-16 0,-1-32 0,3 6 0,-1-1-2263,-6-9 2263,-2 25 0,2-9 0,-3 8 0,-3 12 0,-2 2 0,4-29 0,2-1-267,-1 17 1,-2 4 266,-3 7 0,-2 1 0,12-33 0,-4 14 0,-3 9 0,-5 21 0,0 13 0,-6 18 0,6 9 0,4 21 0,12 16 2197,4 21-2197,10 18 0,-16-31 0,0 2-490,2 3 1,2 4 489,9 18 0,2 6 0,-7-12 0,0 4 0,-1-4 0,7 5 0,0 3 0,1 14 0,2 9 0,-6-18 0,4 2 0,-11-22 0,3 7 0,-4-9 0,6 12-114,-8-23 0,0 0 114,13 21 0,-5-9 0,-10-24 0,-13-22 0,-11-14 389,-5-22 1,2 9 0,3 1-1</inkml:trace>
</inkml:ink>
</file>

<file path=ppt/ink/ink2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24:56.68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8 220 24575,'0'-12'0,"-3"-2"0,2-1 0,-2-1 0,3 1 0,3 7 0,1 5 0,7-1 0,4 0 0,11-7 0,23 3 0,16-6 0,30-2-321,-42 8 1,1 0 320,-2-1 0,0 0 0,1 0 0,-3 1 0,17-8 0,-21 6 0,-28 7 0,-12 4 0,-1 2 0,2-3 0,-3 0 0,0 0 0</inkml:trace>
</inkml:ink>
</file>

<file path=ppt/ink/ink2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24:57.59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1 215 24575,'7'9'0,"1"15"0,3-3 0,-3 35 0,3 11 0,-8-15 0,-2 2 0,-1 38 0,-1-12 0,-5-16 0,5-34 0,-3 8 0,4-26 0,0-9 0,4-14 0,-3 2 0,5-9 0,2-1 0,0-15 0,3-8 0,-3-8 0,3-9 0,1 0 0,20-28 0,-13 37 0,23-33 0,-7 38 0,15-23 0,0 10 0,16-2 0,-27 24 0,4 11 0,-32 22 0,-4 7 0,0 10 0,1 6 0,14 11 0,5 10 0,11 6 0,8 7 0,-3 0 0,-9-11 0,-15-2 0,-12-20 0,-14 10 0,-2-6 0,-13 13 0,-5 4 0,-12-3 0,-7 10 0,9-16 0,8 1 0,18-15 0,7-8 0,11 4 0,8-6 0,19 5 0,12-2 0,15 0 0,17 2 0,11-5-657,-38-3 1,1-1 656,0-1 0,0 0 0,33 0 0,-19-1 0,-33-3 0,-15 0 0,-14 0 0,0 0 0</inkml:trace>
</inkml:ink>
</file>

<file path=ppt/ink/ink2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25:00.55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0 569 24575,'4'-19'0,"0"-17"0,3-27 0,1 7 0,0-34 0,9 21 0,0 2 0,9 3 0,4 23 0,-6 11 0,9 10 0,-9 9 0,9 8 0,1 6 0,15 9 0,12 11 0,8 8 0,14 14-633,1-4 633,-39-19 0,1 1 0,3-3 0,0-2 0,40 14 0,5-6 0,-3-7 0,-19-10 0,-11-3 0,-28-6 0,-14 0 0,-1-6 0,5-3 0,8-9 633,6-5-633,-5 6 0,18-11 0,-6 11 0,10-5 0,-5 3 0,-21 7 0,-7 5 0,-14 3 0,4 4 0,-6 0 0,2 0 0</inkml:trace>
</inkml:ink>
</file>

<file path=ppt/ink/ink2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25:20.57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1 159 24575,'22'0'0,"5"0"0,14 0 0,2 0 0,16 0 0,-1 0 0,7 0 0,12 7 0,-2-5 0,18 5-673,3-7 673,3 0 0,-48 0 0,0 0 0,2 0 0,-1 0 0,0-2 0,1 0 0,13 2 0,0-1 0,-9 0 0,-1-1 0,3 0 0,-1 1 0,32 0 0,-14-6 0,-21 3 0,-4 0 0,-13-3 0,-3 3 0,2-4 673,-13 4-673,-2 1 0,-7-1 0,3 3 0,-2-5 0,-1 5 0,-4-6 0,0 6 0,5-6 0,-4 7 0,9-7 0,-5 3 0,7-4 0,-4 0 0,0 4 0,-4-2 0,-3 5 0,-1-6 0,-3 6 0,-1-2 0,1-1 0,-1 4 0,4-4 0,4-3 0,-2 6 0,5-6 0,-10 7 0,3 0 0,-7-3 0,3 2 0,-3-3 0,4 4 0,0 0 0,-1-3 0,4 2 0,1-6 0,0 7 0,5-4 0,-7 4 0,-3 0 0,-18 7 0,-16 8 0,-29 6 0,26-5 0,-8-6 0</inkml:trace>
</inkml:ink>
</file>

<file path=ppt/ink/ink2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25:01.69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 24575,'0'37'0,"3"16"0,1 35 0,-2-24 0,1 3-1786,0 0 0,0 3 1786,-2-2 0,-1 3 0,0-3 0,2 0 0,0-2 0,-2 12 0,0-4 1115,0 8-1115,0-27 585,-4-16-585,3-18 0,-2-20 0,10-5 1872,8-5-1872,-2-2 0,29 1 0,5-6 0,26-3 0,-19 4 0,2-1-312,-8 1 0,1-2 312,9-4 0,-1-1 0,30-16 0,-17-4 0,-22 11 0,-18-2 0,-15 6 0,-4-6 624,-7 1-624,0-5 0,-4 3 0,0-11 0,-4 2 0,-3-13 0,1 13 0,-4-12 0,9 12 0,-2-3 0,-1 2 0,4 8 0,-4 6 0,4 11 0,0 8 0,0 4 0,0 6 0,4 22 0,3 23 0,2 29 0,-4-25 0,1 4-223,-2 10 1,-1 2 222,-1-3 0,0-1 0,1 5 0,1-2 0,0-9 0,0-2 0,1-1 0,1 0 0,10 42 0,-5-9 0,4-21 0,-7-17 0,3-16 0,-3-18 0,-4-9 0,9-11 0,3-7 445,15-4-445,0-11 0,6-11 0,-12 4 0,-7 7 0,-11 16 0</inkml:trace>
</inkml:ink>
</file>

<file path=ppt/ink/ink2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25:02.15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11 0 24575,'5'38'0,"-2"-16"0,-3 27 0,0-8 0,0 28 0,-3 19 0,2-18 0,-6 6 0,6-34 0,-6-11 0,16-15 0,-6-10 0,32-6 0,34 0 0,-9 0 0,5 0 0,1 0 0,-13 0 0,-3-1 0,0-1 0,2 1 0,8-9 0,-23 8 0,-13-8 0,-24 6 0,-1-4 0,-2 4 0,3 1 0</inkml:trace>
</inkml:ink>
</file>

<file path=ppt/ink/ink2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25:02.65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1 721 24575,'17'4'0,"-1"-3"0,-11 2 0,2-3 0,1-3 0,-1-1 0,4-17 0,8-14 0,4-26 0,-2 12 0,7-26 0,-8 13 0,13-19 0,2-6 0,0 14 0,-5 12 0,-1 16 0,-5 18 0,2 6 0,0 9 0,5 4 0,-4 5 0,0 10 0,-9-2 0,-3 13 0,4 12 0,0 20 0,12 25 0,-2 10 0,-10-34 0,0 1 0,-1-3 0,-1 0 0,0 3 0,0-1 0,17 41 0,-10-15 0,-2-2 0,-11-16 0,0-5 0,-3-16 0,-4-12 0,0-10 0,-4-5 0,-4-7 0,0 0 0,0-4 0,0 0 0</inkml:trace>
</inkml:ink>
</file>

<file path=ppt/ink/ink2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25:02.99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77 8191,'36'-8'0,"4"0"5063,-6 4-5063,1 1 2818,26-1-2818,-28 4 1719,37-7-1719,-32 3 6784,18-4-6784,-18-3 0,-11 3 0,-9 0 0,-10 5 0,-4 3 0,-1 0 0</inkml:trace>
</inkml:ink>
</file>

<file path=ppt/ink/ink2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25:03.94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0 24575,'7'28'0,"4"19"0,-2 31 0,-2-22 0,2 5-1182,1 8 1,0 2 1181,-1-3 0,0 0 0,3 3 0,-1-2 437,5 25-437,-5-3 0,4-28 464,-10-20-464,2-12 0,-7-21 0,3 1 0,-2-8 0,2-3 0</inkml:trace>
</inkml:ink>
</file>

<file path=ppt/ink/ink2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25:04.25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84 24575,'51'-11'0,"-9"6"0,8 0 0,5 0 0,25 1 0,-26 2 0,3-1-544,11-3 1,-1-1 543,-15 4 0,-2 0 0,10-6 0,-7 0 356,-10 4-356,-14-2 0,-21 7 0,-5 0 0</inkml:trace>
</inkml:ink>
</file>

<file path=ppt/ink/ink2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25:04.75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0 24575,'14'26'0,"-4"-5"0,11 33 0,-2 17 0,8 20-3283,-13-37 1,-1 0 3282,2-2 0,0-1 1241,8 42-1241,0-5 0,-1-19 0,-13-22 0,5-14 0,-13-21 0,2-5 0</inkml:trace>
</inkml:ink>
</file>

<file path=ppt/ink/ink2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25:05.47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0 24575,'11'0'0,"41"7"0,-21-2 0,51 10 0,-17-3 0,-1 3 0,-11-6 0,-28-3 0,-17-2 0,-8 4 0,-8 0 0,-8 7 0,-10-3 0,-6 10 0,4-5 0,6 5 0,14-3 0,5-3 0,3 13 0,10-4 0,3 12 0,13-5 0,4 5 0,-2-2 0,2 0 0,-11 3 0,-1-6 0,-2 2 0,-5 3 0,0 3 0,-6 9 0,-2 2 0,-6-4 0,-2-6 0,-2-10 0,2-11 0,-1-9 0,-2-8 0,3-3 0,-2 0 0</inkml:trace>
</inkml:ink>
</file>

<file path=ppt/ink/ink2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25:06.02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278 1 11065,'-34'40'0,"0"1"0,2-2 0,1 2 4611,-19 46-4611,10-8 0,6 11 0,19-13 0,8 7 0,10-7 0,12 3 0,8-10 0,22-9 0,9-8 0,-3-20 0,14-8 0,-13-13 0,27-8 2423,-25-4-2423,2-8 1396,-26-4-1396,-14-3 4763,-5 0-4763,-8 3 317,-3-2-317,0 6 0,0 0 0,0 5 0</inkml:trace>
</inkml:ink>
</file>

<file path=ppt/ink/ink2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25:06.36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0 175 24575,'8'-8'0,"16"-3"0,2-4 0,8 2 0,26-18 0,-30 19 0,30-19 0,-32 15 0,-1-3 0,-12 7 0,-8 5 0</inkml:trace>
</inkml:ink>
</file>

<file path=ppt/ink/ink2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25:07.25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86 116 24575,'4'26'0,"-1"15"0,-3 24 0,0 14 0,4 19-592,-4-46 0,1-1 592,0 1 0,1-1 0,1 45 0,2-1 289,-1-37-289,-1-11 0,-3-36 0,4-25 0,-4-4 0,4-35 895,-4 18-895,3-33 0,5 10 0,4-35 0,6 2 0,-8 39 0,0 2 0,9-20 0,10-9 0,2 26 0,11-11 0,3 15 0,4 15 0,4 8 0,5 7 0,6 11 0,-9 4 0,-13 9 0,-14 9 0,-12 13 0,-5 30 0,0 15 0,-6 25-2864,-3-41 0,-1 3 2864,-3 11 0,-1 0 0,-1-6 0,0 0-395,-2 15 0,-3-1 395,1-20 0,-3-3 0,-1 4 0,-3-2-143,-20 35 143,-15-23 0,-16-10 0,-5-13 0,-7-9 0,9-14 0,5-12 5365,9-8-5365,9-6 1086,5-1-1086,16-4 210,3 1-210,8-4 0,5 2 0,-2-5 0,3 2 0,4 0 0,1 5 0,3 3 0</inkml:trace>
</inkml:ink>
</file>

<file path=ppt/ink/ink2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25:07.86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0 471 8191,'16'46'0,"-2"10"5063,-6 3-5063,0 3 2818,3 2-2818,-6-16 1719,5-13-1719,-9-20 6784,2-20-6784,4-23 0,9-30 0,10-19 0,-8 27 0,1-1-344,2 2 0,1 0 344,1-2 0,2 1 0,2 1 0,2 0 0,-1 5 0,1 0 0,1 3 0,1 2 0,30-19 0,-7 16 0,-19 24 0,-14 14 0,-7 33 0,-5 8 0,9 31 0,-1 3 0,-1 6 0,4 11 0,-8-12 0,3 0 688,-8-16-688,1-9 0,-4-12 0,0 5 0,-4-5 0,0 8 0,0-5 0,0-4 0,0-11 0,-7-4 0,5-4 0,-8-7 0,9-4 0,-3-5 0</inkml:trace>
</inkml:ink>
</file>

<file path=ppt/ink/ink2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25:08.18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0 288 22546,'51'-9'0,"0"-1"0,6 0 0,0 1 0,-1 1 0,-1 1 0,5 2 0,-3-2 0,18-10 988,5-3-988,-18 0 341,-13-5-341,-16 5 173,-13 1-173,-2-3 527,-10 3-527,3-4 0,0 4 0,-6 7 0,2 5 0</inkml:trace>
</inkml:ink>
</file>

<file path=ppt/ink/ink2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25:08.74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0 236 24575,'14'32'0,"-4"1"0,7 24 0,-5-6 0,3 10 0,1-14 0,-5-1 0,-3-22 0,-5-13 0,-3-12 0,0-27 0,0-5 0,0-23 0,0-5 0,0 0 0,4-10 0,7 12 0,5-1 0,17 11 0,2 14 0,14 2 0,14 10 0,4 7 0,20 5 0,-2 11 0,-8 8 0,0 10 0,-31 6 0,1 17 0,-20-1 0,-8 17 0,-8 4 0,-7 2 0,-11 2 0,-12-1 0,-9-12 0,-11 4 0,-2-17 0,-9-1 0,-8-11 0,-7 0 0,-29-14 0,22-3 0,-17-10 0,37-4 0,14 0 0,16-3 0,14-1 0,1 4 0,7-3 0,-4 3 0,11-4 0,11-3 0,-7 6 0,6-1 0</inkml:trace>
</inkml:ink>
</file>

<file path=ppt/ink/ink2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25:09.32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 24575,'9'15'0,"4"21"0,4 44 0,7 4 0,-10-26 0,0 1 0,1-8 0,0-3 0,5 21 0,9 24 0,-6-28 0,1 16 0,1-2 0,-9-13 0,6 10 0,-3-10 0,4-4 0,0-2 0,-7-27 0,-2-7 0,-6-19 0,3-7 0,1-4 0,6-10 0,-2-6 0,3-11 0,-11 15 0,-1 2 0</inkml:trace>
</inkml:ink>
</file>

<file path=ppt/ink/ink2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25:09.66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0 121 8191,'22'-4'0,"35"-9"4796,34 7-4796,-38-1 0,2-1 0,6 4 0,-1 1 0,-7-2 0,-2-1 0,43-6 2851,-12-3-2851,-22 0 1751,-26 6-1751,-15-1 1671,-9 9 0,-9-2 0,2 3 1</inkml:trace>
</inkml:ink>
</file>

<file path=ppt/ink/ink2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25:10.98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506 0 8191,'-55'7'0,"0"0"0,-23 6 2352,11 0 1,0 1-2353,-6 6 2862,27-2-2862,16-6 1763,19 3-1763,11 0 6650,10 8-6650,13 11 0,33 16 0,9 2-230,-22-21 1,2 1 229,2-1 0,0 0 0,-4 0 0,0 0 0,3 1 0,-2 1 0,25 31 0,-13-12 0,-24 4 0,-11-20 0,-20-2 0,-9-4 863,-12-6-863,0-5 0,-9 3 0,-2-10 0,-8 4 0,-14-2 0,-2-2 0,-14-3 0,-6-2 0,-1-7 0,-1-4 0,15-3 0,11-5 0,17 0 0,19-2 0,15-5 0,1 9 0,6-3 0</inkml:trace>
</inkml:ink>
</file>

<file path=ppt/ink/ink2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25:11.62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90 190 24575,'20'30'0,"-5"5"0,-1 17 0,-9 4 0,5 9 0,-9-7 0,-1-11 0,-4-13 0,-4-19 0,0-11 0,-6-19 0,-2-11 0,-11-17 0,7-3 0,-6 0 0,17 12 0,-8-9 0,15 20 0,-1-9 0,7 24 0,7 1 0,4 7 0,8 14 0,10 10 0,16 25 0,-13-15 0,3 1 0,4 1 0,4 0 0,29 13 0,0-3-629,-30-20 1,-1-2 628,26 5 0,-6-6 0,-18-15 0,4-12 0,-25-14 0,-7-24 0,-4-19 0,-3-9 0,2-12 0,-5 2 0,1 6 0,-2 3 0,0 15 1257,-1 13-1257,-3 9 0,0 15 0,-4 8 0,0 4 0,0-1 0,3 1 0,1 2 0,1 2 0,-2 3 0</inkml:trace>
</inkml:ink>
</file>

<file path=ppt/ink/ink2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25:12.20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0 300 24575,'4'30'0,"3"11"0,5 7 0,7 30 0,3-3 0,9 17-355,-14-44 1,0-1 354,14 32 0,-1-7 0,-11-19 175,-7-18-175,-5-22 0,-7-15 0,-10-34 0,4-8 0,-12-20 0,6-11 0,0 1 0,1-9 0,6-3-20,5 36 0,2-1 20,3 0 0,5 0 0,3-4 0,6 2 0,24-28 0,16 14 0,6 21 0,-19 23 0,3 6 0,-32 16 0,1 1 0,-7 8 574,7 27-574,-11-10 0,13 29 0,-15-5 0,2 4 0,-7 11 0,-14-13 0,-7-5 0,-20-5 0,1-2 0,-9-4 0,10-4 0,1-5 0,11-6 0,4-1 0,0-4 0,7-7 0,-3 3 0,11-10 0,1 2 0</inkml:trace>
</inkml:ink>
</file>

<file path=ppt/ink/ink2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25:29.16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5315 778 24575,'4'-8'0,"-4"4"0,-18-6 0,7 8 0,-47-15 0,-12 3 0,8 1 0,-9-1-1665,-18-2 0,-7-3 1665,10 2 0,-4-2 0,-2 0-1449,-1 2 1,-1-1 0,-5-1 1448,11-1 0,-5-2 0,0 0 0,0 1 0,0 2 0,-1 0 0,1 1 0,4 0 0,13 1 0,2 0 0,1-1 0,-1 2-600,-25-5 0,-1 1 0,9 1 600,-4 0 0,11 1-1823,25 6 1,2 0 1822,-12-1 0,5 1 1391,-2 4-1391,-29-3 0,40 7 0,1 0 2617,-39 0-2617,32 1 0,1-1 0,-34-3 0,43 3 0,0-1 0,-34-6 0,-2 4 1859,17-1-1859,5 1 6551,12-1-6551,10 4 84,1 1-84,-3 3 618,-5 0-618,-12 0 0,-17-4 0,-15 3 0,-4-5-560,35 4 0,0-1 560,10 0 0,1-1 0,-10 0 0,0 0-160,9-1 0,2-1 160,-44 1 0,15-5 0,9 6 0,15 0 0,3-3 0,19 6 0,10-2 1101,13 6-1101,8 1 339,-4 18-339,-1 13 0,-4 16 0,1 14 0,3 4 0,0 1 0,-3 9 0,3 5 0,-4 5-609,5 7 609,4-46 0,1 0 0,-1 37 0,3-3 0,0-32 0,3 1 0,-2-33 0,6 5 0,-6-22 0,2-3 0</inkml:trace>
</inkml:ink>
</file>

<file path=ppt/ink/ink2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25:30.23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 24575,'16'0'0,"2"0"0,22 0 0,1 0 0,22 0 0,-9 0 0,-4 0 0,-15 0 0,-7 0 0,-15 0 0,1 0 0,-6 0 0,-1 0 0,-6 0 0,-2 0 0</inkml:trace>
</inkml:ink>
</file>

<file path=ppt/ink/ink2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25:30.61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39 0 8191,'-16'11'0,"4"1"5063,5 0-5063,3 6 2818,14-5-2818,3 13 1719,20-6-1719,9 3 6784,9-8-6784,9-7 0,-3-4 0,17-4 0,-17-4 0,2 0 0,-28-4 0,-13-3 0,-7 3 0,-3-3 0,3 0 0,-6-1 0,5 0 0,-9 1 0,2 4 0,-3-1 0,0 1 0,-3 3 0,2 0 0,-2 4 0</inkml:trace>
</inkml:ink>
</file>

<file path=ppt/ink/ink2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25:32.30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5531 1897 24575,'7'-8'0,"-3"-3"0,3-14 0,-6-14 0,2-18 0,-14-23 0,-6 5 0,-15-19-859,-14 6 859,20 40 0,-2 1 0,-7-3 0,-3 1 0,2 1 0,-2 1 0,-4 0 0,-2-1 0,-12-9 0,-1 0 0,10 11 0,-1 1 0,-9-5 0,-1 1 0,9 10 0,2 4 0,-16-10 0,-17-5 0,36 20 0,-10 2 0,8-2 0,1 8 0,-11-5 0,-4 0 0,-11 5 0,-7 1-524,18 6 1,-1 0 523,-3 2 0,-5 1 0,-1 0-985,-1 1 0,-2 0 0,-1 1 985,-2 2 0,-1 1 0,-2-1 0,-5-3 0,-2-1 0,0 0 0,1 3 0,0 0 0,3 1 0,12 0 0,2 0 0,0 0-541,-3 1 1,0-1 0,3 2 540,-21-2 0,5 1-248,11 1 1,4 0 247,-29-5 0,39 7 0,4 0 0,-12-3 590,14 4 1,-1 1-591,-24-4 0,9 5 0,-21-3 0,-8 1 373,27 0 1,-5 0-374,-17-2 0,-4 1-376,22 1 0,-1 2 0,-2-1 376,-4-2 0,0 1 0,1 0 0,9 1 0,2 1 0,2-1-72,-24-2 0,7-1 72,28 3 0,6 0 197,-14-5-197,33 13 0,26-4 1891,13 22-1891,-7 8 3310,7 22-3310,-3 11 0,1 15 0,-2 2 126,-3 12-126,0-39 0,0 0 0,0 39-116,0-43 1,0-2 115,0 20 0,0-14 0,0-13 0,0-9 0,0-16 787,0 8-787,0-12 241,3 5-241,-2-2 0,3-4 0,-1-1 0,-2-4 0,2-2 0,-3-2 0</inkml:trace>
</inkml:ink>
</file>

<file path=ppt/ink/ink2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25:33.05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38 24575,'16'-4'0,"18"-3"0,6 7 0,28-7 0,16 6 0,-6-2 0,-3 3 0,-29 0 0,-16 0 0,-22 0 0,-54-4 0,-3 3 0,-42-5 0,18 5 0,8-3 0,14 4 0,21 0 0,12 4 0,7 4 0,-1 0 0,0 3 0,4-3 0,5 0 0,3-1 0,0 1 0,0 0 0,3-1 0,5 4 0,10 1 0,12 4 0,16-4 0,15-1 0,15-7 0,1-1 0,-1-3 0,-19-6 0,-19 4 0,-16-8 0,-14 9 0,-5-2 0</inkml:trace>
</inkml:ink>
</file>

<file path=ppt/ink/ink2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25:35.29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12927 490 24575,'-7'-5'0,"-4"-1"0,-1 1 0,-17-6 0,-24 0 0,-27-1 0,18 5 0,-8 1-1223,7 2 1,-6 0 0,-2-1 1222,-7 2 0,-3-1 0,-8 0-1114,4-1 0,-9-1 0,-4 0 1,-2 0-1,1 0 1114,15 1 0,1 0 0,-1 0 0,-2 0 0,-1 0 0,-2 1-533,0-1 1,-1 0 0,-3 1 0,-1-1 0,0 0 0,-2 1 0,1-1 532,7 1 0,-2 0 0,0 0 0,0 0 0,-1 0 0,0 1 0,1-1 0,0 1-356,-10-1 0,1 1 0,-1 1 1,1-1-1,0 1 0,-2-1 1,0 0 355,9 0 0,-1-1 0,-1 1 0,0-1 0,0 0 0,0 1 0,0-1 0,1 1-117,3 0 0,0 0 1,1 1-1,0-1 1,-1 1-1,0-1 1,-1 1-1,-1-1 117,2 0 0,-2-1 0,-1 1 0,0-1 0,-1 1 0,1-1 0,2 0 0,2 1 0,3 0 0,-6 0 0,4 0 0,2 1 0,1-1 0,-1 0 0,-1 1 0,-2-1 0,-2 1 0,-4-1 0,-1 1 0,-1-1 0,0 1 0,3-1 0,4 1 0,5 0 0,-13-1 0,5 0 0,5 0 0,0 0 0,-3 1 0,-5-1 0,-1 0 0,-1 0 0,2 0 0,1 0 0,5 1 0,1 0 0,1 0 0,1-1 0,3 1 113,-6-2 1,2 1 0,1-1 0,-2 1-114,-9 0 0,-1 0 0,-1 1 0,3-1 0,8-1 0,1-1 0,2 0 0,4 1 0,-5-1 0,4 1 0,-3 0 278,7 1 1,-5 0 0,3-1 0,7 1-279,-17-2 0,3 0 0,4 3 0,-5 0 0,1 0 0,10 0 0,1 0 0,-2 0 0,-9-1 0,-1 0 0,0 1 0,8 1 0,2 1 0,-2 0 0,-9-1 0,-1-1 0,2 2 0,11-1 0,1 1 0,1 1 606,2-1 0,0 0 0,3 0-606,-27 0 0,6 0 1627,21 0 1,7 0-1628,10 0 0,6 0 3713,-2 0-3713,29 0 2908,22 0-2908,10 6 2292,4 3-2292,7 13 0,5 2 0,17 34 0,-10-14 0,13 30 0,-12-16 0,3 4 0,0 13 0,-4-4 0,3 5 0,-6 7 0,0-8 0,-8 16 245,-5-2-245,-6 2 0,2-4 0,-2 0-25,0-15 25,-1 3 0,-4-14 0,-2-6 0,1-6 0,-5-4 583,3-6-583,-8 0 25,0 2-25,-4-9 0,1 9 0,-1-6 0,4-7 0,0 5 0,4-13 0,0 3 0,0-7 0,0-5 0,0-3 0,0 3 0,0 1 0,4 6 0,-4-5 0,7 19 0,-6-3 0,6 17 0,-3 7 0,4-5 0,-1 8 0,1-12 0,-1-6 0,-2-8 0,-2-7 0,0-3 0,-2-2 0,6 8 0,-6-1 0,5 12 0,-1-2 0,2 0 0,1-4 0,-4-11 0,-1-6 0,1-9 0,-3 1 0,2 2 0,4 7 0,-2 2 0,2 5 0,0-2 0,-3-1 0,1-3 0,-2-5 0,0-4 0,2 4 0,-1 1 0,2 4 0,-5-1 0,9 18 0,-5-7 0,6 12 0,-3-9 0,0-1 0,-4-4 0,3-9 0,-7-8 0,4-7 0</inkml:trace>
</inkml:ink>
</file>

<file path=ppt/ink/ink2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25:35.76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42 24575,'40'-3'0,"14"-1"0,19-4 0,14 1 0,-16 2 0,9-1 0,-35 5 0,-8-6 0,-20 6 0,-26 1 0,-4 5 0,-11-1 0,8-1 0,6-3 0</inkml:trace>
</inkml:ink>
</file>

<file path=ppt/ink/ink2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25:36.31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1 127 24575,'12'16'0,"19"9"0,-9-1 0,22 11 0,-2 0 0,1-4 0,-9-12 0,-8-4 0,-11-11 0,-4 0 0,-3-4 0,0-4 0,-1 0 0,4-4 0,-2 1 0,8-1 0,-4-3 0,9 3 0,-3-3 0,1 0 0,-2-1 0,-3 0 0,4-9 0,0 1 0,1-10 0,-2 3 0,-3-6 0,-3 8 0,-1-1 0,-7 8 0,3 2 0,-9 8 0,4-2 0,-9 9 0,3-2 0,-4 3 0,4 0 0,1 0 0</inkml:trace>
</inkml:ink>
</file>

<file path=ppt/ink/ink2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25:52.74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32 0 24575,'-5'64'0,"-1"-11"0,3 0 0,1 1 0,-2 4 0,0 4 0,1 1 0,2 10 0,-2 19 0,6-15 0,-2-18 0,6-16 0,-6-17 0,2-22 0,-3-8 0,3-22 0,-2-9 0,6-22 0,-3-4 0,4-22 0,-1-13 0,4 17 0,-2-10 0,5 31 0,-2 3 0,3 7 0,0 21 0,4 5 0,-3 10 0,12 1 0,-3 7 0,15 1 0,3 9 0,3 6 0,-1 5 0,-13 1 0,-14-6 0,-21 10 0,-17-2 0,-18 11 0,-13 3 0,0-2 0,-2 9 0,14-12 0,1 7 0,11-15 0,1-2 0,13-12 0,2-3 0</inkml:trace>
</inkml:ink>
</file>

<file path=ppt/ink/ink2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25:58.26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 24575,'57'4'0,"-17"0"0,40-1-1775,-29-2 1,6-1 1774,6 1 0,6 0 0,1 0 0,27-1 0,0 0 0,3 1 0,-7-2 0,-31 0 0,-9-1 1109,4-2-1109,-25-1 0,-24 2 0,-5 3 0</inkml:trace>
</inkml:ink>
</file>

<file path=ppt/ink/ink2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25:59.11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76 24575,'29'0'0,"0"0"0,47-3 0,1 2 0,-21-2 0,2-1-561,2 4 1,-1-1 560,-4-2 0,-1 0 0,-1 1 0,-3 0 275,33-6-275,-28 0 0,-8 1 0,-17-1 0,1 4 0,-4-3 211,-4 3 1,-12 0-1,-4 0 1</inkml:trace>
</inkml:ink>
</file>

<file path=ppt/ink/ink2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26:00.08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1 161 24575,'36'-7'0,"17"2"0,21-6 0,-12 5 0,3 0-1082,-12 2 1,2-1 1081,24-2 0,2-1 0,-19 2 0,-1-1 0,20-3 0,0 0 0,-22 1 0,-2 0 246,3 0 1,-2 1-247,14-3 404,-15 4-404,-15-1 0,-16 4 0,-18 1 1103,-9 3-1103,-14 3 40,-1 1 1,3 1 0,3-2 0</inkml:trace>
</inkml:ink>
</file>

<file path=ppt/ink/ink2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22:44.71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1 255 24575,'12'0'0,"-1"0"0,6 0 0,4-6 0,16 4 0,8-12 0,9 9 0,10-6 0,1 7 0,3-3 0,-3 7 0,10-7 0,-5 6 0,9-2 0,-27 3 0,40-4 0,-28 3-256,-10 0 0,1-1 256,37-1 0,3 2 0,-1-2 0,-9-1 0,8 3 0,5-2 0,-34 3 0,-10-1 0,-1-1 0,3-3 0,17 1 0,-21 2 0,-3 1 0,1-3 0,21 4 0,6 0-989,22-4 989,-29 4 0,4 0 0,-2 0 0,-1 0 0,-11 0 0,1 0 0,7 0 0,2 0 0,-9 0 0,3 0 0,29 1 0,3 2 0,-23 0 0,1 1-682,-7-1 1,3 0 0,-2 0 681,15 1 0,-6-1 0,-18 1 0,2-1 0,14 0 0,9 0 0,-13 0 0,21 2 0,-24-1 0,16 0 0,1-1 0,-17-1 0,20 0 0,-5-1 0,15 1 0,-13 0 0,14-2-208,-25 0 0,0 0 208,22-4 0,-27 3 0,-12-5 861,-12 5-861,-21-3 2097,-7 4-2097,-9 0 1003,3 0-1003,-3 0 0,13-3 0,6 2 0,19-6 0,11 3 0,31 0 0,3-3 0,-9 6-763,-20 0 0,3-1 763,-3-1 0,0 1 0,-1 1 0,1 1 0,13-3 0,-4 1 0,10 2-18,-21-2 0,-1 1 18,26 0 0,-10-3 0,-26 4 0,-17-3 0,3 2 0,-6-6 0,-2 3 1523,-7 0-1523,2-3 39,-11 3-39,0 0 0,-3 0 0,0 4 0,-4-3 0,13 2 0,-4-9 0,13 8 0,-3-8 0,3 6 0,-2-3 0,-1 2 0,-5-1 0,-3 5 0,-3-6 0,-1 6 0,-3-2 0,-1-1 0,1 4 0,-1-4 0,4 4 0,1-3 0,7 2 0,0-2 0,4-1 0,-7 3 0,8-5 0,-14 5 0,8-3 0,-10 1 0,-1 2 0,1-2 0,3 3 0,11-4 0,-1 4 0,2-4 0,8 4 0,-19 0 0,19 0 0,-15 0 0,3-3 0,0 2 0,-7-2 0,-1 3 0,0 0 0,0 0 0,4 0 0,-3 0 0,3 0 0,-7 0 0,3 0 0,-3 0 0,-1 0 0,1 0 0,-1 0 0,1 0 0,0 0 0,2 0 0,-4 3 0,4-2 0,-6 2 0,3-3 0,1 0 0,0 0 0,-1 0 0,1 0 0,-1 0 0,-2 0 0,-2 0 0</inkml:trace>
</inkml:ink>
</file>

<file path=ppt/ink/ink2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22:49.09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16 24575,'15'0'0,"3"0"0,5 0 0,14 0 0,6 0 0,7 0 0,-8 0 0,36 0 0,-34 0 0,47 0 0,2 0 0,-25 0 0,2 0 0,-1 0 0,-12 0 0,-1 0 0,2 0 0,19-4 0,-20 2 0,-1 0 0,19-2 0,-13 2 0,-1 0 0,10 2 0,-21 0 0,1 0-259,2 0 1,0 0 258,42 0 0,-36 0 0,1 0 0,-6 0 0,-1 0 0,7 2 0,0 0 0,-3-2 0,-2 1 0,40 5 0,-41-5 0,0-1 0,39 7 0,-42-6 0,2-1 0,7 2 0,-4-1 0,8-1 0,12 0 0,-56 0 0,8 0 0,-17 0 0,-3 4 0,0-3 0,-5 2 0</inkml:trace>
</inkml:ink>
</file>

<file path=ppt/ink/ink2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22:51.94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1 223 24575,'15'0'0,"0"0"0,3 0 0,5 0 0,11 0 0,15 0 0,19 0 0,28 0-624,-43 0 1,2 0 623,16 0 0,4 0-888,4 2 0,2-1 888,0 0 0,3-1 0,14 4 0,0-1 0,-13-3 0,-1 1 0,8 2 0,-1 1 0,-13-4 0,-3 1-297,-11 2 0,-3 0 297,-6-2 0,-2-1 0,43 4-177,-17-4 177,3 0 1083,-21 3-1083,4-2 1807,-12 2-1807,0-3 689,-8 0-689,4-3 215,4-1-215,5-4 0,-15 4 0,24-3 0,-10 3 0,33-4-500,-36 4 0,2-1 500,-5 3 0,4 0 0,38-1 0,0 1 0,-34-1 0,1 1 0,4 1 0,6 1 0,-3 0-1023,8-3 0,-1 1 1023,18 1 0,6 2 0,-19-2 0,2 0 0,-2-1 0,19 0 0,-3 0 0,-6 0 0,-4 0 0,-17 0 0,-3 0 0,-8-1 0,-3 0-750,39 1 750,-36-3 0,-4 0 0,9 1 0,18-7 0,-4 6 0,10-2 217,-29 5 1,1 1-218,-3 0 0,-1 1 0,-5-2 0,2 0 0,30 2 0,-5 0 0,-17 0 0,33 1 0,5-2 413,-45-1 0,-1-1-413,22 3 0,6-1 0,3-3 0,-2 0 0,-14 3 0,0 1 0,12-3 0,1-1 0,2 4 0,-3-1 0,-28 0 0,1-1 0,33 1 0,-2-1 0,0-2 0,-25 2 0,0-1 0,34-3 0,-12 1 721,9-2-721,-15 3 0,7-7 0,-37 10 0,11-6 460,-24 4-460,1-2 1260,10 1-1260,-16 1 94,10-1-94,-11 4 0,13-7 0,2 6 0,3-2 0,3 3 0,-3 0 0,3-4 0,-6 3 0,-2-2 0,-13 3 0,1 0 0,-2-3 0,7 2 0,8-3 0,11 8 0,1-3 0,7 6 0,-4-7 0,-3 4 0,-8-4 0,-12 0 0,-11 0 0,-8 3 0,-7-2 0,-1 3 0</inkml:trace>
</inkml:ink>
</file>

<file path=ppt/ink/ink2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22:53.37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8 24575,'8'-4'0,"0"1"0,-1 3 0,31 0 0,-16 0 0,24 1 0,8 1 0,26-1 0,-20 2 0,2 1-500,-6-2 0,0 0 500,1 0 0,0 0 0,0 0 0,-1 0 0,-1-2 0,-2 0-20,39 0 20,-27 0 0,-11 0 0,-13 0 0,-3 0 0,0 0 744,13 3-744,1 2 276,8 2-276,7 1 0,-15 0 0,11-1 0,-20-2 0,-5-2 0,-16-3 0,-7 0 0,-8 0 0,1 0 0,13 3 0,34 2 0,-13 2 0,16-1 0,2-1 0,-8 1 0,2-1 0,2 0 0,8-4 0,16 2 0,-35-3 0,10 4 0,-36-4 0,10 4 0,-10-4 0,-8 0 0,0 0 0,-3 0 0,0 0 0,-1-4 0,1 4 0,-1-4 0,1 1 0,-1 2 0,-2-2 0,-2 3 0</inkml:trace>
</inkml:ink>
</file>

<file path=ppt/ink/ink2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22:56.30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163 0 24575,'12'8'0,"-1"10"0,-7-8 0,-1 18 0,-6-4 0,-1 15 0,-7 0 0,-1 23 0,-4-11 0,4 3 0,-6 9 0,2-6 0,-4 28 0,-5 9-688,14-15 0,1 6 688,0-10 0,1 0 0,2 4 0,3 3-889,1-15 1,2 3 0,1-2 888,5 16 0,1-1 0,-5 4 0,1 0-499,6-7 1,2-6 498,-3-21 0,0-2-37,6 48 37,3-10 0,-9-15 1109,1-28-1109,3 22 2677,-3 4-2677,0-21 1239,-2 9-1239,-5-27 50,3 5-50,-1-4 0,-2-17 0,2-3 0</inkml:trace>
</inkml:ink>
</file>

<file path=ppt/ink/ink2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22:56.81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95 24575,'33'-11'0,"-1"2"0,-5-2 0,11 4 0,26-8 0,-15 6 0,44-7 0,-26 8 0,19 3 0,-6 1 0,-16 4 0,-28 0 0,-12 0 0,-23 4 0,-2-4 0,-3 4 0,0-4 0</inkml:trace>
</inkml:ink>
</file>

<file path=ppt/ink/ink2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22:57.61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1 105 24575,'20'13'0,"8"11"0,-1-4 0,8 8 0,6 2 0,11-7 0,-24-10 0,16-3 0,-27-6 0,9-3 0,-3 2 0,-3-3 0,-5 0 0,-4 0 0,-4 0 0,4 0 0,4 0 0,5 0 0,-4 0 0,5-3 0,-5-2 0,3-2 0,0-4 0,-4 6 0,-3-9 0,-1 9 0,-7-6 0,-1 0 0,4-7 0,-2-3 0,6-5 0,-7 7 0,3-10 0,-3 8 0,1-5 0,-2 11 0,-3 4 0,0 3 0,-4 4 0,0 1 0,-3 3 0,2 0 0,2 0 0</inkml:trace>
</inkml:ink>
</file>

<file path=ppt/ink/ink2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23:02.65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 24575,'7'15'0,"8"24"0,1 10 0,6 24 0,-2-3 0,-2-2 0,-6-13 0,2-6 0,-5-3 0,5-4 0,-9 1 0,5 2 0,-5-2 0,2-1 0,1-3 0,-4-8 0,-1-22 0,-3-7 0,-3-17 0,-1-4 0,-4-17 0,4 16 0,0-8 0,4 25 0</inkml:trace>
</inkml:ink>
</file>

<file path=ppt/ink/ink2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23:03.55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0 114 24575,'8'-8'0,"13"-9"0,3 7 0,31-15 0,-23 12 0,20-5 0,-27 10 0,5 1 0,-7 3 0,-8 0 0,-4 4 0,-3 0 0,-1 0 0,1 0 0,3 0 0,0 7 0,5-5 0,-5 8 0,4-6 0,-7 4 0,10 3 0,-9 4 0,9-5 0,-13 7 0,5-12 0,-6 10 0,7 10 0,-6-9 0,2 19 0,-7-18 0,0 16 0,-7-1 0,-5 16 0,-1-20 0,-8 17 0,5-27 0,-7 12 0,0-7 0,3-7 0,5-5 0,4-8 0,3-3 0,0 0 0,1 0 0,2 0 0,2 0 0</inkml:trace>
</inkml:ink>
</file>

<file path=ppt/ink/ink2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23:05.26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1091 24575,'3'-11'0,"-2"0"0,6 3 0,-6 0 0,6 1 0,-3 3 0,10 11 0,2 16 0,7 12 0,-7 1 0,5 8 0,-2-5 0,5-2 0,-1-4 0,-8-21 0,-7-2 0,-2-12 0,5-9 0,15-23 0,3-10 0,1-2 0,2-15 0,0 2 0,6-24-696,4-1 696,-23 37 0,0 0 0,1 0 0,-1 1 0,16-47 0,-14 47 0,0 1 0,23-43 0,-1 16 0,-13 31 0,0 1 0,15-12 0,14-14 0,-30 36 0,2-8 0,-19 22 0,3-7 0,-6 3 696,1 5-696,-6 1 0,0 12 0,0-4 0,-4 10 0</inkml:trace>
</inkml:ink>
</file>

<file path=ppt/ink/ink2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23:10.48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275 0 24575,'11'18'0,"4"19"0,-2 58 0,-5 2-820,-5-24 1,-5 2 819,-4-8 0,-3 0-1291,-5 5 0,-2 0 1291,-3 0 0,-2 0 0,-1-6 0,-1-3 475,-1-5 0,1-5-475,-6 19 0,-2-8 0,18-35 0,-2 1 733,3-14-733,8-13 2519,-3-14-2519,0-11 19,-5-27-19,3 17 0,2-3 0,7 28 0</inkml:trace>
</inkml:ink>
</file>

<file path=ppt/ink/ink3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23:10.96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0 24575,'19'7'0,"7"5"0,5 15 0,-3-6 0,31 32 0,-32-31 0,8 7 0,10 5-470,30 17 1,1-1 469,-34-22 0,3 3-568,22 14 1,17 12 0,1 1 0,-18-13 567,-21-14 0,-2-1 0,26 18 0,11 7 0,-13-9 0,5 4 0,5-1 0,-31-17 0,-10-10 0,-22-11 0,-8-7 0,-3 0 0</inkml:trace>
</inkml:ink>
</file>

<file path=ppt/ink/ink3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23:14.30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335 114 24575,'3'-19'0,"-2"0"0,3 8 0,-4 0 0,-4 3 0,0 0 0,-7-3 0,-8 3 0,-8 0 0,-1 2 0,-2 5 0,13-3 0,0 8 0,8 0 0,-9 7 0,2 8 0,-7 8 0,-7 15 0,9-9 0,-5 18 0,11-11 0,3 24 0,0 2 0,8 14 0,4 5 0,4-17 0,7-8 0,1-26 0,0-11 0,2-8 0,-2-4 0,7-7 0,0 0 0,4-4 0,3-7 0,4-8 0,1-9 0,10-9 0,-6-9 0,7-4 0,-1-10 0,-6-5 0,2-1 0,-10-2 0,-7 7 0,-9 4 0,-8 7 0,-3 8 0,-3 11 0,-2-1 0,-6 7 0,-1 2 0,0 5 0,1 9 0,4 2 0,2 7 0,-1 0 0,1 7 0,-2 4 0,-1 8 0,4 5 0,0-11 0,4-4 0</inkml:trace>
</inkml:ink>
</file>

<file path=ppt/ink/ink3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23:14.65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31 23041,'7'-5'0,"-2"-1"752,1 2-752,-1-1 257,-5 2-257,-1 0 0,-3 2 0,1-3 0</inkml:trace>
</inkml:ink>
</file>

<file path=ppt/ink/ink3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23:15.47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47 58 24575,'-12'0'0,"1"3"0,3 8 0,4-2 0,-3 16 0,6-1 0,-2 11 0,6 4 0,1-4 0,7-5 0,5 0 0,0-13 0,6 1 0,-3-10 0,4-4 0,-1 0 0,5-11 0,-4-5 0,0-7 0,-5-4 0,-2-3 0,-5 2 0,0-9 0,-6 5 0,-2-9 0,-3 10 0,0-3 0,0 7 0,-3 7 0,-5-1 0,-7 8 0,-2-2 0,-8 7 0,4 1 0,-2 3 0,1 3 0,6 1 0,0 4 0,9 3 0,3 1 0,4 7 0,0-6 0,4 5 0,-4-13 0,4 1 0</inkml:trace>
</inkml:ink>
</file>

<file path=ppt/ink/ink3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23:15.95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 24575,'12'7'0,"6"8"0,1 16 0,1-2 0,2 4 0,-7-10 0,1 4 0,-1 3 0,0 9 0,0 0 0,-3 6 0,2-2 0,-5 0 0,-2-1 0,0-4 0,-6-10 0,2-2 0,-6-14 0,-1-5 0,-1-7 0,-2-7 0,3-2 0,-7-2 0,-1 1 0,-7 1 0,3-5 0,-3 5 0,4-2 0,0-6 0,-1 0-1696,8-3 0,1 9 0,7 8 0</inkml:trace>
</inkml:ink>
</file>

<file path=ppt/ink/ink3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23:16.49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4 167 24575,'-4'-7'0,"8"-4"0,-3-1 0,9 0 0,-5-2 0,2 9 0,1-5 0,-4 6 0,6-4 0,-5-3 0,9 3 0,-5-3 0,5 3 0,-2-3 0,0 3 0,-1 0 0,-4 1 0,1 6 0,0-5 0,-1 5 0,1-2 0,-4 3 0,-1 0 0</inkml:trace>
</inkml:ink>
</file>

<file path=ppt/ink/ink3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23:29.72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0 24575,'7'8'0,"1"3"0,3 4 0,1 12 0,-1 1 0,4 9 0,-7 5 0,6-2 0,-2 12 0,3 2 0,1-2 0,-1 1 0,0-15 0,0-3 0,-3-8 0,2-4 0,1-1 0,1-6 0,3 0 0,-4-2 0,4-5 0,0 5 0,4-5 0,6 2 0,6-3 0,-6-1 0,30 1 0,-6 0 0,34-4 0,-35-2 0,1-1-420,1 1 1,2 0 419,9-2 0,4 1-642,8 1 1,-1-1 641,-13-2 0,1-1 0,11-2 0,-5 0-9,-7-4 9,6-3 0,-58 3 0,9 4 783,-19-3-783,6 3 1338,-3-4-1338,3 1 10,4-1-10,5 1 0,3-4 0,0-1 0,0 0 0,-7 1 0,-1 3 0,-4 1 0,1 3 0,-4-3 0,3 6 0,-3-2 0,4 6 0,3 1 0,4 14 0,-6-7 0,8 10 0,-12-13 0,6 4 0,-3-8 0,-1-1 0,-3-6 0,0-1 0,-4-11 0,3-4 0,-2-11 0,-1-5 0,-4-6 0,-1-1 0,-2 3 0,7 5 0,-4 15 0,4-2 0,0 18 0,0-3 0,7 24 0,1 3 0,1-1 0,4 15 0,2 15 0,-1-9 0,7 37 0,-13-31 0,3 16 0,-3-11 0,-4-12 0,0-13 0,-4-9 0,3-14 0,1-4 0,0-4 0,0-7 0,-4 3 0,0-7 0,0-7 0,0-9 0,-4-31 0,4 21 0,-4-32 0,4 32 0,0-16 0,3 5 0,2 6 0,2 7 0,8 3 0,-9 19 0,7-1 0,-5 10 0,7 4 0,8 1 0,14 3 0,9 7 0,11 5 0,4 7 0,-4 1 0,-10-1 0,-10-7 0,-18-5 0,-1 0 0,-6-3 0,-1 11 0,0 1 0,-3 11 0,0 7 0,-4 2 0,-1 2 0,-6 0 0,-5-7 0,-4-3 0,-7 1 0,-24 5 0,14-8 0,-32 14 0,21-17 0,-17 12 0,6 0 0,-12 6 0,31-15 0,-3-1 0,31-17 0,4-4 0,4 3 0,0-7 0,0 4 0</inkml:trace>
</inkml:ink>
</file>

<file path=ppt/ink/ink3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23:31.10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862 69 8191,'0'-12'0,"0"1"5063,0 4-5063,0-1 2818,-6 1-2818,0-1 1719,-5 4-1719,-3-3 6784,4 6-6784,-18-2 0,-7 10 0,-23 1 0,-22 11 0,-9 11-602,41-12 1,0 3 601,-2 7 0,0 4 0,-7 14 0,4 2 0,-14 18 0,15 1 0,9 4 0,23 14 0,0-35 0,4 2 0,23 42-465,35-18 465,19 1 0,-12-39 0,11-8-439,30-10 0,2-9 439,-37-3 0,1-5 0,18-8 0,8-6 0,-17-2 0,-9-9 0,8-4 0,-2-9 0,-6-39 0,-7 22 0,-24 5 0,-5-3 0,-4-20 0,-4 4 0,-7 11 0,-3 4 0,-2 12 0,0-38 1120,-3 44-1120,2-8 471,-6 17-471,3 7 955,-14 9-955,7 0 0,-7 4 0,7 1 0,-1 3 0,-3 3 0,3 5 0,-2 7 0,5 12 0,1-3 0,5-4 0,3-10 0</inkml:trace>
</inkml:ink>
</file>

<file path=ppt/ink/ink3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23:31.40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23 24575,'12'0'0,"-1"0"0,-4-3 0,1-5 0,-4 3 0,-1-2 0</inkml:trace>
</inkml:ink>
</file>

<file path=ppt/ink/ink3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23:31.78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 24575,'8'24'0,"-1"-5"0,-2 14 0,1 1 0,-5 36 0,6 1 0,-6 20 0,12-16 0,7 1 0,11-11 0,-3-8 0,14 0 0,-13-29 0,16 16 0,-10-24 0,-2-8 0,-6-6 0,-4-12 0,-1-6 0,-13 3 0,1-2 0</inkml:trace>
</inkml:ink>
</file>

<file path=ppt/ink/ink3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23:32.26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89 147 24575,'-8'9'0,"-3"8"0,-4 13 0,-5 18 0,4 17 0,1 11 0,11 3 0,4-11 0,8-1 0,10-26 0,2-11 0,7-15 0,-1-22 0,1-12 0,-7-2 0,8-22 0,-8 7 0,14-30 0,-6 2 0,1-11 0,-3 0 0,-9 5 0,1-11 0,-17 27 0,-2 7 0,-10 29 0,-5 7 0,-10 7 0,-13 7 0,-8 6 0,4 9 0,15-8 0,15 0 0</inkml:trace>
</inkml:ink>
</file>

<file path=ppt/ink/ink3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23:33.23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635 43 24575,'-10'-15'0,"0"3"0,-5 4 0,-13 1 0,-1 7 0,-27 6 0,-10 11 0,-8 10 0,-6 11 0,3 11 0,11 6 0,8 10 0,19 15 0,15-1 0,22 14 0,28 2 0,21-13-690,-14-40 1,6-4 689,3-5 0,2-4 0,42 10-752,8-17 752,-14-29-194,-7-20 194,-6-29 0,-10-21 0,-28 22 0,-3-3 0,-6 7 0,-1 1 0,8-42 0,-13 17 0,-6 17 0,-1-1 0,-2 7 1310,-2 15-1310,-3 10 799,0 7-799,0 6 216,-7 6-216,2 4 0,-6 1 0,3 6 0,4-2 0,1 2 0</inkml:trace>
</inkml:ink>
</file>

<file path=ppt/ink/ink3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23:33.62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15 24575,'8'-7'0,"0"3"0,-4 0 0,-1 4 0</inkml:trace>
</inkml:ink>
</file>

<file path=ppt/ink/ink3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23:34.27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 24575,'4'11'0,"6"11"0,-8 6 0,11 18 0,-4 14 0,-1-3 0,2 11 0,-6-15 0,1-2 0,1-5 0,-5-8 0,6-4 0,-6-10 0,2-5 0,-3-8 0,3-7 0,2 0 0,6-4 0,4 0 0,8 0 0,4-4 0,-4 4 0,6-14 0,-19 12 0,3-9 0</inkml:trace>
</inkml:ink>
</file>

<file path=ppt/ink/ink3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23:34.79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85 23 8191,'-22'-10'0,"1"8"5063,2-8-5063,8 13 0,4 1 2818,6 4-2818,-2 7 1719,9 4-1719,3 12 6784,13 4-6784,5 3 0,0-3 0,3-7 0,-1 4 0,-14-17 0,8 16 0,-18-14 0,6 10 0,-6-1 0,-2-2 0,-3 6 0,0-6 0,-7 9 0,2-11 0,-6 7 0,0-13 0,2-1 0,-2-7 0,3-5 0,-3-9 0,3-10 0,-7-14 0,7-12 0,-3-4 0,6 17 0,2 9 0</inkml:trace>
</inkml:ink>
</file>

<file path=ppt/ink/ink3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23:35.10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54 24575,'15'-8'0,"-6"4"0,12-3 0,-2 6 0,8-5 0,7 1 0,4-2 0,-13 3 0,0 0 0,-21 1 0,6 2 0,-5-2 0,6 3 0,-3 0 0,-4 3 0,-1-2 0,-3 2 0</inkml:trace>
</inkml:ink>
</file>

<file path=ppt/ink/ink3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23:36.02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646 234 8191,'-73'-19'0,"16"10"2512,7 2 0,-1 4-2512,-20 9 0,-9 7 0,11 14 0,-3 2 2823,22 12-2823,15 2 0,12-17 1724,12 12-1724,8-7 6769,6 13-6769,8 17 44,8-10-44,18 9 0,6-16 0,31-6 0,-19-22 0,24-31 0,-31-17 0,7-34 0,-12-8 0,-9-14 0,-8 1 0,-4 0 0,-13 10 0,2 2 0,-11 21 0,0 9 0,-7 18 0,2 9 0,-10 7 0,3 6 0,-3 2 0,-4 10 0,-14 12 0,10-1 0,-13 7 0,26-16 0,0-2 0</inkml:trace>
</inkml:ink>
</file>

<file path=ppt/ink/ink3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23:36.41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16 8191,'12'-4'0,"-1"0"5063,-7 1-5063,3 2 0,-10-2 0,2 3 0</inkml:trace>
</inkml:ink>
</file>

<file path=ppt/ink/ink3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23:37.00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84 9262,'33'-18'0,"53"-2"3334,-26 4-3334,4 6 0,-3 3-1836,-18 2 1836,52-2 2159,-74 7-2159,42 0 3626,-49 0-3626,4 3 1246,-15 2-1246,-3 9 6784,-7 13-6784,2-9 0,-9 21 0,-9-11 0,-5 11 0,-10 3 0,-4 0 0,6-3 0,5-4 0,13-8 0,7-9 0,6-2 0,2-1 0,3-3 0,7 3 0,1-3 0,11-1 0,13-3 0,5-4 0,15-11 0,1-5 0,4-7 0,8-7 0,-7-1 0,-22 10 0,-12 3 0</inkml:trace>
</inkml:ink>
</file>

<file path=ppt/ink/ink3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23:37.47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56 0 24575,'-12'22'0,"4"-8"0,-3 21 0,-4 23 0,9-9 0,3 32 0,18-33 0,9 2 0,9-8 0,15-15 0,11-8 0,-4-23 0,1-5 0,9 4 0,-12-13 0,-4-5 0,-8-2 0,-2-20 0,-11 10 0,-19 1 0,-3 5 0,-6 5 0,0 1 0,-6-2 0,4 11 0,-12-7 0,6 13 0,-4 0 0,1 5 0,3 3 0,0 0 0,4 0 0,1 0 0</inkml:trace>
</inkml:ink>
</file>

<file path=ppt/ink/ink3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23:39.40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0 611 24575,'16'0'0,"43"-3"0,-31 2 0,70-3-1392,-44 4 0,2 0 1392,10 2 0,4 0 0,19-2 0,2 1 0,-10 1 0,-2-1 0,-9-1 0,-3 0 441,-7 0 1,-6 0-442,4 0 0,-25-3 0,-13-12 458,-7-18-458,10-11 0,3-19 0,-3-17 0,4 4 0,-8-15 0,0 18 0,-8 12 0,0 15 1443,-6 27-1443,1 17 0,-2 20 0,11 20 0,-3 3 0,4 12 0,-5-17 0,3 14 0,-1 8 0,2-7 0,-4 14 0,-4-16 0,1-4 0,-4 1 0,-1-20 0,-6-17 0,2-14 0,-6-4 0,3-25 0,-7 1 0,-4-24 0,2 0 0,-5-27 0,13 24 0,-2-3 0,10 21 0,12 7 0,-2 2 0,12 1 0,2 17 0,0 3 0,7 1 0,-7 7 0,-1 0 0,-6 4 0,-2 0 0,-3 4 0,7 3 0,5 9 0,15 10 0,1 6 0,5 3 0,-5 6 0,-6-5 0,-3 6 0,-7 3 0,-1-5 0,-3 9 0,0-7 0,-7 1 0,2-5 0,-13-10 0,5-3 0,-9 9 0,2-11 0,-17 23 0,4-24 0,-22 15 0,-17-3 0,12-9 0,-30 4 0,22-10 0,-33 1 0,12-4 0,-5-1 0,28-8 0,13-2 0,15-2 0,7-3 0,5 0 0</inkml:trace>
</inkml:ink>
</file>

<file path=ppt/ink/ink3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23:42.06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0 277 24575,'33'0'0,"12"-3"0,31-2 0,18 1-1384,-36 2 1,3 1 1383,9 1 0,3 0 0,-2 0 0,3 0-784,-8 0 0,4 0 0,-1 0 784,23 0 0,4 0 0,-14 0 0,5 0 0,-3 0-558,-10-2 0,-2 0 1,2 1 557,17 1 0,3 0 0,-8-1 0,-8-3 0,1-1 0,13 2 0,8 0 0,-14-1 0,-34-1 0,-2 0-255,16-1 1,7-1-1,-7 0 255,-13-1 0,-4 0 336,2-2 1,-1 0-337,4-3 0,-4 1 2093,5-2-2093,7-7 3231,-47 16-3231,12-5 1117,-11 6-1117,11-4 442,3 4-442,4-6 0,4 8 0,4-11 0,-7 8 0,12-9 0,-24 8 0,12-4 0,-26 6 0,5 0 0,-6-3 0,-7 6 0,-2-2 0</inkml:trace>
</inkml:ink>
</file>

<file path=ppt/ink/ink3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10-13T22:23:57.651"/>
    </inkml:context>
    <inkml:brush xml:id="br0">
      <inkml:brushProperty name="width" value="0.3" units="cm"/>
      <inkml:brushProperty name="height" value="0.6" units="cm"/>
      <inkml:brushProperty name="color" value="#0069AF"/>
      <inkml:brushProperty name="tip" value="rectangle"/>
      <inkml:brushProperty name="rasterOp" value="maskPen"/>
    </inkml:brush>
  </inkml:definitions>
  <inkml:trace contextRef="#ctx0" brushRef="#br0">0 417,'33'-21,"2"1,-9 9,20-2,23-7,29 1,-36 9,3 1,13-1,5-1,-18 3,1 0,4 1,15-1,3 1,2-1,9-2,2 0,-2 1,-12 1,-1 0,-1 1,4-1,1 0,-13 1,-18 0,-4 0,23-2,-2 1,8-1,-29 3,1 0,39-2,-21 0,-7 4,-4 1,-8 3,18-4,-30 4,17-4,-31 1,5-1,-15-1,-8-1,-69-9,12 5,-47-7,11 12,13 2,-16 3,16 0,14 3,24-2,14 3</inkml:trace>
</inkml:ink>
</file>

<file path=ppt/ink/ink3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10-13T22:23:58.642"/>
    </inkml:context>
    <inkml:brush xml:id="br0">
      <inkml:brushProperty name="width" value="0.3" units="cm"/>
      <inkml:brushProperty name="height" value="0.6" units="cm"/>
      <inkml:brushProperty name="color" value="#0069AF"/>
      <inkml:brushProperty name="tip" value="rectangle"/>
      <inkml:brushProperty name="rasterOp" value="maskPen"/>
    </inkml:brush>
  </inkml:definitions>
  <inkml:trace contextRef="#ctx0" brushRef="#br0">1 61,'53'-6,"1"0,23 2,18 0,4 1,-6 0,-3 1,-5 0,11 1,-19-1,8 1,5-1,1 0,-2 0,-4 1,2 0,-1 0,-3 0,-2 1,-5-1,20-2,-7 0,-1 1,4 1,-2 0,-28-1,-36-2,-68 5,-26 2,-27-2,12 2,-3 0,23-2,1-1,-13 2,-2 0,1-2,2 0,0 0,5 0,-22 0,41 0,37 0,3 0</inkml:trace>
</inkml:ink>
</file>

<file path=ppt/ink/ink3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10-13T22:24:00.676"/>
    </inkml:context>
    <inkml:brush xml:id="br0">
      <inkml:brushProperty name="width" value="0.3" units="cm"/>
      <inkml:brushProperty name="height" value="0.6" units="cm"/>
      <inkml:brushProperty name="color" value="#0069AF"/>
      <inkml:brushProperty name="tip" value="rectangle"/>
      <inkml:brushProperty name="rasterOp" value="maskPen"/>
    </inkml:brush>
  </inkml:definitions>
  <inkml:trace contextRef="#ctx0" brushRef="#br0">3 528,'73'-12,"-1"1,-14 1,-1 0,14 3,1-1,-6 0,-1 0,-2 4,5 0,2-2,6 0,-5 2,4 1,0 1,0-1,5 1,-10 0,26 2,-20-2,0 1,15 0,-39-1,-2 0,17 2,-49 0,-98 0,18 0,-4 2,-3 0,-27-1,45 2,-3 0,-19 0,-3 0,5 1,-1 0,-16 3,3-1,29-2,3 0,-19 5,5 0,11 4,-14 3,45-5,31-4,20 4,22-2,27 2,17-7,-39 0,3-1,16-1,3 0,1 2,1 0,-2 0,3 0,21 0,-6 0,-6 0,-18-3,-16 1,-46 2,-56 10,-15 0,6-3,-3 0,8-4,-2-2,-18 1,-2-1,14-1,0 0,-11 1,5 1,0 2,32 0,27-1,66-6,-12 2,16-4,2-1,-3 1,-2-4,1 0,14 0,-20-1,0 1,37 1,-19 0,-41 4,-22 0,-79 4,-2 1,12 0,-4-1,-6-1,0-1,7 1,-4-2,-8-2,-9 0,5-1,-2 0,-1-1,-5-1,-6 0,10 0,15-1,5 0,-6 0,8-1,13 2,33 1,12-1,-14 4,5-4,-17 4,17 0,79 0,-2-3,-14 3,2-1,39-9,-36 5,23-16,-34 14,-3-13,-26 15,-8-6,-1-7,-11-2,3-4,-16-18,11 22,-19-32,5 5,3 8,-14-33,13 32,-12-23,7 18,3 10,5 9,4 11,50 7,-21 5,28 3,-36 0</inkml:trace>
</inkml:ink>
</file>

<file path=ppt/ink/ink3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10-13T22:24:25.276"/>
    </inkml:context>
    <inkml:brush xml:id="br0">
      <inkml:brushProperty name="width" value="0.3" units="cm"/>
      <inkml:brushProperty name="height" value="0.6" units="cm"/>
      <inkml:brushProperty name="color" value="#0069AF"/>
      <inkml:brushProperty name="tip" value="rectangle"/>
      <inkml:brushProperty name="rasterOp" value="maskPen"/>
    </inkml:brush>
  </inkml:definitions>
  <inkml:trace contextRef="#ctx0" brushRef="#br0">1 166,'60'-8,"-3"-2,-19 6,7-1,9-1,10 1,11-2,8 3,-33-1,2 1,7 2,-1 0,27-7,-21 6,4 1,-2-1,-1 0,-8 0,1 1,24 0,1 0,-13 0,-3 1,-1 1,0 0,6 0,-4 0,25 0,-21 0,14 0,-35 0,39 0,-59 0,66 0,-60 0,50 0,-28 0,25 0,7-4,7 4,-43-2,1 0,1 0,3 1,28 1,4-1,-19-2,-1-1,2 4,-2-1,-10 0,-3-1,-4 2,1 0,5-2,2 1,13 0,-1 1,-14-2,-2 0,8 2,1 0,5 0,-2 0,27 0,-39 2,-1 0,33-1,-26 2,-10-3,0 0,7 0,22 0,14 0,-20 0,-21 0,2 0,28 0,-33 0,0 0,-3 0,0 0,7 0,3 0,6-1,2-1,5 1,2 1,6-2,1 1,-9 1,0 0,7-3,0 1,-8 1,-1 0,1-3,0 0,-9 3,-1 1,-2-1,-2-1,-7 2,-2 0,5 0,-1 0,-3 0,-1 0,49 0,-5 0,-3 0,-6 3,-6-2,-11 3,-14-4,-9 0,-18 0,-9 0,-7 0,14 0,-7-4,12 3,-8-2,4 0,-5 2,7-6,-8 6,6-2,1-1,17 4,-4-4,19 4,2 0,8 4,31 0,-19 4,-1-4,-13 3,-5-3,8 4,2-4,-22-1,-20-3,-12 0,-11 0,11 0,-4 0,4 0,0 0,-2 0</inkml:trace>
</inkml:ink>
</file>

<file path=ppt/ink/ink3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10-13T22:24:26.926"/>
    </inkml:context>
    <inkml:brush xml:id="br0">
      <inkml:brushProperty name="width" value="0.3" units="cm"/>
      <inkml:brushProperty name="height" value="0.6" units="cm"/>
      <inkml:brushProperty name="color" value="#0069AF"/>
      <inkml:brushProperty name="tip" value="rectangle"/>
      <inkml:brushProperty name="rasterOp" value="maskPen"/>
    </inkml:brush>
  </inkml:definitions>
  <inkml:trace contextRef="#ctx0" brushRef="#br0">1 0,'92'16,"-42"-9,1-2,0-2,1 0,18 0,3-1,-2 1,2 1,13 0,2 0,0-2,0 0,-1 3,3-1,-13-3,3-1,-3 0,17 2,1 1,-10-2,5 0,-2 0,-9 0,-1-1,-1 0,4 1,0 1,-1-1,-3-1,0 0,-3 0,19 0,-5 0,-11 0,-4 0,-6 0,-1 0,-4 0,0 0,1 0,1 0,2 0,3 0,21-1,4 2,-7 0,1 1,12-2,-1 1,-16 1,0-1,10 0,0-2,-7 1,2 0,-18 0,3 0,-2 0,28 0,-1 0,-1 1,-1-2,-4 0,-1-1,-3 1,0 1,5-1,-1-1,-11 0,-1 0,-2 2,-2-1,-11 0,-2-1,-6 0,-2 1,-4 1,-1-1,32-6,-14 6,-14-2,1 3,-5 0,0 0,2 0,16-3,-7 2,18-3,-1 4,4 0,16 0,-46 0,1 0,8 0,1 0,6 0,-1 0,-3 0,-2 0,-4 0,-3 0,28 0,-11-3,-18-1,-13 0,-18 0,-12 1,13 2,1-2,17 3,3-4,4 3,-5-5,0 5,-20-6,-6 6,-8-2,2 3</inkml:trace>
</inkml:ink>
</file>

<file path=ppt/ink/ink3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26:38.98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8 24575,'31'-4'0,"-8"1"0,70 10 0,-30-2 0,2 0 0,4 1-776,-16 0 0,-2 0 776,5-1 0,3-1-831,18 6 0,2 1 831,-4-4 0,-1-1 0,-1 1 0,3-1 0,-11-2 0,5-1 0,-1 0 0,-3-1 0,0 0 0,6 0 0,3 0 0,6 1 0,2-1 0,-1 1-917,-1-1 1,-1 1 0,1 0 0,2 0 916,9 0 0,2 0 0,1 0 0,-2-1 0,-3 0 0,0-1 0,-1 1 0,-3-1 0,16 2 0,-3 0 0,-1 0 0,0-3 0,-1 0 0,-10 1 0,-7 0 0,-7 1-19,-3-2 0,-8 0 19,-9 0 545,-24 0-545,-11 0 1308,-6 0-1308,0 0 5006,5 0-5006,-1 0 58,7 0-58,-4 0 0,3 0 0,-6-3 0,0 2 0,-5-6 0,-4 6 0,-3-2 0,0 3 0</inkml:trace>
</inkml:ink>
</file>

<file path=ppt/ink/ink3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26:46.91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0 24575,'8'25'0,"-1"11"0,-3 22 0,3 14 0,-3-1 0,1 5 0,-2-7 0,-3-4 0,3-10 0,-2-6 0,2-18 0,-3-8 0,0-8 0,0-11 0,0 0 0</inkml:trace>
</inkml:ink>
</file>

<file path=ppt/ink/ink3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26:47.39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8 24575,'11'-4'0,"8"1"0,28 3 0,31 0 0,13 0-427,-36 0 0,0 0 427,40 0 0,-10 0 210,-17 0-210,-26 0 0,-24 0 0,-11 0 0</inkml:trace>
</inkml:ink>
</file>

<file path=ppt/ink/ink3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26:47.78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53 24575,'12'0'0,"-1"0"0,7-3 0,12-1 0,20-4 0,15 4 0,19-3 0,-2 3 0,-1 0 0,-17-3 0,-22 6 0,-16-5 0,-15 5 0,-7-3 0</inkml:trace>
</inkml:ink>
</file>

<file path=ppt/ink/ink3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26:48.24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0 122 8191,'12'12'0,"-1"-5"5063,-3-3-5063,-1-4 2818,1 0-2818,-4-4 1719,3 4-1719,-3-11 6784,7 3-6784,-3-10 0,3 1 0,4-4 0,-6 5 0,19-3 0,-4 4 0,7 6 0,-5 3 0,-10 6-6784,-9 3 6784,0 1 0,-3 11 0,14 15 0,-5-4 0,13 24 0,-10-20 0,2 11 0,-3-13 6784,-3-12-6784,-4-2 0,-1-14 0,-7 7 0,7-6 0,1 6 0,7-3 0,8 4 0,0-4 0,-7 0 0,-6-4 0</inkml:trace>
</inkml:ink>
</file>

<file path=ppt/ink/ink3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26:48.57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 24575,'14'25'0,"-5"0"0,12 33 0,-1 2 0,-8-7 0,-1 2 0,9 32 0,-12-31 0,-2-1 0,-2 23 0,-4 2 0,-4-11 0,-4-18 0,1-10 0,-1-18 0,0-11 0,4-1 0,-6-11 0,5 4 0,-7-4 0,8 0 0,1 0 0</inkml:trace>
</inkml:ink>
</file>

<file path=ppt/ink/ink3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26:48.80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15 8884,'78'-3'0,"0"1"0,0-1 0,20-1 0,-4 1 2039,-13 4 1,-5 1-2040,-24-1 0,-2-1 2854,41 7-2854,-44-6 0,-23 2 0,-20-3 0</inkml:trace>
</inkml:ink>
</file>

<file path=ppt/ink/ink3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26:49.62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277 61 14123,'-4'-23'0,"-3"7"4303,-2 2-4303,-9 9 1811,9 2-1811,-6 3 990,-3 7-990,-2 5 3348,-14 18-3348,-12 26 0,16-12 0,-6 25 0,20-23 0,8 9 0,1-1 0,10-5 0,2-20 0,-1-4 0,3-17 0,0 3 0,12-6 0,11 2 0,12-14 0,11-5 0,11-14 0,-1-2 0,4-5 0,-13-1 0,-5 6 0,-18 2 0,-9 14 0,-11 5 0,0 11 0,-6 0 0,12 14 0,-1 9 0,11 13 0,10 13 0,-2-9 0,-3-6 0,-14-16 0,-8-14 0,-9-8 0,6-7 0,-6-12 0,2 6 0,1-19 0,0 8 0,0-17 0,3 5 0,-3-1 0,7 3 0,4 7 0,8-3 0,-10 17 0,1 3 0</inkml:trace>
</inkml:ink>
</file>

<file path=ppt/ink/ink3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26:50.22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86 61 24575,'12'40'0,"-1"14"0,-4 11 0,-3-12 0,0 43 0,-8-16 0,-3 10 0,-2-11 0,-5-13 0,5-25 0,-2 5 0,7-23 0,0-19 0,4-16 0,-6-18 0,-3-19 0,-6-9 0,3 3 0,-1-21 0,8 11 0,4-16 0,12 6 0,15 6 0,9 11 0,24 3 0,4 12 0,9 9 0,-7 11 0,-15 12 0,-20 8 0,-12 6 0,-14 1 0,6 14 0,-1 6 0,2 11 0,0 4 0,-3 6 0,-4-8 0,0 4 0,-11-11 0,-9-2 0,-4-9 0,-10-4 0,6-7 0,1-4 0,8-1 0,4-3 0,6-3 0,-5-5 0,8-10 0,-5 8 0,7-4 0</inkml:trace>
</inkml:ink>
</file>

<file path=ppt/ink/ink3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26:50.50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0 24575,'12'16'0,"2"16"0,-2 4 0,3 15 0,0 10 0,0-7 0,-3 0 0,-4-11 0,-5 1 0,-3-11 0,-3 4 0,-5-3 0,-4-2 0,3-8 0,3-10 0,6-10 0</inkml:trace>
</inkml:ink>
</file>

<file path=ppt/ink/ink3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26:55.91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592 31 24575,'-38'-12'0,"-14"1"0,-10 7 0,-16 0 0,1 8 0,1 3 0,17 9 0,16-7 0,11 15 0,19-17 0,2 11 0,8-7 0,6 18 0,1-9 0,24 36 0,-12-28 0,33 33 0,-13-13 0,21 14 0,-3-1 0,-8-10 0,-12-6 0,-12-14 0,-11-1 0,-3-6 0,-5 13 0,-6-1 0,-8 16 0,1-11 0,-25 31 0,12-24 0,-21 16 0,16-26 0,-6-11 0,11-15 0,-4-6 0,-3-16 0,5 1 0,-8-16 0,9 4 0,1-5 0,4 7 0,7 4 0,1 7 0,7 1 0,7 0 0,13-8 0,0 2 0,13-5 0,-19 13 0,4-1 0</inkml:trace>
</inkml:ink>
</file>

<file path=ppt/ink/ink3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26:56.32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54 1 24575,'3'38'0,"-2"35"-9831,3-30 9086,-7 12 0,-1 3 3563,-5 11-2818,2-20 0,-1 1 0,-4 19 1719,1-26-1719,7-14 0,0-24 0,4 1 0,0-10 0</inkml:trace>
</inkml:ink>
</file>

<file path=ppt/ink/ink3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26:57.07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 8191,'10'32'0,"3"29"4869,3 19-4869,-2 9 0,-3-10 0,4-14 2842,-2-27-2842,1-10 1743,-9-28-1743,1-11 6712,15-35-6712,-5 12 0,5-11 0,3-1 218,6 0-218,21-26 0,-8 37 0,33-2 0,-14 20 0,30 6 0,-25 16 0,-10 7 0,4 20 0,-23-5 0,6 7 0,-17-15 0,-9-18 0,-9-3 0,7-26 0,-3 3 0,17-13 0,-3 1 0,4 9 0,-8 5 0,-8 12 0,-8 11 0,-3 5 0,2 23 0,10 12 0,0 15 0,6 6 0,-3-7 0,-6-11 0,1-9 0,-7-15 0,1-5 0,0-5 0,3 2 0,10-7 0,4 0 0,-5-4 0,-6 0 0</inkml:trace>
</inkml:ink>
</file>

<file path=ppt/ink/ink3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26:57.65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92 8191,'11'63'0,"-3"-20"5063,7 10-5063,7 12 0,-8-15 0,14 31 2818,-9-33-2818,5 11 1719,2-9-1719,-10-23 6784,-2-13-6784,-3-21 0,-2-5 0,-2-4 0,0-22 0,-6 4 0,6-29 0,-3 5 0,7-21 0,1 4 0,13-2 0,-1 16 0,17 16 0,4 11 0,9 11 0,7 8 0,3 7 0,-13 12 0,-3 4 0,-17 8 0,-15-1 0,-3 4 0,-8 7 0,-1 9 0,-4 5 0,-11 5 0,-6-6 0,-13 3 0,-5-7 0,-7-1 0,-4-10 0,-11 1 0,5-12 0,-1-2 0,14-7 0,16-4 0,9 0 0,9-4 0,2 0 0,6-3 0,-2 2 0,3 2 0</inkml:trace>
</inkml:ink>
</file>

<file path=ppt/ink/ink3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26:58.02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 24575,'15'18'0,"4"13"0,0 29 0,4 15 0,3 17-611,-9-41 0,1 1 611,11 43 0,6-5 298,-12-12-298,-7-33 0,-2-5 0,-10-24 0,6-9 0,-5-3 924,23-1-924,-6-2 0,2 3 0,-11-4 0</inkml:trace>
</inkml:ink>
</file>

<file path=ppt/ink/ink3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26:58.37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262 122 8191,'-11'-47'0,"-1"9"5063,-11 17-5063,6 12 2818,-5 2-2818,7 7 1719,-4 7-1719,-1 15 6784,-13 35-6784,4 5 0,-2 27 0,13-21 0,10 3 0,4-13 0,11-11 0,-2-9 0,10-19 0,-4-1 0,1-13 0,-1 2 0,0-7 0,-2 0 0,5 0 0,-6-3 0,3 2 0,-3-2 0,3 3 0,-3 0 0,10 7 0,-12-6 0,4 6 0</inkml:trace>
</inkml:ink>
</file>

<file path=ppt/ink/ink3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27:04.71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493 31 24575,'-12'-8'0,"1"1"0,3 3 0,4-3 0,-6 6 0,-2-2 0,-15 6 0,-8 8 0,-14 12 0,-6 9 0,-6 13 0,-1 12 0,11 3 0,6 11 0,18 5 0,8 3 0,15 12-497,14 0 497,17-5 0,9-9 0,15-10 0,-4-19 0,10-9 0,-1-17 0,2-15 0,9-3 0,12-11 0,-30 5 0,2-1-275,3-4 0,1 0 275,3 1 0,-1 0 0,32-6 483,-21-2-483,-35 9 0,-18-5 0,-9 2 0,-1 3 0,-1-2 0,-1 7 0</inkml:trace>
</inkml:ink>
</file>

<file path=ppt/ink/ink3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27:05.19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301 8 24575,'-11'-4'0,"-4"1"0,-12 10 0,-8 4 0,-11 13 0,2 6 0,-1 9 0,14 3 0,4 1 0,12-4 0,10-2 0,13-2 0,11 0 0,12-8 0,3-4 0,4-15 0,3-8 0,-5-8 0,8-21 0,-2-10 0,-2-8 0,-7-5 0,-11 10 0,-13 0 0,-3 11 0,-6 5 0,-3 11 0,-1 7 0,-4 5 0,4 3 0,0 0 0</inkml:trace>
</inkml:ink>
</file>

<file path=ppt/ink/ink3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27:05.65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16 0 8191,'-8'51'0,"1"1"5063,7-9-5063,3 0 2818,1-5-2818,1-7 1719,-2-11-1719,0-9 6784,-2-11-6784,9-11 0,-1-9 0,9-17 0,8-2 0,6-4 0,2 10 0,-3 13 0,-9 6 0,-3 6 0,-4 4 0,0 1 0,4 10 0,-3-2 0,2 9 0,-9-5 0,1 5 0,-6 9 0,7 8 0,-6 8 0,5 7 0,-6-4 0,4-2 0,0-3 0,3-13 0,0 2 0,8-10 0,-3 3 0,29-11 0,-29-1 0,17-7 0</inkml:trace>
</inkml:ink>
</file>

<file path=ppt/ink/ink3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27:06.16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143 712 24575,'-7'34'0,"-1"-3"0,0 7 0,1-13 0,-1 0 0,4-19 0,-7-11 0,0-21 0,-6-16 0,-2-15 0,4-8 0,3-7 0,1-14 0,7 7 0,4-14 0,14 13 0,10 0 0,14 14 0,4 14 0,0 22 0,-1 11 0,4 8 0,-2 7 0,16 1 0,-11 9 0,-2 0 0,-20 1 0,-12-3 0,-10-1 0,3-2 0,1 9 0,0-1 0,10 6 0,-6 7 0,10-1 0,-6 5 0,-1-3 0,-7-10 0,-5-3 0</inkml:trace>
</inkml:ink>
</file>

<file path=ppt/ink/ink3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27:06.49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4 8191,'87'-4'0,"-27"6"0,3 1 1840,9-1 1,3 1-1841,14 5 0,-1 1 0,-20-4 0,-4-1 1432,-4 0 0,-4 0-1432,24 3 0,-46-6 0,-17 3 0</inkml:trace>
</inkml:ink>
</file>

<file path=ppt/ink/ink3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27:07.52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28 27 24575,'-4'23'0,"-7"47"0,5-11 0,0 38 0,16-32 0,7-11 0,9-19 0,7-9 0,13-25 0,11-9 0,8-22 0,0-9 0,-4-10 0,-18 6 0,-10 2 0,-15 7 0,-6 4 0,-1 3 0,-3 1 0,-4 10 0,-1-5 0,0 5 0,-2-4 0,3 5 0,-8 4 0,3 3 0,-5 4 0,1 1 0,-2-1 0,2 0 0,2 0 0,3 1 0</inkml:trace>
</inkml:ink>
</file>

<file path=ppt/ink/ink3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27:08.05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142 38 8191,'-20'-16'0,"-12"2"5063,21 10-5063,-14 0 2818,13 4-2818,0 0 1719,5 4-1719,3 3 6784,4 12-6784,7 2 0,5 15 0,14 0 0,9 14 0,3-3 0,7 2 0,-9-3 0,-6-6 0,-12 4 0,-10-8 0,-5 6 0,-6 0 0,-5 0 0,-4-6 0,-3-6 0,-4-18 0,3-5 0,-6-7 0,-1 0 0,-8-7 0,-1-5 0,5-4 0,5 1 0,7-3 0,-1 6 0,8-10 0,1 6 0,7 4 0,0 5 0</inkml:trace>
</inkml:ink>
</file>

<file path=ppt/ink/ink3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27:08.39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33 0 21140,'-9'32'0,"-5"8"1639,9 23-1639,1-3 580,5 5-580,20-8 297,7-23-297,17 8 919,15-19-919,9-9 0,18-16 0,-9-10 0,1-18 0,-25-6 0,-13-12 0,-18 5 0,-9-2 0,-10 3 0,0 21 0,-4 4 0</inkml:trace>
</inkml:ink>
</file>

<file path=ppt/ink/ink3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27:08.71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1 386 8191,'25'29'0,"-2"-7"5063,-18-22-5063,-1-4 2818,9-18-2818,7-12 1719,14-13-1719,8-10 0,11 1 0,4 2 0,1 4 0,5 9 6784,2 10-6784,0 9 0,7 10 0,-7 5 0,-15 7 0,-12 0 0,-23 3 0,-9-2 0,-6 3 0</inkml:trace>
</inkml:ink>
</file>

<file path=ppt/ink/ink3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27:09.96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0 24575,'8'37'0,"-1"7"0,-3 20 0,0 0 0,-4-7 0,-4 23 0,0-41 0,-4 42 0,4-39 0,1 1 0,3-3 0,0-16 0,0 3 0,3-4 0,-2-8 0,6-4 0,-3-6 0,3-2 0,-2-3 0,-2 0 0</inkml:trace>
</inkml:ink>
</file>

<file path=ppt/ink/ink3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27:10.46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1 158 14246,'35'48'0,"-2"-4"4267,-14-16-4267,0-5 1789,-7-11-1789,-1-5 977,0-11-977,-3 0 3296,13-14-3296,6-15 0,15-15 0,11-9 0,-13 22 0,1 3 0,26-6 0,4-1 0,-4 28 0,-34 10 0,17 5 0,-24 19 0,-2 5 0,-2 7 0,7 23 0,-11-18 0,7 15 0,-7-14 0,2-8 0,-4 1 0,-2-11 0,-3-8 0,-2 0 0,5-7 0,1 0 0,11-11 0,9-9 0,-13 3 0,-2-2 0</inkml:trace>
</inkml:ink>
</file>

<file path=ppt/ink/ink3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27:10.74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 24575,'15'6'0,"4"10"0,0 11 0,1 15 0,5 12 0,-8 5 0,12 9 0,-2 4 0,-3-4 0,5 3 0,-17-13 0,3-4 0,-11-11 0,-1-9 0,-3-8 0,-3-6 0,2-8 0,-2-5 0</inkml:trace>
</inkml:ink>
</file>

<file path=ppt/ink/ink3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27:11.05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1 107 24575,'10'-9'0,"6"-4"0,13 8 0,17-3 0,29 5 0,15 3-1119,-24 0 0,3 0 1119,-1 0 0,0 0 0,0 0 0,1 0 0,7-3 0,-4-1 0,19-5 535,2-6-535,-51 4 0,-24 0 0,-14 3 0,-5 4 0,-3 0 0</inkml:trace>
</inkml:ink>
</file>

<file path=ppt/ink/ink3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27:11.80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215 77 24575,'-7'-4'0,"-5"0"0,1 11 0,-8-2 0,-8 27 0,-15 18 0,12-2 0,-10 27 0,28-36 0,0 13 0,9-21 0,6-8 0,5-8 0,4-4 0,10-3 0,1 0 0,14-5 0,-5-3 0,9-6 0,-6 1 0,2-10 0,-5 10 0,-6-5 0,-8 9 0,-6-2 0,2 10 0,2 5 0,6 7 0,9 8 0,0-3 0,-4-5 0,-5-8 0,-14-10 0,6-19 0,-6-17 0,7-19 0,1-11 0,-1 0 0,3 1 0,-2 7 0,3 7 0,-1 9 0,2 7 0,3 11 0,-1 4 0,-2 8 0,-2 4 0,-3 2 0,4 2 0,0 3 0,7 3 0,-5-2 0,-6 3 0,-8-4 0</inkml:trace>
</inkml:ink>
</file>

<file path=ppt/ink/ink3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27:12.29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369 1 24575,'-42'10'0,"-4"6"0,-5 18 0,1-1 0,-9 32 0,13-11 0,1 22 0,26-25 0,8-13 0,11-20 0,4-10 0,0-4 0,17-4 0,14-11 0,37-16 0,-20 4 0,31-14 0,-39 21 0,10 0 0,-20 6 0,-12 5 0,-14 5 0,-2 11 0,-1 16 0,-1 5 0,3 10 0,-3 0 0,3-6 0,1-5 0,-4-9 0,-1-7 0,1-6 0,3-3 0,15-6 0,-7 0 0,36-6 0,-39 4 0,22-5 0</inkml:trace>
</inkml:ink>
</file>

<file path=ppt/ink/ink3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27:12.65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369 1 24575,'-42'3'0,"-7"5"0,2 19 0,-7 8 0,1 11 0,6 11 0,15-15 0,4 22 0,22-29 0,-4 10 0,13-15 0,5-4 0,7-2 0,14 3 0,17-8 0,9 0 0,9-10 0,-7-3 0,-7-6 0,-5-6 0,-14-3 0,-12 1 0,-9 1 0</inkml:trace>
</inkml:ink>
</file>

<file path=ppt/ink/ink3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27:13.24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123 1 24575,'-23'11'0,"7"-3"0,-9 10 0,12-2 0,-10 7 0,11 1 0,5-5 0,3 7 0,4 1 0,0 8 0,4 7 0,0-6 0,4 1 0,-1-9 0,1-5 0,-4-8 0,3-7 0,-7-1 0,7-3 0,4 4 0,5 3 0,14 1 0,-6 3 0,26 0 0,-19-6 0,10-2 0,-9-7 0,-8-10 0,13-3 0,-19 0 0,-1 3 0</inkml:trace>
</inkml:ink>
</file>

<file path=ppt/ink/ink3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27:13.49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0 24575,'8'16'0,"-4"-1"0,-1 0 0,-3 4 0,4-6 0,-3 5 0,2-6 0,-3 0 0,0 2 0,0-5 0,0 2 0,3-3 0,-2-4 0,3-1 0</inkml:trace>
</inkml:ink>
</file>

<file path=ppt/ink/ink3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27:13.87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0 371 24575,'16'11'0,"-1"1"0,0 4 0,-3-1 0,-1-7 0,-7-4 0,-1-8 0,1-17 0,0-11 0,7-14 0,4-14 0,4 2 0,1 11 0,8-13 0,-6 32 0,10-15 0,-11 27 0,11 2 0,-15 10 0,5 0 0,-11 4 0,-3 4 0,-1 3 0,1 5 0,0 0 0,-4-1 0,-1-3 0,1-4 0,-4 3 0,4-6 0,-4 2 0</inkml:trace>
</inkml:ink>
</file>

<file path=ppt/ink/ink3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27:17.55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 24575,'30'52'0,"-3"25"0,-4 7 0,-11-32 0,-2 0 0,3 33 0,4-15 0,-5-4 0,0-15 0,2 0 0,-5-10 0,-2-17 0,0-13 0,-6-11 0,16-38 0,3-8 0,18-30 0,1 7 0,5-5 0,2 18 0,4-3 0,-4 24 0,9-1 0,-5 15 0,11-1 0,-7 11 0,-9 3 0,-14 5 0,-13 6 0,0 15 0,5 17 0,8 20 0,14 14 0,-2 1 0,6 2 0,3-3 0,-7 5 0,4-11 0,-17-1 0,-2-19 0,-11-3 0,0-8 0,-4 2 0,-3-10 0,2 2 0,-9-13 0,2 1 0,-7-10 0,0 0 0</inkml:trace>
</inkml:ink>
</file>

<file path=ppt/ink/ink3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27:20.19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57 24575,'25'0'0,"6"0"0,50 0-2358,1 4 1,13 0 2357,-15-1 0,4-1 0,7 0-1427,3 1 1,6-1 0,3 1 0,-1-1 1426,-20-1 0,0 1 0,1-1 0,0 0 0,2-1 0,6 0 0,2-1 0,1-1 0,-4 1 0,-5 0-235,18 1 1,-8 1-1,2-3 235,-12-3 0,4-2 0,-5 0 0,-12 1-180,-9 1 1,-5-2 179,25-7 0,-9 0 0,-30 5 0,-27 3 0</inkml:trace>
</inkml:ink>
</file>

<file path=ppt/ink/ink3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27:20.59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83 8191,'81'0'0,"0"0"0,-24 0 0,-1 0 2282,5 0 1,-3 0-2283,23-3 0,19-2 0,-46-1 0,-1 0 0,33-3 0,10-8 0,-22 4 0,-8 0 0,-31 5 0,-14 5 0</inkml:trace>
</inkml:ink>
</file>

<file path=ppt/ink/ink3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27:21.35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89 184 24575,'25'21'0,"-7"0"0,14 27 0,-5 7 0,7 18 0,4 8 0,-3 7 0,-5-10 0,-7-6 0,-8-25 0,-7-17 0,-8-29 0,-18-34 0,-17-26 0,10 16 0,-3-3-297,-4 2 0,-1-1 297,4 1 0,1 0 0,-3 2 0,2 1 0,-8-25 0,4 3 0,21 14 0,9 6 0,37 2 0,15 7 0,41 7 0,3 8-103,-37 13 1,0 1 102,35 1 0,-5 7 0,-39 2 0,-19 3 0,-20 2 0,-5 9 0,-6 13 799,-8 14-799,-9 14 0,-14 4 0,8-6 0,-20 11 0,13-9 0,-10 10 0,9-2 0,14-13 0,9-2 0,11-14 0,11-5 0,12-11 0,15-4 0,18-7 0,10-5 0,28-6-562,2-14 562,1-7 0,-46 4 0,-4-3 0,14-13 0,0-2 0,-33 8 0,-9 13 0,-13 3 0</inkml:trace>
</inkml:ink>
</file>

<file path=ppt/ink/ink3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27:21.77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239 5 24575,'-18'-3'0,"-5"2"0,2 1 0,-15 11 0,11 5 0,-6 4 0,-8 26 0,22-3 0,-11 25 0,27 0 0,9-8 0,11 4 0,18-7 0,10-9 0,13-3 0,15-21 0,-4-10 0,-6-13 0,14-33 0,-41 8 0,25-44 0,-42-7 0,-3 10 0,-21-26 0,-17 35 0,-5-6 0,-8 14 0,9 17 0,8 13 0,-1 10 0,8 8 0,-3 1 0,-2 2 0,9-3 0,-2 0 0</inkml:trace>
</inkml:ink>
</file>

<file path=ppt/ink/ink3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27:22.34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0 24575,'0'47'0,"4"8"0,0 7 0,3 12 0,1 10 0,0-3 0,-1 2 0,-3-29 0,0 0 0,-4-37 0,0-6 0,0-12 0,0-10 0,0-4 0,0-18 0,0 7 0,7-7 0,8 11 0,18 10 0,14 1 0,22 7 0,-6 11 0,19 5 0,-28 8 0,-3 3 0,-28-4 0,-9 7 0,-10-2 0,-4 10 0,-11 1 0,-22 10 0,2-11 0,-44 9 0,33-25 0,-37 7 0,30-17 0,-4 3 0,21-6 0,14-5 0,15-18 0,16-10 0,21-17 0,4 8 0,-4 11 0,-17 16 0</inkml:trace>
</inkml:ink>
</file>

<file path=ppt/ink/ink3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27:22.69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3 24575,'0'33'0,"0"7"0,7 18 0,8 6 0,19 5 0,29 8-668,2-13 668,17-8 0,-24-29 165,-3-12-165,-16-19 0,-2-21 0,-10-11 0,-4-27 0,-11 4 503,-2-9-503,-9 14 0,-1 5 0,-5 15 0,1 8 0,-3 10 0,6 5 0,-2 4 0,10-1 0,25-6 0,-4 1 0,5 1 0,-19 6 0</inkml:trace>
</inkml:ink>
</file>

<file path=ppt/ink/ink3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27:23.05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294 2 8191,'-75'0'0,"0"0"0,17-1 0,10 2 5063,13 10-5063,32-3 2818,6 10-2818,12 9 1719,32 30-1719,-3-10 0,-4-14 0,2-1 0,18 15 0,-18-13 0,-2 0 0,10 13 0,3 21 6784,-40-34-6784,1 34 0,-18-17 0,-7 27 0,-5-12 0,-14 7 0,9-25 0,-15 6 0,22-35 0,-11 9 0,13-16 0,3-7 0,9-6 0,9-14 0,46-28 0,-16 11 0,30-22 0,-44 36 0,-9 2 0</inkml:trace>
</inkml:ink>
</file>

<file path=ppt/ink/ink3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27:23.39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 24575,'12'35'0,"9"13"0,-4 6 0,16 23 0,-2 4-578,-14-33 0,0-1 578,14 39 0,-5-2 0,-7-5 377,0-16-377,-7 1 192,-1-10-192,-7-10 0,-1-14 0,-3-12 0,0-10 0,-7-4 587,2 0-587,-13-1 0,12-2 0,-4 2 0</inkml:trace>
</inkml:ink>
</file>

<file path=ppt/ink/ink3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27:23.69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0 198 23188,'33'-12'0,"-5"-2"681,-13 8-681,-3-4 233,2 6-233,-2-3 117,10-4-117,9 2 356,14-2-356,16 4 0,15-1 0,23-3-1062,-4 3 1062,-33-1 0,-2 0 0,22-4 0,2-9 0,-45 10 0,-17 1 0,-15 7 0</inkml:trace>
</inkml:ink>
</file>

<file path=ppt/ink/ink3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27:24.24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422 1 24575,'-26'13'0,"-12"8"0,-20 21 0,-15 11-1277,-1 9 1277,5 7 0,22-6 416,20-6-416,17-14 212,17-13-212,5-4 0,20-13 0,18-2 0,26-15 0,-22-5 0,1-3 0,25-14 324,-18 2 1,-4-2-325,-12-8 0,0 4 0,-4-1 0,-17 0 0,16-15 0,-32 22 0,-2 1 0,0 12 0,-6 7 0,2 8 0,4 18 0,-2 3 0,9 16 0,2 5 0,3 5 0,4 3 0,-4-4 0,3 3 0,-3-13 0,1 4 0,2-9 0,-6 0 0,-1-4 0,-4-11 0,-4-9 0,-2-4 0,-2-7 0,-3 4 0</inkml:trace>
</inkml:ink>
</file>

<file path=ppt/ink/ink3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27:27.56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0 24575,'3'29'0,"10"39"0,3 29-1462,-3-28 1,0 3 1461,-4-3 0,-1 0 0,2 8 0,-1-4 60,-1 18-60,-3-38 0,1-3 676,5-1-676,-2 8 0,-2-22 0,0-16 1464,-6-9-1464,2-12 0,-3 1 0</inkml:trace>
</inkml:ink>
</file>

<file path=ppt/ink/ink3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27:28.14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411 1 8191,'-70'44'0,"28"-14"0,1 0 4907,-19 19-4907,-12 16 0,8 3 0,24-2 2837,18-7-2837,29 7 0,23-10 0,19-13 0,11-2 428,-2-7 0,4-2-428,6 0 0,5-3 1502,-8-6 1,4-3 0,-2-2-1503,13-1 0,0-2 0,-12-1 0,4 1 0,-5-2 0,13-1 0,-9-4 149,12 0-149,-30-4 0,-41-4 0,-1 0 0</inkml:trace>
</inkml:ink>
</file>

<file path=ppt/ink/ink3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27:28.93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0 198 24575,'29'0'0,"30"-3"0,0 1 0,9 0-3507,22 0 1,10-1 3506,-28 0 0,5-1 0,4 0 0,0 0-978,8 2 1,2 1-1,2-1 1,2 0 977,-10-2 0,3 0 0,1-1 0,-1 1 0,-2 0 0,14 1 0,-3 1 0,0 0 0,-3-1-2,-5-1 1,-1-1 0,-2 0 0,-5 0 1,7-1 0,-4 0 0,-6-1-277,11-2 0,-6-2 277,-14 0 0,-8 0 2098,5 0-2098,-15 0 4841,-31 3-4841,-3 4 3355,-13 1-3355,11 3 1188,14 0-1188,11-4 0,20 3 0,-12-5 0,-4 5 0,-21-3 0,-15 4 0,-13 0 0,-10 4 0,6-3 0,-2 2 0</inkml:trace>
</inkml:ink>
</file>

<file path=ppt/ink/ink3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27:56.99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0 24575,'3'29'0,"-2"14"0,6 36 0,-3 9 0,0 12 0,-1-30 0,-2-17 0,-2 1 0,-2 16 0,2 21 0,-6-2 0,6-49 0,-5 34 0,5-48 0,-3 4 0,4-15 0,0-11 0,0-1 0</inkml:trace>
</inkml:ink>
</file>

<file path=ppt/ink/ink3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27:58.93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100 265 24575,'0'19'0,"0"4"0,0 4 0,0-3 0,0 9 0,0-5 0,0 7 0,0 6 0,0-5 0,4 5 0,-3-12 0,2-4 0,-3-20 0,0-9 0,0-15 0,0-8 0,-3-10 0,2-2 0,-6-7 0,6-2 0,-9-9 0,-2-8 0,-4-1 0,-3 2 0,7 18 0,1 6 0,3 9 0,4 11 0,0-1 0,8 23 0,0-4 0,4 23 0,-4 13 0,3 1 0,-7 26 0,4-6 0,-4 22 0,0 1 0,0 5 0,0-16 0,0-3 0,0-18 0,0-11 0,0-12 0,0-5 0,3-12 0,-2-6 0,6-12 0,-3-8 0,4-2 0,2 2 0,2 2 0,3 6 0,4-2 0,7 2 0,9 0 0,14 1 0,-2 3 0,30-4 0,-18 6 0,20-5 0,-19 10 0,-2-6 0,-12 3 0,-12 0 0,-16 0 0,-10 1 0,-1-1 0,-3-14 0,10-5 0,2-12 0,3-3 0,0-7 0,-4-1 0,-3-4 0,-1 1 0,-7 14 0,0 2 0,-4 7 0,0 16 0,0 1 0,3 37 0,4 12 0,-1 25 0,4 27 0,-9-1-268,0-38 1,1-1 267,5 36 0,-6-11 0,9-9 0,-9-21 0,6-6 0,-3-24 0,4-7 0,10-17 0,9-8 0,11-12 0,-12 9 0,-6 1 0</inkml:trace>
</inkml:ink>
</file>

<file path=ppt/ink/ink3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27:59.48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162 1 24575,'-3'30'0,"-2"8"0,-9 16 0,-2 11 0,-7 12 0,3 0 0,-2-4 0,6-8 0,-3-15 0,7-11 0,4-13 0,5-10 0,6-9 0,15-3 0,10-4 0,24 0 0,3-7 0,2 2 0,-11-9 0,-16 5 0,-8 2 0,0-3 0,-9 8-1696,8-5 0,-16 7 0,2 0 0</inkml:trace>
</inkml:ink>
</file>

<file path=ppt/ink/ink3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28:00.09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85 461 24575,'0'12'0,"-3"9"0,-5 6 0,-4 13 0,0 6 0,1-7 0,3-5 0,1-11 0,2-8 0,2-14 0,0-6 0,-2-27 0,1-4 0,1-17 0,3-3 0,6-22 0,3 12 0,9-18 0,9 16 0,7 9 0,-2 6 0,15 13 0,-1 2 0,-8 13 0,1 0 0,-28 24 0,0 2 0,4 24 0,4 4 0,1 17 0,9 14 0,-9-4 0,6 9 0,-6-1 0,2-12 0,-10 11 0,3-26 0,-8 7 0,1-24 0,-4 3 0,3-11 0,-6-1 0,2-7 0,-3-1 0</inkml:trace>
</inkml:ink>
</file>

<file path=ppt/ink/ink3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28:00.35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0 102 8191,'61'-15'0,"-1"1"0,-5-1 0,-7 3 5063,-6 3-5063,-19-1 2818,-10 9-2818,-5-5 0,7 5 0,11-9 429,2 8 1,-8-5 0,-6 7 0</inkml:trace>
</inkml:ink>
</file>

<file path=ppt/ink/ink3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28:00.99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380 1 24575,'-29'0'0,"-10"14"0,-22 6 0,-9 25 0,3 7 0,14 9 0,15 4 0,22-3 0,9 3 0,22 3 0,1-18 0,27 11 0,8-24 0,25 1 0,15-11 0,-8-15 0,-33-10 0,0-4 0,28-13 0,4-12 0,-22-8 0,-18-6 0,-23-5 0,-16-13 0,-21-11 0,-1 23 0,-4 1 0,-26-27 0,-8-1 0,8 29 0,16 18 0,-3 1 0,19 15 0,-5 3 0,13 5 0,3 3 0</inkml:trace>
</inkml:ink>
</file>

<file path=ppt/ink/ink3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28:01.68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41 22170,'38'63'0,"3"7"1115,-6-11-1115,-1 7 421,-4-5-421,-3 0 213,-8-14-213,-7-8 629,-2-17-629,-9-18 27,2-8-27,-6-8 0,-2 0 0,-6-12 0,-1 3 0,-3-16 0,3-1 0,1 3 0,10-16 0,9 7 0,21-16 0,11 13 0,26-4 0,-6 19 0,14-1 0,-22 13 0,-14 9 0,-21 11 0,-13 5 0,-21 19 0,-11 5 0,-26 17 0,-8 11 0,-4 5 0,1 7 0,21-3 0,11-12 0,25-8 0,15-9 0,13-5 0,20 2 0,41 0 0,12-9-1603,-45-13 0,6-2 1603,16-1 0,10-2 0,-9 0 0,-19-2 0,-1 0-246,48 4 0,-9-2 246,-45-3 0,-27-8 0,-11 3 0,-7-2 0</inkml:trace>
</inkml:ink>
</file>

<file path=ppt/ink/ink3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28:03.69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0 24575,'15'18'0,"0"13"0,-3 16 0,6 21 0,-6 10 0,3 0 0,0 1 0,-7-16 0,3-3 0,-3-13 0,-4-2 0,3-13 0,-6-9 0,9-12 0,-5-8 0,9-9 0,-9 4 0,2-5 0</inkml:trace>
</inkml:ink>
</file>

<file path=ppt/ink/ink3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28:03.97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 24575,'12'0'0,"-2"0"0,-5 0 0,-2 0 0</inkml:trace>
</inkml:ink>
</file>

<file path=ppt/ink/ink3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28:04.40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180 8 24575,'-12'-4'0,"1"0"0,7 8 0,-3 0 0,3 10 0,0 3 0,-3 16 0,9 6 0,6 12 0,15 9 0,8-1 0,17 6 0,-1-4 0,13 4 0,-23-23 0,-8-7 0,-19-24 0,-9-3 0,6-4 0,-10 3 0,2-2 0,-10-1 0,-4-1 0,-2-3 0,-1 0 0,-8 0 0,1 0 0,-16-3 0,-18-8 0,4-5 0,-12-7 0,24-3 0,16 6 0,9 1 0,13 12 0,2 3 0</inkml:trace>
</inkml:ink>
</file>

<file path=ppt/ink/ink3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28:04.78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1 160 24575,'25'-15'0,"16"-4"0,11 0 0,25-10 0,-29 11 0,5-10 0,-34 19 0,-7-6 0,-2 11 0,-9 1 0,2 3 0</inkml:trace>
</inkml:ink>
</file>

<file path=ppt/ink/ink3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28:05.74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 24575,'4'13'0,"3"8"0,-3 42 0,4 5 0,-1 23 0,1-2 0,3-4 0,0-2 0,1-3 0,3-9 0,0 0 0,-3-16 0,3-13 0,-8-12 0,-2-14 0,1-12 0,5-5 0,5-3 0,-3 1 0,-3 3 0</inkml:trace>
</inkml:ink>
</file>

<file path=ppt/ink/ink3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28:06.08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8 24575,'20'-4'0,"-5"0"0,-12 4 0</inkml:trace>
</inkml:ink>
</file>

<file path=ppt/ink/ink3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28:07.19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190 1 24575,'-8'-1'0,"-7"2"0,-1 10 0,0-2 0,-2 6 0,6-4 0,-7 12 0,3 1 0,-6 17 0,6 2 0,0 18 0,5-6 0,7 6 0,4-18 0,7 8 0,9-4 0,6 1 0,22 11 0,-6-25 0,17-4 0,-23-20 0,-6-13 0,-8-8 0,-10-5 0,7-20 0,-4-1 0,1-12 0,2-16 0,-5 21 0,2-27 0,-7 27 0,-1-12 0,-3 13 0,-6 2 0,1 18 0,-10-3 0,3 10 0,-3 5 0,-4-3 0,-1 12 0,-6-4 0,9 6 0,-1 0 0,14 3 0,0-2 0,4 2 0</inkml:trace>
</inkml:ink>
</file>

<file path=ppt/ink/ink3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28:07.80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46 24575,'29'-12'0,"2"1"0,27 4 0,9-1 0,27 4 0,-38 1 0,-4 3 0,-45 0 0,1 0 0,-4 3 0,-11 12 0,-13 5 0,-11 7 0,-4 10 0,8-5 0,4 10 0,11-3 0,5-8 0,0 3 0,6 0 0,-2-5 0,3 4 0,3-13 0,1-5 0,4-4 0,-1-3 0,4-4 0,8-7 0,4-9 0,8-1 0,19-11 0,-28 17 0,12-6 0</inkml:trace>
</inkml:ink>
</file>

<file path=ppt/ink/ink3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28:08.34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9 76 24575,'-8'-4'0,"8"1"0,10-1 0,17 0 0,9-4 0,-5 1 0,-9-1 0,-11 4 0,-3 1 0,2-1 0,6 0 0,3-4 0,7 1 0,-12 3 0,-1 0 0</inkml:trace>
</inkml:ink>
</file>

<file path=ppt/ink/ink3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28:10.28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157 0 24575,'56'0'0,"6"0"0,7 4 0,-18 0 0,-18 4 0,-30 6 0,-28 6 0,-26 14 0,-19 5 0,-15 0 0,15-1 0,9-11 0,26-4 0,16-7 0,9-9 0,9 4 0,-2-6 0,13 13 0,9-2 0,19 7 0,9-3 0,3 2 0,-8-3 0,-12 1 0,-11-5 0,-8 0 0,-4 0 0,1 2 0,-1 1 0,1-2 0,-1-1 0,1 4 0,0 0 0,-1 5 0,-3-1 0,3-4 0,-6 0 0,2-4 0,-3-3 0,-3 3 0,-1-7 0,-4 3 0,0-6 0,1-2 0,-1-6 0,4-1 0,0-1 0,4 2 0</inkml:trace>
</inkml:ink>
</file>

<file path=ppt/ink/ink3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28:10.79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24 5 24575,'-12'-5'0,"4"9"0,5 1 0,9 13 0,3 2 0,9 10 0,5 12 0,4 9 0,7 7 0,4 6 0,-3-1 0,2-5 0,-13-9 0,-6-10 0,-7-9 0,-6 0 0,-2-6 0,-6 3 0,-2-11 0,-2-2 0,-1-9 0,-3-2 0,-1-6 0,0-1 0,-6-7 0,5-11 0,-9-6 0,6-13 0,0 8 0,9 11 0,3 12 0</inkml:trace>
</inkml:ink>
</file>

<file path=ppt/ink/ink3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28:11.22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96 8191,'4'-16'0,"3"5"5063,-6 4-5063,6 7 2818,-3-7-2818,4 6 1719,9-9-1719,7 1 6784,10-2-6784,-2 0 0,-10 3 0,-7 4 0,-11 4 0,-1 1 0,-3 2 0</inkml:trace>
</inkml:ink>
</file>

<file path=ppt/ink/ink3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28:48.65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 24575,'4'11'0,"6"28"0,3 16 0,-2 0 0,0 6-1388,-2 4 0,0 3 1388,1 8 0,2 3-1169,2 16 0,1 2 1169,-2-5 0,0 0 0,3 6 0,0-1 0,-2-11 0,-1-6 0,-2-15 0,-1-4 601,7 33-601,-10-23 0,-3-25 0,-1-18 0,-2-14 0,2-11 0</inkml:trace>
</inkml:ink>
</file>

<file path=ppt/ink/ink3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28:50.95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334 8 24575,'-8'-4'0,"7"1"0,9 3 0,1 0 0,9 0 0,-10 0 0,-4 0 0,-22 0 0,-14 0 0,-15 0 0,1 0 0,7 0 0,9 0 0,7 0 0,7 0 0,19 3 0,-1 1 0,26 7 0,7 5 0,25 3 0,7-2 0,8-3 0,-3-10 0,-7 0 0,-1-7 0,-17-2 0,-7-2 0,-16 3 0,-6-3 0,-7 6 0,0-6 0,8 0 0,1-2 0,6-2 0,-3 4 0,-4 2 0,-3-1 0,-5 5 0,-4-3 0,-6 4 0,-9 0 0,-15 0 0,-2 4 0,-4-3 0,12 6 0,-7-3 0,3 0 0,-3 3 0,-15-6 0,9 6 0,-12-3 0,8 0 0,7 0 0,4-1 0,-3 1 0,2 4 0,-3-4 0,-3 3 0,6-3 0,-3 4 0,8 0 0,3-4 0,5 3 0,4-6 0,-4 5 0,2-5 0,-5 3 0,2-1 0,-11-2 0,3 6 0,-13-6 0,8 6 0,-2-7 0,9 4 0,6-4 0,-3 0 0,7 0 0,0 3 0,-2-2 0,1 2 0,-6-3 0,-1 0 0,4 0 0,5 4 0,3 0 0,8 4 0,7 10 0,8 6 0,11 11 0,12 7 0,1-3 0,9 6 0,1-9 0,-6-2 0,-5-14 0,-16-9 0,-11-8 0,-4-3 0,-4 0 0,-2-3 0,1 2 0,-1-6 0,6 0 0,4-5 0,1-7 0,2 0 0,1-11 0,0 3 0,1-7 0,5 0 0,-5 3 0,6-3 0,-3 4 0,0 0 0,-4 6 0,-4 2 0,-4 7 0,-3 6 0,-4-1 0,0 9 0,-4-2 0</inkml:trace>
</inkml:ink>
</file>

<file path=ppt/ink/ink3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29:18.56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0 806 24575,'18'-18'0,"19"-6"0,28-7 0,-16 13 0,6 1 0,8 1 0,3 1-2225,7 0 1,4 0 2224,-13 4 0,3 0 0,0 1 0,25-2 0,4 0 0,-12 3 0,4-1 0,-4 1 0,12-2 0,-3 1 0,5 1 0,-6-1 0,-30-1 0,-7 0 1364,22-2-1364,-33-1 724,-26 7-724,-15-1 0,-3 0 0,0-3 2361,0 10-2361,4 9 0,0 15 0,7 33 0,-3-9 0,3 2 0,-7-30 0,0-20 0,-8-21 0,4 1 0,-11-35 0,-1 6 0,-7-28 0,-4-3 0,0 10 0,3-8 0,1 28 0,11 2 0,-3 22 0,11 9 0,-4 7 0,11 7 0,5-3 0,7 6 0,14-2 0,2 3 0,11 0 0,-1 3 0,-9 1 0,10 4 0,-23-4 0,9 7 0,-17-6 0,4 13 0,0 1 0,4 12 0,0 18 0,-7-14 0,8 39 0,-14-40 0,11 48 0,-16-42 0,2 15 0,-10-21 0,-8-3 0,-6-4 0,-9 3 0,2-9 0,-2 1 0,10-13 0,4 1 0,6-9 0,5 2 0,-3-3 0</inkml:trace>
</inkml:ink>
</file>

<file path=ppt/ink/ink3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29:38.29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882 0 24575,'-33'4'0,"-13"3"0,13 9 0,-23 3 0,1 11 0,1 5 0,14-2 0,15-3 0,14-5 0,6-11 0,2 14 0,13-11 0,-1 10 0,10-8 0,-4-7 0,-7-2 0,-4-9 0,-22 16 0,-17 4 0,-13 10 0,-5 2 0,-4 2 0,10-3 0,-1 2 0,-13 9 0,2 2-258,16-4 1,6 1 257,-9 31 0,20-10 0,18-6 0,16-12 0,8-9 0,17-2 0,-1-11 515,2-11-515,-11-6 0,-9-6 0,-6 0 0,-4-3 0,3-1 0,-3 0 0,0-3 0,6 6 0,9-9 0,12 2 0,19-8 0,8-6 0,12-1 0,-4-4 0,-6-3 0,-28 17 0,-11-1 0</inkml:trace>
</inkml:ink>
</file>

<file path=ppt/ink/ink3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29:39.08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0 193 24575,'20'33'0,"-5"6"0,-1 22 0,-9-1 0,5 8 0,-5-7 0,-1-10 0,-1-12 0,-3-14 0,0-19 0,0-4 0,4-9 0,-3-11 0,2-6 0,-3-17 0,0-2 0,0-9 0,0-5 0,0-1 0,0-13 0,7 9 0,-2 5 0,6 12 0,6 15 0,4 3 0,12 8 0,-2 4 0,0 7 0,-5 5 0,-7 3 0,0 7 0,-7-2 0,-1 9 0,0 5 0,-3-2 0,6 16 0,-5-5 0,2 14 0,-4 11 0,1 9 0,-4 11 0,-4 11 0,-8-16 0,-7-1 0,-5-24 0,-6-16 0,-1-2 0,3-19 0,-5 11 0,12-15 0,-2 4 0,11-9 0,5-8 0,3-2 0,13-9 0,-3 6 0,6 5 0,-10 4 0</inkml:trace>
</inkml:ink>
</file>

<file path=ppt/ink/ink4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29:39.71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208 54 8191,'-5'24'0,"-8"16"5063,-4 27-5063,-3-2 0,-6 24 0,7-31 0,-4-5 2818,-4 0-2818,7-19 1719,4-5-1719,9-25 6784,4-11-6784,2-20 0,-6-8 0,6-11 0,-2-6 0,3-2 0,0-3 0,7 0 0,8 4 0,12 0 0,11 7 0,1 8 0,2 12 0,-13 14 0,-6 5 0,-8 11 0,1 10 0,8 13 0,7 16 0,12 18 0,4 2 0,0-1 0,6 7 0,1-5 0,-8-5 0,-2-7 0,-16-24 0,-8-6 0,0-7 0,-11-3 0,2-4 0,-9-5 0,2-3 0</inkml:trace>
</inkml:ink>
</file>

<file path=ppt/ink/ink4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29:39.99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61 23757,'19'-8'0,"-3"1"405,2 2-405,11-1 136,3-2-136,23 3 0,22-2 0,13 7 0,-40-1 0,0-1 69,31 1-69,-17-2 52,-33-1 0,-13 3 0,-15-2 0</inkml:trace>
</inkml:ink>
</file>

<file path=ppt/ink/ink4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29:40.68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58 24575,'12'11'0,"3"8"0,-7 5 0,3 13 0,-4 10 0,1 4 0,-4-8 0,0-13 0,-4-15 0,0-14 0,-4-12 0,-3-20 0,-5-5 0,3-12 0,-1 6 0,9 3 0,-2 2 0,13 7 0,9 3 0,19 7 0,5 9 0,-4 8 0,-10 3 0,-7 10 0,-2 3 0,9 17 0,2 1 0,7 8 0,4-1 0,-7 1 0,-5-11 0,-11-6 0,-8-7 0,-7-3 0,3 3 0,-6 0 0,2 4 0,-10-3 0,-1 3 0,-11-7 0,-4-1 0,-1-3 0,-9-4 0,4-4 0,-15-4 0,11-7 0,-8 3 0,13-3 0,5 6 0,11-1 0,9 1 0,4 1 0,2 1 0</inkml:trace>
</inkml:ink>
</file>

<file path=ppt/ink/ink4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29:44.54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152 16 24575,'15'-4'0,"7"-3"0,-5 6 0,2-2 0,-12 6 0,0 2 0,-3 9 0,4 2 0,-1 11 0,1 0 0,0-3 0,-1 12 0,-3-7 0,-4 20 0,-14-9 0,-10 5 0,-11-7 0,-10 1 0,4-4 0,0-8 0,10-8 0,8-8 0,7-3 0,5-4 0,7 3 0,7-3 0,19 4 0,17-1 0,22-2 0,8 2 0,7-7 0,-14 7 0,-9-6 0,-27 3 0,-8-4 0,-10 0 0,-1 0 0,4 0 0,-6 0 0,2 0 0</inkml:trace>
</inkml:ink>
</file>

<file path=ppt/ink/ink4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29:44.82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 24575,'12'0'0,"-5"0"0,-3 0 0</inkml:trace>
</inkml:ink>
</file>

<file path=ppt/ink/ink4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29:45.67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200 4 23647,'-33'-3'0,"-3"5"459,-3 3-459,1 10 155,15 5-155,4 3 78,11 0-78,5 7 236,6 5-236,15 7 0,6 8 0,21 0 0,-9-10 0,32 21 0,-21-22 0,19 21 0,-27-24 0,-13-3 0,-11-16 0,-8 0 0,-3-8 0,0 6 0,-4-7 0,-7 7 0,-5-7 0,-8 3 0,-3-3 0,-3 0 0,2-4 0,-3-1 0,4 1 0,4-3 0,0 2 0,7-6 0,-2-5 0,2-4 0,0-3 0,4 7 0,5 1 0</inkml:trace>
</inkml:ink>
</file>

<file path=ppt/ink/ink4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29:46.09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39 19362,'61'-8'0,"-7"4"2416,-8-3-2416,-9 6 887,-14-2-887,3-1 460,-10 4-460,5-4 1450,-5 4-1450,3-3 0,-4 2 0,-3-2 0,-1 3 0,-3 0 0,-1 0 0,1 0 0,-4 0 0,-1 0 0</inkml:trace>
</inkml:ink>
</file>

<file path=ppt/ink/ink4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29:46.57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24 24575,'12'0'0,"5"0"0,3 0 0,27 0 0,15 0 0,-12 0 0,1 0 0,38 0 0,10-4 0,-43 3 0,-2-5 0,-33 5 0,0-6 0,-13 6 0,-4-2 0,-1 3 0</inkml:trace>
</inkml:ink>
</file>

<file path=ppt/ink/ink4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29:47.09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0 24575,'8'29'0,"-1"11"0,-2 7 0,1 30 0,-1-18 0,2 19 0,-3-23 0,0-10 0,-4-14 0,0-12 0,-4-8 0,3-7 0,-2 0 0</inkml:trace>
</inkml:ink>
</file>

<file path=ppt/ink/ink4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29:47.50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208 0 24575,'-22'15'0,"-6"4"0,-7 9 0,0 6 0,5-6 0,7 2 0,7-10 0,5-2 0,7-6 0,0-1 0,11-3 0,15 3 0,24-2 0,19 2 0,19-7 0,4 0 0,-8-4 0,-11 0 0,-30-4 0,-15 3 0,-16-2 0,-4 3 0,-1 0 0</inkml:trace>
</inkml:ink>
</file>

<file path=ppt/ink/ink4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29:47.79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0 24575,'0'0'0</inkml:trace>
</inkml:ink>
</file>

<file path=ppt/ink/ink4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29:48.41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8 24575,'15'-3'0,"3"2"0,5-2 0,7 3 0,5 3 0,10 5 0,-9 0 0,1 7 0,-21-6 0,-6 2 0,-10 10 0,-3-3 0,-2 22 0,-6-4 0,3 7 0,-3-2 0,3 1 0,4-9 0,0 7 0,4-16 0,4 6 0,3-3 0,5-7 0,7 6 0,7-10 0,-2 0 0,2-9 0,-10-3 0,-6-1 0,1 1 0,-2 1 0,2 1 0,-7-5 0,-1 3 0</inkml:trace>
</inkml:ink>
</file>

<file path=ppt/ink/ink4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29:52.11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31 8191,'50'-11'0,"-1"6"5063,-17-2-5063,-7 7 2818,-11 0-2818,-9-4 1719,6 4-1719,-7-4 6784,3 4-6784,1 0 0,0 0 0,-1 0 0,4 0 0,1 0 0,6 4 0,2 0 0,-1 4 0,0-4 0,-7 3 0,2 0 0,-6 5 0,3 7 0,-3 4 0,-4 1 0,-1 9 0,-6-8 0,-1 2 0,-7-9 0,-8 1 0,-2 1 0,-5-1 0,10-3 0,-6 2 0,13-5 0,-6 9 0,11-6 0,1-1 0,3-4 0,3-3 0,-2 0 0,6-1 0,-3-2 0,7 5 0,1-5 0,6 3 0,12 2 0,-2-8 0,13 5 0,-10-7 0,-4 0 0,-8-4 0,-8 3 0,-4-2 0,1 3 0,3-3 0,-6 2 0,1-3 0</inkml:trace>
</inkml:ink>
</file>

<file path=ppt/ink/ink4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29:52.34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0 24575,'11'0'0,"-3"0"0,-5 0 0</inkml:trace>
</inkml:ink>
</file>

<file path=ppt/ink/ink4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29:52.81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127 93 24575,'-5'-23'0,"-1"4"0,1 0 0,1 7 0,-6 1 0,8 4 0,-5 6 0,17 15 0,3 4 0,16 22 0,23 7 0,-16-9 0,11 5 0,-36-26 0,3 1 0,-9-6 0,2 3 0,0 0 0,-9 4 0,1-6 0,-14 12 0,-1-12 0,-10 10 0,-5-8 0,-4 4 0,-4-7 0,1 6 0,10-12 0,-1 4 0,16-9 0,-2 2 0,8-3 0,-1-7 0,0 2 0,4-2 0,1 3 0</inkml:trace>
</inkml:ink>
</file>

<file path=ppt/ink/ink4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29:53.17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61 8191,'43'-7'0,"5"3"5063,1-3-5063,22 3 0,0-4 0,-2 1 704,-13-4 1,-32 5-1,-7 0 1</inkml:trace>
</inkml:ink>
</file>

<file path=ppt/ink/ink4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29:53.78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24 24575,'51'0'0,"11"0"0,9 0-1503,18 0 0,9 0 1503,-11 0 0,3 0-661,-13 0 0,4 0 0,-4 0 661,19-2 0,-10 0 0,-29 1 0,-7-2 1120,21-4-1120,-44 2 0,-15 2 0,-15 3 0</inkml:trace>
</inkml:ink>
</file>

<file path=ppt/ink/ink4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29:54.46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0 24575,'4'36'0,"-1"11"0,-3-4 0,4 32 0,0-16 0,4 18 0,-4-23 0,6 15 0,-8-13 0,8 7 0,-6-26 0,0-4 0,0-18 0,-1-7 0,4-5 0,15-6 0,-4-1 0,1 0 0,-13 0 0</inkml:trace>
</inkml:ink>
</file>

<file path=ppt/ink/ink4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29:55.53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271 0 8191,'59'0'0,"-14"0"5063,-27 4-5063,-4 4 2818,-9 7-2818,2 1 1719,0 17-1719,-6-1 6784,2 14-6784,1-7 0,-10 23 0,1-15 0,-18 24 0,-11-10 0,-13 1 0,-7-4 0,-10-5 0,8-17 0,3 1 0,7-20 0,18 4 0,13-16 0,12 2 0,28-10 0,-3 2 0,52-3 0,-11 4 0,-12 2 0,2 0 0,22-1-336,-17 0 0,2 1 336,32-2 0,-32 0 0,0 0 0,29 0 0,-31 0 0,-25 0 0,-23 0 0</inkml:trace>
</inkml:ink>
</file>

<file path=ppt/ink/ink4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29:55.82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0 24575,'8'0'0,"-1"0"0</inkml:trace>
</inkml:ink>
</file>

<file path=ppt/ink/ink4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29:56.22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0 24575,'12'11'0,"2"12"0,-2 19 0,3 16 0,-3 5 0,-4 5 0,-2-9 0,-5 1 0,3-9 0,-4-12 0,-4-6 0,3-16 0,-6-3 0,3-10 0,0-4 0,1 0 0,3-4 0</inkml:trace>
</inkml:ink>
</file>

<file path=ppt/ink/ink4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29:56.70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193 0 24575,'-26'19'0,"5"-3"0,-11 17 0,10-8 0,-11 13 0,9-11 0,1-4 0,15-11 0,5-5 0,24-7 0,0 0 0,26 0 0,-3 0 0,6 0 0,-9 0 0,-14-3 0,-8 2 0,-12-2 0,-3 3 0</inkml:trace>
</inkml:ink>
</file>

<file path=ppt/ink/ink4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29:58.43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269 77 24575,'-11'-8'0,"-7"-3"0,-6 6 0,-4-5 0,2 6 0,3-4 0,3 4 0,5 0 0,4 4 0,3 0 0,4-3 0,-3 2 0,-1-2 0,-4 0 0,0 2 0,1-6 0,4 6 0,-1-2 0,0 3 0,4 0 0,1 0 0</inkml:trace>
</inkml:ink>
</file>

<file path=ppt/ink/ink4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30:01.94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6147 0 24575,'-35'0'0,"1"0"0,-4 0 0,-1 0 0,-7 0 0,-7 0 0,-1 0 0,-4 0 0,-3 0 0,6 0 0,2 4 0,-4-3 0,9 2 0,-8-3 0,13 0 0,-30 0 0,15 0 0,-28 0 0,29 0 0,-15 0 0,16 4 0,-42 3 0,37 2 0,-33 5 0,41-5 0,-16 5 0,18-9 0,-8 9 0,8-9 0,-10 6 0,-1-3 0,-2 0 0,-12-1 0,-6 1 0,-13 0 0,44-4 0,-1-1 0,-4 2 0,-1 0-442,2-3 0,-2 0 442,-4 3 0,0-1 0,4-4 0,-1 1 0,-5 0 0,-1 1 0,-6-2 0,0 0 0,8 0 0,0 0 0,-8 2 0,2-1 0,8 0 0,2-1 0,5 2 0,-1 0 0,1-1 0,1 1 0,-33 2 0,4 1 0,5-2 0,7 0 0,0-2 0,14 3 0,-33-4 0,13 0 0,-23 0 0,23 0 0,-20 0 0,34 0 0,-32 3 0,34-2 0,-2 6 0,7-3 0,4 0 884,-6 7-884,15-10 0,-24 10 0,22-7 0,-30 3 0,13 1 0,-2 0 0,-22 0 0,21-1 0,-16 1 0,15 0 0,13-1 0,1-2 0,12 1 0,4-1 0,7-1 0,-7 3 0,6-3 0,-3 4 0,1 3 0,10-6 0,-2 9 0,10-9 0,1 2 0,6 0 0,-1-6 0,5 6 0,-6-6 0,6 6 0,-6-3 0,3 4 0,-7-1 0,2 4 0,-2-2 0,0 9 0,-1 1 0,-7 9 0,7-1 0,-17 20 0,11-9 0,-11 19 0,16-21 0,-8 7 0,15-17 0,-8 7 0,3-6 0,2-3 0,-2 2 0,3-6 0,4-2 0,1 8 0,3-1 0,0 9 0,3-10 0,1-9 0,1-5 0,1-9 0,-5 6 0,6-6 0,-6 6 0,16-3 0,20 4 0,32-11 0,-2 5 0,-14-9 0,-32 7 0</inkml:trace>
</inkml:ink>
</file>

<file path=ppt/ink/ink4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30:03.33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1 141 24575,'42'-7'0,"-24"5"0,36-4 0,8-1 0,-5 5 0,21-3 0,10 0-2467,-12 3 0,1 0 2467,-7-2 0,3 0 0,1-1 0,-3 1 0,0 0 0,0-1 0,0-1 0,-1 0 0,-4 1 55,6-2 1,-3 0-56,2 0 0,-5 0 1087,14-5-1087,1 0 0,-43 5 0,-17 7 2475,-13 4-2475,-1 4 1261,-6 3-1261,5 8 0,-5 4 0,3 18 0,-4 3 0,0 3 0,0 23 0,0-12 0,0 36 0,0-31 0,0 20 0,0-37 0,0 6 0,0-21 0,0-1 0,0-3 0,0 1 0,3-2 0,-2-10 0,2-1 0,1-11 0,0-1 0,3-3 0,11-3 0,-11 2 0,6-2 0</inkml:trace>
</inkml:ink>
</file>

<file path=ppt/ink/ink4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30:17.85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 8191,'24'55'0,"-6"1"0,1 3 5063,6 22-5063,-7-17 0,0 0 0,8 24 0,-7-18 2818,0-10-2818,-7-24 0,-5-17 0,-4-23 1719,1-16-1719,0-13 6784,7-10-6784,1-3 0,10-3 0,5 4 0,11-1 0,4 4 0,7 4 0,-6 4 0,-2 7 0,-4 5 0,-9 3 0,1 7 0,-6 1 0,-3 7 0,12 1 0,-7 3 0,15 3 0,-12 5 0,2 0 0,-1 20 0,-4-5 0,11 21 0,-12-8 0,9 2 0,-9-3 0,9 2 0,-5-4 0,2 4 0,-7-10 0,5 7 0,-3-3 0,5 8 0,-11-11 0,3 1 0,-17-16 0,6-2 0,-11-8 0</inkml:trace>
</inkml:ink>
</file>

<file path=ppt/ink/ink4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30:20.28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39 24575,'19'0'0,"13"-4"0,27-3 0,-8 2 0,7 1-2289,28 0 0,6 1 2289,-3 1 0,10 0-754,-9 1 1,13 1-1,3-1 1,-7 0 753,-22 1 0,-5 0 0,1 0 0,7-1-381,-2 1 1,8-1 0,3 1-1,0-1 1,-4 0 0,-8 1 380,20 0 0,-8 0 0,-1 0 0,12 0 0,0 0 0,-15 0-69,-24 0 1,-8 0 68,30 0 1411,-53 0-1411,-16 0 2937,-3 0-2937,-3 0 1349,7 0 1,-10 0 0,1 0-1</inkml:trace>
</inkml:ink>
</file>

<file path=ppt/ink/ink4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31:35.28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116 1 24575,'-8'42'0,"-3"7"0,6-15 0,-12 56 0,8-27 0,0-6 0,-1 2 0,-5 27 0,3-3 0,0-7 0,8-33 0,1 23 0,3-38 0,0 17 0,0-15 0,0-7 0,3-3 0,-2-5 0,6-4 0,-6-3 0,2-1 0,-3-2 0,0-2 0</inkml:trace>
</inkml:ink>
</file>

<file path=ppt/ink/ink4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31:37.00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84 24575,'18'-4'0,"15"-3"0,7 6 0,23-6 0,6 3 0,8-3 0,5-1 0,-12 0 0,11 1 0,-28-1 0,6 4 0,-25-3 0,-10 6 0,-7-2 0,-9 0 0,0 2 0,-1-3 0,1 4 0,-4 0 0,-1 0 0</inkml:trace>
</inkml:ink>
</file>

<file path=ppt/ink/ink4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31:38.18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0 119 24575,'12'0'0,"-1"0"0,0 0 0,4 7 0,-2-6 0,25 23 0,-8-6 0,22 20 0,-3 0 0,8 8 0,-16-12 0,15 1 0,-26-22 0,7-2 0,-11-7 0,0-4 0,-2 0 0,5 0 0,-2 0 0,-3 0 0,1-4 0,-9 3 0,3-2 0,-4 0 0,0-1 0,4-4 0,-3 0 0,-1-3 0,-1 3 0,1-6 0,1 2 0,6-7 0,-2 3 0,-4-2 0,-2 6 0,-3-6 0,-3 6 0,3-7 0,-3 4 0,0 0 0,-1-7 0,1 2 0,-1-7 0,4 1 0,-2 6 0,-2 1 0,-3 5 0,-1 6 0,-2 0 0,2 5 0</inkml:trace>
</inkml:ink>
</file>

<file path=ppt/ink/ink4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31:39.33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0 24575,'25'44'0,"0"4"0,12 25 0,-3 7-1043,8 5 1043,0 0 0,0-12 342,-7-29-342,-9-16 173,-11-24-173,-1-4 0,1-4 0,5-17 528,3 0-528,-1-20 0,-2 6 0,2-10 0,-6 13 0,9-11 0,-1 4 0,-4 3 0,1-7 0,-13 22 0,3 3 0,-6 8 0,-2 5 0,-3-2 0,0-1 0,0 1 0,0-1 0,0 0 0,0 4 0,0 1 0</inkml:trace>
</inkml:ink>
</file>

<file path=ppt/ink/ink4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31:40.05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0 284 8191,'8'39'0,"-4"-12"5063,6 8-5063,-5-9 2818,3 19-2818,-5-5 1719,1-2-1719,-3 0 6784,2-3-6784,-3 0 0,0-8 0,0-5 0,0-17 0,7-26 0,-2-9 0,9-36 0,-6 11 0,7-6 0,-3-2 0,6-1 0,5-10 0,0 2 0,0 14 0,-1 10 0,-6 14 0,-1 7 0,-4 8 0,-6 15 0,5 8 0,1 19 0,12 12 0,1 12 0,-1-4 0,-1 1 0,-3-5 0,0 0 0,3 6 0,-13-16 0,8 11 0,-12-19 0,6 5 0,-6-7 0,-2-7 0,-3-1 0,3-3 0,-2-4 0,3 0 0</inkml:trace>
</inkml:ink>
</file>

<file path=ppt/ink/ink4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31:40.42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69 24575,'7'-4'0,"14"-3"0,-13 3 0,49-7 0,-13 3 0,29-3 0,-10 3 0,-27 1 0,-7 2 0,-18 2 0,-7 3 0,-1 0 0</inkml:trace>
</inkml:ink>
</file>

<file path=ppt/ink/ink4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31:40.98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170 1 24575,'-24'0'0,"2"3"0,3 8 0,-1 5 0,-6 18 0,2-2 0,4 13 0,9-2 0,8 3 0,6-7 0,1 2 0,7-6 0,4-7 0,1-2 0,6-14 0,-2 3 0,9-10 0,-8 1 0,11-6 0,-8 0 0,3 0 0,-8 0 0,2-3 0,-1-4 0,7-2 0,3-5 0,-3 5 0,-8 2 0,-8 3 0,-7 4 0</inkml:trace>
</inkml:ink>
</file>

<file path=ppt/ink/ink4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31:41.33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0 24575,'3'38'0,"-2"-16"0,6 23 0,-3-15 0,3 9 0,-2-9 0,1-11 0,-5-4 0,6 1 0,-6-4 0,2-1 0,-3-3 0,0-1 0,0 1 0,4-4 0,0 0 0,0-4 0,-1 0 0</inkml:trace>
</inkml:ink>
</file>

<file path=ppt/ink/ink4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31:41.84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12 178 24575,'-8'49'0,"4"9"0,7 12 0,2-7 0,10-3 0,7-18 0,-1-14 0,2-10 0,-9-14 0,10-24 0,-2 1 0,15-28 0,-6 4 0,-1-7 0,-3 1 0,-1 7 0,-6 1 0,-9 16 0,-1-9 0,-9 16 0,3-8 0,-4 7 0,-4 4 0,-3-3 0,-12-5 0,-2-1 0,-2 1 0,-2 8 0,1 4 0,7 7 0,3 1 0</inkml:trace>
</inkml:ink>
</file>

<file path=ppt/ink/ink4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31:42.93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32 0 24575,'4'26'0,"-1"-12"0,-3 42 0,0-13 0,0 40 0,-3-12 0,-2-6 0,1 2 0,-3 2 0,3 6 0,0-2 0,-3 3 0,6-13 0,-2 4 0,3-6 0,0-18 0,0-5 0,0-1 0,0-8 0,0 8 0,0-9 0,0 1 0,0-12 0,0 1 0,0-10 0,0-4 0,0 0 0</inkml:trace>
</inkml:ink>
</file>

<file path=ppt/ink/ink4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31:43.37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23 24575,'11'-4'0,"4"-3"0,18 3 0,23 0 0,22 0 0,17 8 0,4 0 0,-21 0 0,-18 0 0,-30-4 0,-16 0 0,-7 0 0,-2 3 0,-2 1 0,-3 0 0,0 0 0</inkml:trace>
</inkml:ink>
</file>

<file path=ppt/ink/ink4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31:44.06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1 110 24575,'18'21'0,"-8"-6"0,21 24 0,3-6 0,10 6 0,15 2 0,-8-6 0,5 0 0,-6-8 0,-8-8 0,-5-11 0,-13-5 0,-2-3 0,-10 0 0,2-3 0,-2-1 0,3-7 0,-3-1 0,5-7 0,3-7 0,3-2 0,4-9 0,-5-1 0,-2-1 0,-2-2 0,-6 3 0,-1 4 0,-3 0 0,-4 7 0,-1 8 0,-6 8 0,-1 7 0,-1 4 0,2 0 0</inkml:trace>
</inkml:ink>
</file>

<file path=ppt/ink/ink4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31:45.16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131 0 24575,'4'34'0,"-3"18"0,2 18 0,-10 19 0,-1 4 0,-8-5 0,1-19 0,0-1 0,3-24 0,0-6 0,5-13 0,-1-8 0,0-5 0,4-9 0,-3-11 0,3-17 0,-4 0 0,4 1 0,1 11 0</inkml:trace>
</inkml:ink>
</file>

<file path=ppt/ink/ink4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31:45.53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0 24575,'14'15'0,"9"11"0,-5-11 0,33 40 0,-19-26 0,5 6 0,2 4 0,18 17 0,10 5 0,-7-1 0,1-9 0,-10-7 0,-10-15 0,-15-17 0,-15-12 0,-3-1 0,-5-3 0</inkml:trace>
</inkml:ink>
</file>

<file path=ppt/ink/ink4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31:46.02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 24575,'0'15'0,"0"24"0,3-7 0,1 37 0,1-16 0,1 12 0,-5-18 0,3-10 0,-4-14 0,0-11 0,0-5 0</inkml:trace>
</inkml:ink>
</file>

<file path=ppt/ink/ink4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31:49.41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0 152 24575,'57'-11'0,"-3"3"0,2-3 0,-9 0 0,8-1 0,-25 4 0,36-6 0,-17 6 0,34-4 0,4 1-326,-33 5 1,1 1 325,44 0 0,-4-5 0,-32 6 0,-32-4 0,-10 4 0,-13 1 0,-1 3 0,1 0 0,-4 0 0,-1 0 0</inkml:trace>
</inkml:ink>
</file>

<file path=ppt/ink/ink4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31:50.03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81 24575,'8'11'0,"-1"11"0,4 10 0,1 0 0,0 5 0,2-9 0,-6-8 0,3-5 0,-3-12 0,0-3 0,-4-3 0,3-2 0,-7-9 0,4 5 0,-8-12 0,0 5 0,-4-7 0,4 4 0,-3-3 0,3 6 0,-4-3 0,4 4 0,1-4 0,9 3 0,-1-2 0,10 3 0,-7 3 0,7 1 0,-7 7 0,3 0 0,-3 11 0,9 12 0,3 12 0,4 9 0,5 8 0,-9-7 0,3 0 0,-5-13 0,-6-10 0,2-3 0,-9-6 0,6 5 0,-11-5 0,4 2 0,-8-4 0,4 1 0,-7 0 0,2-4 0,1-1 0,1-3 0</inkml:trace>
</inkml:ink>
</file>

<file path=ppt/ink/ink4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31:50.64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48 718 24575,'12'-4'0,"5"-20"0,-4-4 0,6-26 0,-8-3 0,0-7 0,-6-1 0,-6-17 0,-6 11 0,-5 2 0,-10 5 0,5 22 0,-6-2 0,5 17 0,5 12 0,-2 8 0,11 7 0,1 4 0,3 0 0,0 0 0</inkml:trace>
</inkml:ink>
</file>

<file path=ppt/ink/ink4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31:51.07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 24575,'0'0'0</inkml:trace>
</inkml:ink>
</file>

<file path=ppt/ink/ink4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31:51.59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0 843 24575,'20'-15'0,"1"-7"0,-6-8 0,5-9 0,9-24 0,-11 10 0,7-10 0,-20 11 0,1-1 0,-12-18 0,-3 3 0,-3 0 0,-6-1 0,5 13 0,-2 6 0,4 13 0,7 19 0,-3 10 0,6 1 0,-3 7 0</inkml:trace>
</inkml:ink>
</file>

<file path=ppt/ink/ink4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31:52.02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9 24575,'8'-5'0,"0"2"0,-4 3 0,-1 0 0</inkml:trace>
</inkml:ink>
</file>

<file path=ppt/ink/ink4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32:01.08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0 24575,'0'34'0,"3"-2"0,2 27 0,-1-10 0,2 22 0,-5-26 0,6 17 0,-6-28 0,2 14 0,1-17 0,0-4 0,0-8 0,-1-4 0,-3-3 0,4 0 0,-3-1 0,2 0 0,-3 1 0,0 3 0,3 1 0,-2-5 0,3 1 0,-4-8 0,0-1 0</inkml:trace>
</inkml:ink>
</file>

<file path=ppt/ink/ink4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32:01.56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53 24575,'29'4'0,"2"-3"0,7 2 0,4-3 0,-4 0 0,0 0 0,-7-3 0,-9 2 0,-3-6 0,-4 3 0,0-4 0,4 1 0,-3-1 0,-4 1 0,1-1 0,-11 4 0,5 0 0</inkml:trace>
</inkml:ink>
</file>

<file path=ppt/ink/ink4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32:02.94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113 12 24575,'0'15'0,"0"1"0,4-8 0,0 3 0,3-7 0,1 4 0,6 3 0,-1-3 0,6 3 0,2 0 0,3-2 0,6 2 0,-3-3 0,-4-4 0,-4-1 0,-4-3 0,-3 0 0,-1 0 0,-4 0 0,1 0 0,-1 0 0,4 0 0,-2-3 0,2 2 0,-4-2 0,1 3 0,-1 0 0,-2-4 0,1 4 0,-5-7 0,-1 6 0,-7-2 0,-9 3 0,0 0 0,-10-4 0,9 3 0,-8-2 0,5 3 0,-6 0 0,-2 0 0,-9-3 0,1-2 0,4 1 0,7 1 0,13 0 0,1 2 0,-1-3 0,4 4 0,-7-3 0,7 2 0,-3-2 0,6-1 0,-1 4 0,1-4 0,-2 4 0,-1 0 0,0 0 0,1 0 0,-1 0 0,0 0 0,7 4 0,2 0 0,10 7 0,4 8 0,5-2 0,6 5 0,4-10 0,1-1 0,3-7 0,-4-4 0,-3-4 0,-4-3 0,2-1 0,-8 0 0,5 1 0,-7 3 0,-3-3 0,-1 6 0,-3-6 0,-1 6 0,1-5 0,0 1 0,-1-6 0,4-4 0,1-4 0,0 0 0,-1-3 0,-7 9 0,-1-1 0,-6 9 0,-1 2 0,-4 3 0,0 0 0,-6 0 0,4 3 0,-1-2 0,8 3 0</inkml:trace>
</inkml:ink>
</file>

<file path=ppt/ink/ink4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32:03.73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377 1 24575,'-8'16'0,"-7"23"0,-1-5 0,-10 33 0,-2 0 0,1-1 0,1-2 0,6-24 0,1 0 0,4-16 0,3-4 0,1-9 0,3-8 0,0-3 0,-10-7 0,1 2 0,-9-9 0,6 2 0,1-3 0,1-3 0,8 8 0,0 0 0</inkml:trace>
</inkml:ink>
</file>

<file path=ppt/ink/ink4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32:04.07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0 24575,'54'42'0,"-2"-3"0,-10 6 0,-14-19 0,16 19 0,-23-22 0,22 15 0,-23-12 0,-2-9 0,-7-6 0,-3-5 0,0-5 0,-1 3 0,4 3 0,4-6 0,1 10 0,-4-11 0,-5 4 0</inkml:trace>
</inkml:ink>
</file>

<file path=ppt/ink/ink4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32:04.48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0 24575,'12'4'0,"-1"3"0,0 12 0,4 9 0,1 7 0,3 6 0,-7-8 0,-1 0 0,-4-10 0,-2 0 0,1-3 0,-5-1 0,2-7 0,-3-1 0,0-4 0,0 1 0,-3 3 0,-1-2 0,0-2 0,0-3 0</inkml:trace>
</inkml:ink>
</file>

<file path=ppt/ink/ink4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32:08.10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70 1 8191,'8'47'0,"-4"1"5063,-1-1-5063,-6 13 2818,-1 3-2818,-4 3 0,0 8 0,-3 5 0,6-27 0,-9 39 1719,9-63-1719,-2 33 6784,3-37-6784,4-12 0,-3-9 0,-2-7 0,1-10 0,1 12 0,3-9 0</inkml:trace>
</inkml:ink>
</file>

<file path=ppt/ink/ink4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32:08.48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 24575,'26'8'0,"1"-1"0,10 1 0,-1-4 0,8 0 0,12-4 0,-4 0 0,11-7 0,-23 5 0,-10-8 0,-19 9 0,-8-2 0</inkml:trace>
</inkml:ink>
</file>

<file path=ppt/ink/ink4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32:09.13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193 0 24575,'8'11'0,"-1"-2"0,-11 29 0,-3 4 0,-9 24 0,-3 5 0,-4 3 0,0-4 0,0 2 0,-1-14 0,5-4 0,3-8 0,5-8 0,4-11 0,2-8 0,2-8 0,0-6 0,2-2 0,-3-3 0</inkml:trace>
</inkml:ink>
</file>

<file path=ppt/ink/ink4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32:09.53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 8191,'67'47'0,"0"2"2002,-17-15 1,1 1-2003,-8-2 0,-2-1 2935,29 23-2935,-15-9 1844,-20-12-1844,-9-14 6381,-11-6-6381,-4-9 304,-3-2 1,-4-3 0,-1 0 0</inkml:trace>
</inkml:ink>
</file>

<file path=ppt/ink/ink4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32:10.81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0 332 24575,'19'-4'0,"7"-3"0,12 7 0,12-4 0,10 4 0,-8 0 0,16-3 0,-16-1 0,16-4 0,-11 0 0,-11-2 0,-12 4 0,-15-4 0,-8 13 0,-7-2 0,6 17 0,-5-1 0,6 13 0,-3-6 0,-4-1 0,-1-15 0,-3-5 0,-3-24 0,-2-4 0,-6-13 0,3-3 0,-7-4 0,7-2 0,0 2 0,5 7 0,3 7 0,0 9 0,6 6 0,3 6 0,9 2 0,8 4 0,9 0 0,11 11 0,10 9 0,-5 4 0,17 15 0,-33-10 0,15 13 0,-29-10 0,5 10 0,-11-10 0,-7 6 0,-5-11 0,-3 4 0,-3-4 0,-5-3 0,0-5 0,-7-1 0,3-5 0,-3 2 0,-1-3 0,-2-4 0,1-1 0,-8-3 0,4 0 0,2 0 0,4 0 0,7 0 0,4 0 0,1 0 0</inkml:trace>
</inkml:ink>
</file>

<file path=ppt/ink/ink4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32:12.50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30 24575,'86'-10'0,"-33"4"0,42-5 0,-62 8 0,-19 3 0,-10 4 0,-1 0 0,-3 7 0,-3 4 0,-1 1 0,-7 10 0,-5-2 0,-3 14 0,-4-6 0,3 9 0,5-13 0,4 5 0,6-12 0,2 1 0,6-6 0,1-1 0,1-3 0,1-1 0,-1-7 0,6 0 0,0-8 0,1 3 0,-4-2 0,-5 3 0</inkml:trace>
</inkml:ink>
</file>

<file path=ppt/ink/ink4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32:13.81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24 9 24575,'-12'-4'0,"4"3"0,4-2 0</inkml:trace>
</inkml:ink>
</file>

<file path=ppt/ink/ink4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32:14.21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0 24575,'0'0'0</inkml:trace>
</inkml:ink>
</file>

<file path=ppt/ink/ink4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32:23.78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0 24575,'0'23'0,"0"11"0,0 5 0,0 11 0,4 0 0,-3 7 0,2-3 0,0 8 0,-2 2 0,2-8 0,1 7 0,-3-9 0,5 1 0,-1 5 0,-1-23 0,3 0 0,-7-22 0,4-7 0,-4-4 0</inkml:trace>
</inkml:ink>
</file>

<file path=ppt/ink/ink4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32:24.68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1 137 24575,'29'-8'0,"9"1"0,5-1 0,9 0 0,2-3 0,0 6 0,-1-8 0,-11 11 0,-12-8 0,-8 9 0,-3-6 0,-7 3 0,3 0 0,-8 1 0,1 3 0,6-4 0,2 0 0,14-3 0,1 2 0,7-1 0,-7 1 0,-5 1 0,-11-3 0,-7 7 0,-5-4 0</inkml:trace>
</inkml:ink>
</file>

<file path=ppt/ink/ink4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32:25.58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0 257 8191,'31'20'0,"2"-1"5063,-6 0-5063,7-3 0,-13-1 0,14 0 2818,-21-10-2818,15 2 1719,-10-14-1719,0 5 6784,0-11-6784,3 1 0,2-7 0,-1-1 0,13-2 0,-11 3 0,12-4 0,-13 4 0,-6 0 0,-4 1 0,-5-5 0,2-1 0,0-5 0,-3 5 0,3-2 0,-3 3 0,-4 7 0,-4 5 0,-1 8 0,-2 3 0</inkml:trace>
</inkml:ink>
</file>

<file path=ppt/ink/ink4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32:26.38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12 0 24575,'8'11'0,"-4"8"0,-1 12 0,-6 8 0,2 10 0,-2-2 0,-1 6 0,3-3 0,-2-3 0,3-5 0,0-11 0,-3-8 0,2-4 0,-3-4 0,4-3 0,0-1 0,0 0 0,0-2 0,-3 2 0,5-7 0,-4-1 0,5-3 0</inkml:trace>
</inkml:ink>
</file>

<file path=ppt/ink/ink4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32:27.33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 24575,'41'11'0,"1"4"0,10 8 0,-5 1 0,16 3 0,-15-8 0,4-3 0,-17-5 0,-13-4 0,-7-2 0,-4-2 0,-3-3 0,3 0 0,-3 0 0,3 4 0,1-4 0,6 4 0,1-4 0,1 0 0,5 0 0,-5 0 0,0 0 0,-3-4 0,-8 4 0,-2-4 0,-3 4 0</inkml:trace>
</inkml:ink>
</file>

<file path=ppt/ink/ink4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32:27.75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 24575,'7'11'0,"1"11"0,-1 6 0,1 4 0,-1-2 0,1-4 0,0-5 0,-4-2 0,-1-8 0,1-4 0,-4-2 0,4-2 0</inkml:trace>
</inkml:ink>
</file>

<file path=ppt/ink/ink4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32:28.43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0 24575,'8'9'0,"3"15"0,4-3 0,1 21 0,6 14 0,-6 0 0,2 5 0,-3-4 0,1-10 0,-8-1 0,5-4 0,-11-7 0,8-8 0,-9-8 0,2-8 0,1-3 0,-3-4 0,2-1 0</inkml:trace>
</inkml:ink>
</file>

<file path=ppt/ink/ink4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32:28.84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1 175 8191,'46'-7'0,"2"-1"5063,-6 0-5063,0 1 2818,-4-4-2818,-4 2 1719,-10-2-1719,1 4 6784,-9-4-6784,6 2 0,-3-5 0,1 6 0,-2-3 0,-3 3 0,-3 1 0,-1-1 0,0 0 0,1 4 0,6-3 0,2 3 0,-8 0 0,-1 1 0</inkml:trace>
</inkml:ink>
</file>

<file path=ppt/ink/ink4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32:29.81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223 0 24575,'0'20'0,"0"6"0,-4 8 0,4 9 0,-11 14 0,3-2 0,-11 12 0,3-7 0,-3 1 0,0-1 0,3-19 0,-3 3 0,11-20 0,-3-5 0,7-12 0,-7-3 0,-1-8 0,-3-3 0,-1-5 0,8 0 0,1 5 0,7 3 0</inkml:trace>
</inkml:ink>
</file>

<file path=ppt/ink/ink4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32:30.31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0 24575,'12'0'0,"-1"0"0,-4 0 0,-3 4 0,3 0 0,4 4 0,2 6 0,9 6 0,0 7 0,2 0 0,2 0 0,-10-11 0,2-1 0,-10-8 0,3-2 0,-3-2 0,-1 0 0,4-2 0,-2 3 0,2-4 0,-4 0 0,1 0 0,0 0 0,-1 0 0,1 0 0,-4 0 0,-1 0 0</inkml:trace>
</inkml:ink>
</file>

<file path=ppt/ink/ink4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32:31.01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0 24575,'11'0'0,"0"3"0,-6 2 0,5 2 0,2 8 0,7-2 0,4 9 0,-4-2 0,0-1 0,-8 3 0,0-2 0,-3 3 0,3 0 0,-3 4 0,3 0 0,0 0 0,-6 0 0,6-8 0,-11 4 0,4-7 0,-8-1 0,-3-4 0,-5 0 0,-4-6 0,4 6 0,1-10 0,4 2 0,-1-3 0,-3 0 0,-1-3 0,0-2 0,1 1 0,0-3 0,6 7 0,-2-4 0</inkml:trace>
</inkml:ink>
</file>

<file path=ppt/ink/ink4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32:31.89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 24575,'31'0'0,"19"0"0,9 0 0,21 3 0,14 2 0,-12 2 0,-6-3 0,-20 3 0,-21-6 0,-13 3 0,-7-4 0,-1 0 0,-1 0 0,9 0 0,-6 0 0,-1 0 0,-8 0 0,-3 0 0</inkml:trace>
</inkml:ink>
</file>

<file path=ppt/ink/ink4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32:32.50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13 24575,'3'26'0,"1"5"0,4 8 0,-4 7 0,3-10 0,-3-2 0,0-15 0,0-4 0,-4-14 0,-4-12 0,0-9 0,-7-11 0,2 4 0,2 1 0,3 3 0,4 1 0,7-1 0,8 0 0,9 7 0,10 2 0,7 3 0,-2 6 0,6-2 0,-20 7 0,2 0 0,-17 3 0,4-2 0,-6 3 0,-4-1 0,3 1 0,-3 4 0,3 0 0,-2-1 0,1-2 0,-5 1 0,6-5 0,-6 3 0,2-4 0</inkml:trace>
</inkml:ink>
</file>

<file path=ppt/ink/ink4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32:33.26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8 24575,'12'0'0,"2"-4"0,-9 4 0,2-4 0</inkml:trace>
</inkml:ink>
</file>

<file path=ppt/ink/ink4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32:50.81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 24575,'27'56'0,"0"30"0,-16-34 0,-2 5-1790,2 22 0,-1 3 1790,-3-7 0,0 0 0,-2 2 0,-1-3 357,-2-17 1,-1-4-358,-1 27 676,0-19-676,0-22 0,0-9 0,0-18 0,0-6 0</inkml:trace>
</inkml:ink>
</file>

<file path=ppt/ink/ink4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32:51.24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61 24575,'39'-3'0,"8"-2"0,18 1 0,17-3 0,-10 3 0,6-3 0,-24-1 0,-13 0 0,-14 4 0,-9-3 0,-6 7 0,-4-4 0,-5 4 0</inkml:trace>
</inkml:ink>
</file>

<file path=ppt/ink/ink4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32:51.86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 24575,'11'8'0,"4"3"0,8 8 0,11 11 0,8 10 0,11 9 0,-2-5 0,4 1 0,-5-7 0,0-6 0,-5-9 0,-10-12 0,-9-11 0,-7-8 0,2-13 0,-4-11 0,5-6 0,-10-4 0,-1 8 0,-7 0 0,3 7 0,-6 4 0,2 8 0,-3 4 0,0 4 0,-3-1 0,-1 4 0,-1-3 0,-2 6 0,3-2 0,-4 3 0,1 0 0,3 0 0,0 0 0</inkml:trace>
</inkml:ink>
</file>

<file path=ppt/ink/ink4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32:52.49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259 8 24575,'-8'-4'0,"0"0"0,-6 4 0,-9 14 0,-9 3 0,-10 17 0,6 1 0,-1 10 0,9 6 0,9 7 0,8 7 0,14-6 0,16 5 0,2-13 0,18 8 0,-3-14 0,9 3 0,11-9 0,-5-11 0,6-6 0,2-14 0,2-12 0,2-11 0,-3-8 0,-15-11 0,-10 6 0,-16 9 0,-9 9 0</inkml:trace>
</inkml:ink>
</file>

<file path=ppt/ink/ink4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32:52.96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100 46 24575,'-3'-12'0,"-1"-2"0,-4 8 0,-3-4 0,-1 10 0,-3-4 0,-1 11 0,1 8 0,6 16 0,3 12 0,9 14 0,8 5 0,8 0 0,8-4 0,4-19 0,-1-6 0,0-17 0,-3-5 0,-1-14 0,1-19 0,0-10 0,-4-17 0,-1 6 0,-10-1 0,-1 12 0,-4 0 0,-2 11 0,-2-1 0,-10 11 0,2 0 0,-9 0 0,-2 2 0,0 2 0,-6 0 0,5 3 0,2-1 0,4 2 0,3 3 0,4 0 0,1 0 0</inkml:trace>
</inkml:ink>
</file>

<file path=ppt/ink/ink4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32:53.73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1 210 8191,'8'8'0,"2"3"5063,-5 4-5063,2 15 2818,1 9-2818,-4 5 1719,-1 11-1719,1 4 6784,0 0-6784,0-2 0,3-18 0,-6-16 0,6-12 0,-7-11 0,4-11 0,-4-8 0,0-15 0,0-5 0,0-10 0,10 6 0,3-1 0,13 12 0,4 6 0,11 11 0,2 8 0,6 7 0,-7 7 0,-7 5 0,-12 4 0,-6-1 0,-5 0 0,3 1 0,-3-4 0,-1-5 0,-3-3 0,-1-4 0,-2-4 0,1-3 0,-2-25 0,4-9 0,3-19 0,8-4 0,4-1 0,8 3 0,2 12 0,-5 17 0,5 14 0,-9 11 0,5 12 0,1 11 0,5 13 0,3 10 0,-4 5 0,0-1 0,-10 0 0,1-3 0,-9-4 0,-1-1 0,-4-3 0,-3-1 0,-4-2 0,-1-2 0,-3-3 0,-3-7 0,2 2 0,-2-9 0,9 5 0,0-8 0,1 0 0,-4-6 0</inkml:trace>
</inkml:ink>
</file>

<file path=ppt/ink/ink4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32:54.30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1 259 24575,'0'33'0,"0"3"0,3 14 0,-2 3 0,13 9 0,-2 7 0,11 1 0,0-5 0,-4-18 0,-4-17 0,-7-22 0,-1-12 0,-7-25 0,-3-21 0,-2-13 0,-3-12 0,5-3 0,8-5 0,3-5 0,13-1 0,7 18 0,11 10 0,7 20 0,7 14 0,-6 12 0,1 8 0,-20 10 0,-6 2 0,-11 6 0,-7 1 0,6 13 0,-5 7 0,3 7 0,-5 3 0,-3 0 0,-7 0 0,-1 4 0,-11-3 0,-7-1 0,-9-10 0,-12-2 0,7-14 0,-1-5 0,14-8 0,4-3 0,-3-7 0,6-4 0,-3-9 0,-3-9 0,6-2 0,0-7 0,9 3 0,8 15 0,3 6 0</inkml:trace>
</inkml:ink>
</file>

<file path=ppt/ink/ink4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32:54.64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0 24575,'22'14'0,"5"6"0,1 19 0,8 13 0,-15 7 0,8 14 0,-17 3 0,3-2 0,-11-1 0,-1-5 0,-3-9 0,4 5 0,7 0 0,5-11 0,3-1 0,3-14 0,-3-10 0,14-1 0,6-9 0,-3-9 0,-9-2 0,-17-7 0</inkml:trace>
</inkml:ink>
</file>

<file path=ppt/ink/ink4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32:55.16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0 346 24575,'8'-7'0,"-1"-4"0,4-1 0,11-3 0,13-4 0,8 0 0,2-7 0,-7-5 0,-7-3 0,-12-1 0,-5 1 0,-9 7 0,-2-2 0,-3 9 0,-3 1 0,-2 12 0,1 7 0,1 4 0,-4 24 0,-2 5 0,-3 21 0,5-4 0,0 0 0,13 0 0,-5-10 0,14-3 0,-3-14 0,3-4 0,7-4 0,8-6 0,12-2 0,11-11 0,8-7 0,4-15 0,-4-9 0,-8-17 0,-21 21 0,-15 3 0,-13 25 0</inkml:trace>
</inkml:ink>
</file>

<file path=ppt/ink/ink4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32:55.46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 24575,'10'36'0,"-4"5"0,15 23 0,-9 9 0,3-3 0,-4 3 0,-3-2 0,-4-11 0,-4 1 0,-4-8 0,-4-7 0,-3 1 0,3-6 0,-4-9 0,5-6 0,-1-10 0,0-8 0,4-5 0,1-3 0</inkml:trace>
</inkml:ink>
</file>

<file path=ppt/ink/ink4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32:55.78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0 167 8191,'61'-22'0,"6"2"4340,9 2-4340,-19 8 0,2 1 0,-7 3 0,2-1 0,15-2 0,1 1 0,-17 4 0,-1-1 0,44-9 2901,-34 2-2901,-23 0 1807,-23 5-1807,-5 3 0,-7 4 0,-1 0 0</inkml:trace>
</inkml:ink>
</file>

<file path=ppt/ink/ink4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32:56.29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171 0 24575,'-23'15'0,"0"11"0,3 3 0,-12 36 0,10-14 0,-8 31 0,14-22 0,12-3 0,5-18 0,6-16 0,1-9 0,3-9 0,11-9 0,6-18 0,6-10 0,0-17 0,-7 0 0,-4 2 0,-8-1 0,-4 13 0,-7 1 0,-1 11 0,-3 15 0,0 5 0,0 25 0,0 9 0,0 13 0,0 9 0,0 1 0,4 4 0,-3 3 0,2 0 0,-6 1 0,-2-8 0,-6 2 0,-4-15 0,-1-1 0,-7-9 0,14-14 0,-1-3 0</inkml:trace>
</inkml:ink>
</file>

<file path=ppt/ink/ink4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32:57.10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70 1 24575,'4'26'0,"0"15"0,3 10 0,4 28 0,-6 1 0,1-30 0,-1 1 0,-5 39 0,4 9 0,-11-14 0,2 2 0,-6-10 0,3 3 0,0-10 0,1-9 0,-1-15 0,0-22 0,-3-10 0,-4-18 0,2 4 0,2-4 0,8 4 0</inkml:trace>
</inkml:ink>
</file>

<file path=ppt/ink/ink4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32:57.49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0 8191,'52'0'0,"30"4"4705,8-3-4705,9 2 2862,-52-3-2862,-21 0 1763,-20 0-1763,-14 0 1662,-10 0 1,12 0-1,-8 0 1</inkml:trace>
</inkml:ink>
</file>

<file path=ppt/ink/ink4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32:58.15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8 8191,'15'-4'0,"4"0"5063,0 4-5063,7 4 2818,5 0-2818,0 4 1719,6 3-1719,-9-3 6784,1 7-6784,-6-3 0,3 3 0,1 1 0,4-1 0,-1 4 0,0-3 0,4 6 0,1-6 0,-1 7 0,7-4 0,-13-3 0,5-5 0,-17-7 0,2-4 0,-10 0 0,7 0 0,-4-7 0,5-1 0,-5-4 0,4-2 0,-7 5 0,3-2 0,-7 4 0,3-1 0,-3-3 0,4-1 0,-4-6 0,-1 2 0,-3-3 0,0 7 0,0 1 0,-3 7 0,-1 1 0,-4 3 0,0 0 0,1 0 0,-4 0 0,5 0 0,0 0 0</inkml:trace>
</inkml:ink>
</file>

<file path=ppt/ink/ink4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33:01.35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0 24575,'28'0'0,"1"0"0,53 4 0,8 0 0,-11 0 0,7 1-2009,-5-1 0,3 0 2009,-8 2 0,3 1 0,-3-1 0,8-3 0,-2 0 261,4 4 1,-5-1-262,13-6 0,-26 0 0,-25-3 0,-18-1 0,-15 0 0,-6 0 3023,7-3-3023,1 2 472,3-6-472,-6 4 0,-2 3 0,-7 0 0</inkml:trace>
</inkml:ink>
</file>

<file path=ppt/ink/ink4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33:01.89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0 295 24575,'0'26'0,"0"-2"0,0 3 0,0-18 0,0-10 0,0-28 0,4-11 0,-3-13 0,2 0 0,-3 3 0,3 11 0,2 3 0,9 13 0,9 0 0,11 8 0,12 4 0,-7 6 0,2 2 0,-14 10 0,-8-2 0,-8 6 0,-4 4 0,1 4 0,3 12 0,5 4 0,-5 0 0,0-4 0,-6 2 0,-2-1 0,-10 6 0,-5-3 0,-11 3 0,-1-7 0,-6 0 0,6-11 0,-2-3 0,3-11 0,7 0 0,1-6 0,7 0 0,1 0 0,2-3 0,-1-1 0,5-11 0,-3 10 0,4-6 0</inkml:trace>
</inkml:ink>
</file>

<file path=ppt/ink/ink4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33:02.63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377 0 24575,'-22'0'0,"-5"7"0,-18 2 0,0 13 0,-8 5 0,7 15 0,0 5 0,10 10 0,3-2 0,20 5 0,3-9 0,17 2 0,4-10 0,9-8 0,13-5 0,2-14 0,11-5 0,6-11 0,-8-11 0,14-11 0,-14-13 0,1-4 0,-4-5 0,-17 12 0,-5 9 0,-13 13 0</inkml:trace>
</inkml:ink>
</file>

<file path=ppt/ink/ink4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33:02.98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0 265 24575,'8'25'0,"3"0"0,-3 9 0,0-10 0,-2-5 0,-5-15 0,3-5 0,-1-13 0,1-6 0,4-13 0,3-13 0,4-8 0,11 0 0,2 5 0,6 11 0,3 8 0,1 7 0,11 5 0,-6 9 0,-1 3 0,-19 6 0,-5 0 0,-10 0 0,6 3 0,9 1 0,-9 1 0,3-2 0</inkml:trace>
</inkml:ink>
</file>

<file path=ppt/ink/ink4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33:03.31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 24575,'4'11'0,"3"18"0,-6 11 0,2 25 0,-3 8 0,0 4 0,0 3 0,0 12 0,0-19 0,4 10 0,-4-42 0,4-2 0,-4-26 0,0 2 0,0-8 0,0 1 0,0-4 0,0 0 0</inkml:trace>
</inkml:ink>
</file>

<file path=ppt/ink/ink4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33:03.96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92 1 24575,'-3'33'0,"-5"10"0,-4 15 0,0-3 0,-2 5 0,2-13 0,0-8 0,4-12 0,1-16 0,7-8 0,-4-3 0</inkml:trace>
</inkml:ink>
</file>

<file path=ppt/ink/ink4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33:04.41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62 24575,'7'-5'0,"4"2"0,-2 0 0,8-2 0,-4 1 0,2-3 0,-4 7 0,-3-4 0,-1 1 0,4 2 0,8-6 0,8 3 0,-3-3 0,-5 2 0,-12 2 0</inkml:trace>
</inkml:ink>
</file>

<file path=ppt/ink/ink4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33:05.20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40 8191,'11'-15'0,"-2"6"5063,-2-5-5063,-3 13 2818,-4 5-2818,0 8 1719,0 7-1719,3 1 6784,1-1-6784,1 3 0,5-5 0,-5 5 0,9-6 0,-2 3 0,0-7 0,2-4 0,-6-5 0,3-3 0,0 0 0,5 0 0,13-3 0,3-2 0,13-6 0,0-4 0,2-1 0,-2-2 0,-3 2 0,-18 5 0,-3 3 0,-17 1 0,3 6 0,4-5 0,5 2 0,3-1 0,-7 2 0,-5 3 0</inkml:trace>
</inkml:ink>
</file>

<file path=ppt/ink/ink4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33:05.74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13 20 24575,'3'-12'0,"1"5"0,-3 7 0,-2 14 0,-7 10 0,1 14 0,2-2 0,9 5 0,4-16 0,14 1 0,2-11 0,9-6 0,-8-3 0,-7-2 0,-14 0 0,-5 0 0,-3 0 0</inkml:trace>
</inkml:ink>
</file>

<file path=ppt/ink/ink5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33:08.35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315 0 24575,'-3'33'0,"2"-17"0,-16 46 0,7-22 0,-16 25 0,7-9 0,-4-9 0,-7 10 0,5-13 0,-15 15 0,11-15 0,-5 6 0,7-12 0,11-7 0,5-18 0,7-17 0,4-27 0,0-5 0,0 8 0,0 11 0</inkml:trace>
</inkml:ink>
</file>

<file path=ppt/ink/ink5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33:08.69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0 24575,'36'22'0,"10"19"0,23 11 0,-33-16 0,1 1 0,1-2 0,0 0 0,34 34 0,-8-1 0,-6-16 0,-19-11 0,-14-22 0,-14-19 0,-4-1 0,-2-6 0,-2 7 0</inkml:trace>
</inkml:ink>
</file>

<file path=ppt/ink/ink5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33:09.55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54 24575,'8'-4'0,"-1"1"0,1 3 0,-1-4 0,1 3 0,3-5 0,4 1 0,4-2 0,4 3 0,-3-3 0,1 3 0,-8-1 0,8 2 0,-12 3 0,6 0 0,-8 0 0,1 0 0,-4 3 0,3 12 0,-3 5 0,-3 18 0,-5 5 0,-8 4 0,-4 6 0,-2-6 0,1-5 0,2-1 0,4-16 0,7-3 0,7-14 0,5-5 0,18-3 0,1 0 0,15 0 0,7 0 0,-12 0 0,-8 0 0,-19 0 0</inkml:trace>
</inkml:ink>
</file>

<file path=ppt/ink/ink5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33:10.42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94 8191,'3'-5'0,"8"-1"5063,23 1-5063,29 1 0,31 1 0,-33 3 0,5 0 711,7-4 0,2 0-711,6 2 0,0-1 0,-9-5 0,-3 0 884,-9 3 1,-5-2-885,19-8 1529,-39 7 0,-17 1 1,-15 7-1</inkml:trace>
</inkml:ink>
</file>

<file path=ppt/ink/ink5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33:11.21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173 59 24575,'4'8'0,"3"6"0,-6 2 0,6 11 0,-6 4 0,5 0 0,-5 0 0,3-5 0,-4-9 0,3-6 0,-2-11 0,2-8 0,-6-10 0,2-9 0,-6-8 0,6 4 0,-2-5 0,3 8 0,3 1 0,8 5 0,5 7 0,14 6 0,-2-1 0,2 9 0,-7-2 0,-5 3 0,-3 3 0,1 2 0,2 6 0,-5-3 0,1 3 0,-10-3 0,0 3 0,-4 8 0,-7 1 0,-5 10 0,-11-2 0,-5-1 0,-9 3 0,-6-3 0,-4 0 0,5-3 0,4-6 0,7-2 0,1-4 0,2-1 0,2-4 0,9 1 0,0-4 0,11 0 0,0-4 0</inkml:trace>
</inkml:ink>
</file>

<file path=ppt/ink/ink5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33:12.68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317 0 24575,'11'0'0,"0"0"0,-3 4 0,-1 0 0,-2 18 0,-5 9 0,-8 19 0,-7 9 0,-12 9 0,-1-2 0,-6 7 0,3-11 0,7-5 0,2-11 0,10-8 0,1-4 0,3-6 0,1-5 0,2-8 0,2-4 0,3-3 0,-4-4 0,0 0 0,-7-8 0,-1 0 0,-3-10 0,3 1 0,-3-16 0,3 2 0,-3-11 0,3 10 0,4 9 0,5 13 0</inkml:trace>
</inkml:ink>
</file>

<file path=ppt/ink/ink5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33:12.93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0 24575,'27'11'0,"0"5"0,6 8 0,9 12 0,1-3 0,9 9 0,8-1 0,-5-5 0,-2-5 0,-19-9 0,-15-13 0,-8 1 0,0-9 0,-3 2 0,6 1 0,-2-3 0,7 2 0,-7-6 0,-1 2 0,-7-3 0</inkml:trace>
</inkml:ink>
</file>

<file path=ppt/ink/ink5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33:13.28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0 24575,'11'15'0,"4"8"0,12 18 0,-3 7 0,12 9 0,-11-3 0,8 0 0,-13-14 0,-2-4 0,-7-19 0,-3-6 0,-4-4 0,3-7 0,-6 0 0,12-7 0,-7-2 0,5 2 0,-8 3 0</inkml:trace>
</inkml:ink>
</file>

<file path=ppt/ink/ink5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33:13.64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0 24575,'14'3'0,"2"6"0,4 24 0,2 7 0,0 17 0,5 15 0,0-4 0,-4 11 0,-4-10 0,-8-6 0,0-10 0,-6-11 0,-2-8 0,-3-6 0,0 2 0,0-10 0,-4-1 0,4-8 0,-7-7 0,3 0 0,-1-8 0,-2 0 0,7 0 0,-4 0 0</inkml:trace>
</inkml:ink>
</file>

<file path=ppt/ink/ink5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33:13.92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1 100 24575,'7'-5'0,"-3"-1"0,7 5 0,-6-3 0,9-2 0,1 1 0,11-6 0,5 3 0,14 0 0,-2 1 0,-1 3 0,-5-3 0,-6 3 0,-8-1 0,-4 2 0,-5 3 0,-2-3 0,0-2 0,-5 1 0,-3 1 0</inkml:trace>
</inkml:ink>
</file>

<file path=ppt/ink/ink5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33:14.37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427 0 24575,'4'8'0,"-1"7"0,-3 8 0,-10 18 0,-9 17 0,-16 16 0,-12 10-466,20-39 0,-3-1 466,1-3 0,0-1 0,-29 36 0,8-25 0,15-10 0,12-21 0,9-9 0,6-7 0,4-8 932,-3-7-932,3-12 0,-1-4 0,5-10 0,1 19 0,3 1 0</inkml:trace>
</inkml:ink>
</file>

<file path=ppt/ink/ink5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33:14.58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0 8191,'28'32'0,"-5"-5"5063,20 22-5063,2-4 2818,-1-5-2818,8 5 1719,-10-13-1719,-10-9 6784,-10-12-6784,-11-4 0,-1-6 0,2 6 0,3-7 0,-3 4 0,-4-4 0,-5 0 0</inkml:trace>
</inkml:ink>
</file>

<file path=ppt/ink/ink5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33:15.17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16 24575,'18'-4'0,"2"3"0,2-5 0,-2 5 0,-5-3 0,-4 4 0,-3 0 0,-1 0 0,-3 7 0,0 9 0,-8 11 0,0 8 0,-7 10 0,2 2 0,-2 0 0,7-12 0,1-9 0,3-14 0,3-5 0,1-3 0,7-4 0,1 0 0,0 0 0,-5 0 0,-3 0 0</inkml:trace>
</inkml:ink>
</file>

<file path=ppt/ink/ink5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33:15.63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132 1 24575,'8'7'0,"-1"1"0,-3 0 0,10 6 0,-5-1 0,6 6 0,-4-1 0,-6 2 0,1 3 0,-5 0 0,-1-3 0,-8-1 0,-3-4 0,-8 0 0,3-6 0,-10 1 0,5-9 0,-12 2 0,12-3 0,-8 0 0,16 0 0,2 0 0,7 0 0</inkml:trace>
</inkml:ink>
</file>

<file path=ppt/ink/ink5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33:19.03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0 24575,'26'16'0,"5"-1"0,18 1 0,1-1 0,32 0 0,-16-3 0,10-4 0,-23-1 0,-22-6 0,-9 2 0,-11-3 0,23 3 0,-3 2 0,22-1 0,-22-1 0,-2-3 0,-10 0 0,-3 0 0,2 0 0,-7 0 0,5 0 0,6 0 0,-2 7 0,6-2 0,-10 6 0,2-3 0,-13-4 0,1 0 0</inkml:trace>
</inkml:ink>
</file>

<file path=ppt/ink/ink5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33:21.25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65 1 24575,'0'29'0,"-3"27"0,-5 41-1997,3-38 0,-2 5 1997,-1 23 0,-1 3 0,3-8 0,0-1 0,1 4 0,1-3 316,2-18 0,0-4-316,2 28 785,0-30-785,0-13 0,0-14 0,0-8 2051,0-8-2051,0-3 526,0-5-526,0 1 0,0-4 0,0 0 0</inkml:trace>
</inkml:ink>
</file>

<file path=ppt/ink/ink5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33:21.68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0 24575,'22'0'0,"-2"0"0,6 0 0,-3 0 0,-7 0 0,-2 3 0,-3-2 0,1 6 0,7-3 0,-3 1 0,2-2 0,-6-3 0,-4 0 0,-5 0 0</inkml:trace>
</inkml:ink>
</file>

<file path=ppt/ink/ink5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33:22.18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81 8191,'23'52'0,"0"0"5063,6-21-5063,-1 0 2818,13-8-2818,-3-8 1719,8-7-1719,-1-11 6784,-6-6-6784,-2-9 0,-10-5 0,-4-4 0,-4-7 0,-4 0 0,-3 3 0,-1 1 0,-7 4 0,2 6 0,-5 1 0,3 8 0,-4 7 0,0 1 0</inkml:trace>
</inkml:ink>
</file>

<file path=ppt/ink/ink5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33:29.01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20 0 24575,'4'60'0,"0"6"0,0 22 0,-2-38 0,-1 3-1404,-2-1 1,-1 4 1403,-3 22 0,1 2 0,1-12 0,0 0 0,-3 7 0,0 0 0,6-9 0,0 0 0,-2 0 0,0 0 0,2 0 0,0 0 0,2 5 0,0-1-122,-1-3 1,2-3 121,0-9 0,1-2 0,2 0 0,-1-1 717,5 33-717,2-21 0,-7-10 0,2-31 0,-9-23 0,1-12 0</inkml:trace>
</inkml:ink>
</file>

<file path=ppt/ink/ink5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33:29.73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84 24575,'8'-4'0,"0"-3"0,6 3 0,2-1 0,17-1 0,-1-2 0,6 3 0,-8-5 0,6 6 0,7-4 0,14 4 0,4-3 0,7 6 0,-10-6 0,-8 7 0,-20-4 0,-16 4 0,-10 0 0</inkml:trace>
</inkml:ink>
</file>

<file path=ppt/ink/ink5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33:30.38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1 494 24575,'27'-16'0,"2"-9"0,2-6 0,3-11 0,1 0 0,5-6 0,-1 1 0,3-3 0,3 2 0,-3 5 0,0 6 0,-7 10 0,-9 5 0,-11 13 0,-4 2 0,0 7 0,8 0 0,24 0 0,16 0 0,21 4 0,15 4 0,-15 0 0,-7 0 0,-32-1 0,-19-3 0,-11 4 0,-7-1 0,3 4 0,-3 1 0,4 4 0,0-8 0,-4-1 0,-1-7 0</inkml:trace>
</inkml:ink>
</file>

<file path=ppt/ink/ink5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33:30.87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131 1 24575,'-4'21'0,"-6"11"0,1 25 0,-10 26 0,0 15-1151,9-41 1,0 4 1150,0 13 0,1 2 0,3-1 0,0 1 0,0 11 0,1 1 0,3-7 0,0 0 0,0 2 0,1-1 0,0-10 0,2 0 0,0 5 0,1-4 107,0-19 0,0-3-107,2 40 0,0-27 0,-1-17 0,1-2 0,1-6 1719,-2-1-1719,0-10 368,-2-6-368,6-14 0,-3-8 0,0-1 0,0-2 0</inkml:trace>
</inkml:ink>
</file>

<file path=ppt/ink/ink5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33:31.36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61 24575,'33'-7'0,"5"-1"0,12-3 0,0 3 0,-5-3 0,-13 3 0,-11 4 0,-10 0 0,-3 4 0,-4 0 0,0 0 0</inkml:trace>
</inkml:ink>
</file>

<file path=ppt/ink/ink5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33:31.94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90 24575,'14'30'0,"-1"-2"0,9 13 0,7 9 0,3 2 0,6 9 0,-4-18 0,-7-5 0,-4-22 0,-11-2 0,-2-14 0,-3 4 0,9-4 0,6 0 0,5-4 0,0 0 0,-1-3 0,-6-4 0,-2 2 0,-6-5 0,2-1 0,-5-8 0,5-14 0,-5-3 0,2-12 0,0 2 0,0-3 0,1 7 0,-1 4 0,-3 12 0,-4 11 0,-1 11 0,-3 6 0,0 5 0</inkml:trace>
</inkml:ink>
</file>

<file path=ppt/ink/ink5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33:43.16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11 24575,'61'0'0,"-24"0"0,43 0 0,18 0-3277,-26 0 0,3 0 0,8 0 3245,-7 0 0,7 0 1,4 0-1,1 0 1,-4 0-555,14 0 1,-2 0 0,1 0-1,1 0 586,-9 0 0,4 0 0,-1 0 0,-2 0 0,-7 0 0,17 0 0,-8 0 0,-3 0 403,-8 1 1,-3-1 0,-6-1-404,4-1 0,-12-1 0,-11 2 0,-12-4 0,-30 5 0</inkml:trace>
</inkml:ink>
</file>

<file path=ppt/ink/ink5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33:44.73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 24575,'15'14'0,"14"16"0,21 14 0,-6-10 0,7 3-2718,20 6 0,8 0 2718,-19-13 0,3 0 0,5-1-961,2-3 1,6 0 0,3-1 0,-1-2 960,0 0 0,0-3 0,2 0 0,3 0 0,-1-1 0,4 0 0,1-1 0,2-1 0,-2 0 0,-1-1 0,1-1 0,0-1 0,-1 0 0,-2 0 0,14 2 0,-2 0 0,0-2 0,0 1 0,-14-5 0,2 1 0,0-1 0,-4-1 0,-5 0 0,13 1 0,-8-1 0,3-1-30,16 1 1,1-1 0,-8-1 29,-4-2 0,-7-1-65,-3-3 0,-6-2 65,5-7 0,-41 0 0,-22-10 1832,-13-11-1832,2-21 4454,-7-12-4454,-3-7 2969,-5 12-2969,-7 1 240,3 13-240,-3-1 0,0 9 0,0 5 0,-4 4 0,-7 3 0,2-3 0,-10 2 0,3-2 0,-7 3 0,-1 1 0,-6-1 0,-1 3 0,-11 2 0,-8-1 0,-20 7-641,2 1 641,36 8 0,-1 2 0,-37 1 0,-3 4 0,5 3 0,16-1 0,10 4 0,20-9 0,13 2 0,10-3 0,6 0 641,5 0-641,-18 3 0,-7-2 0,-44 6 0,-11-6-811,31 2 0,-4 1 811,-12 1 0,-4 1 0,-7 1 0,-3 1 0,-2 4 0,-2 2-653,23-1 0,0 2 0,4 0 653,-10 3 0,5 2 0,1 6 0,6 2 0,-11 15 0,27-4 0,25-8 0,10-5 1453,23-7-1453,11 8 0,28-3 0,-5-10 0,7-2-351,12-3 1,9-5 350,9-1 0,9-2 0,2-3-1006,-19-2 1,0-1 0,2-2 0,2 0 1005,11-1 0,2-1 0,0-1 0,-4-1 0,9-2 0,-3-1 0,-6 0-245,15-5 1,-13-1 244,-35 3 0,-10 0 0,-6-1 0,-16-6 2106,-24 15-2106,0-5 4499,-11-1-4499,-5-1 734,-25-3-734,-17 7 0,-23 5 0,-11 10-402,33 1 1,0 1 401,5 4 0,1 1 0,-5-3 0,4 2 0,-20 13 0,32-9 0,32 1 0,28 1 0,34 1 0,32 7 0,-27-12 0,3-2 0,-4-2 0,-2-2 0,27 2 803,-48-14-803,-45-2 0,-31-2 0,-32 3 0,-22 5-184,7 3 1,29 0 0,32 0 0</inkml:trace>
</inkml:ink>
</file>

<file path=ppt/ink/ink5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33:55.88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15 24575,'63'7'0,"-30"-2"0,26 2 0,9-1-2852,-13-3 1,7-2 2851,17 1 0,12 0 0,3-1-1194,-17 0 0,2-1 0,3-1 1,4 1 1193,0 0 0,5 0 0,3 0 0,0 0 0,-1 0-401,-3 0 1,1 0 0,-1 0 0,1 0 0,1 0 400,5 0 0,2 1 0,0-1 0,-1 0 0,-5-1 0,6 0 0,-4 0 0,-2 0 0,0-1-401,-3 2 1,-1 0-1,-1 0 1,-4-1 400,10-1 0,-5-1 0,-3 0 145,-15 1 1,-2 1-1,-3 0-145,21-3 0,-8 0 3103,13-3-3103,-42 2 4923,-22 2-4923,-17 0 930,-3 2 0,0-3 1,-5 4-1</inkml:trace>
</inkml:ink>
</file>

<file path=ppt/ink/ink5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33:56.66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1 241 24575,'7'23'0,"-3"-7"0,3 19 0,-3-12 0,4 18 0,-4-14 0,0 0 0,-4-8 0,0-3 0,3-9 0,1-3 0,4-14 0,-1-3 0,4-20 0,-6 8 0,6-11 0,-11 9 0,4-4 0,-4 4 0,0-2 0,0 5 0,3-2 0,5 0 0,3 2 0,11-2 0,5 0 0,11 6 0,4-2 0,7 3 0,-9 7 0,-3-3 0,-14 11 0,-5 1 0,-6 3 0,6 3 0,-5 5 0,5 4 0,-3 7 0,4 0 0,-3 8 0,2 3 0,-6 5 0,-4 7 0,-5 8 0,-10 1 0,-8 13 0,-12-5 0,-15 5 0,-5-12 0,-10-7 0,2-15 0,1-10 0,8-5 0,14-11 0,10-1 0,15-6 0,3 2 0,4-2 0</inkml:trace>
</inkml:ink>
</file>

<file path=ppt/ink/ink5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33:57.90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323 240 24575,'-4'-12'0,"0"8"0,4 5 0,0 20 0,-7 21 0,-8 24 0,-9 19-402,6-34 1,-2 0 401,1 4 0,0 0 0,-3 2 0,1 1 0,0 3 0,0-2 0,5-8 0,1-1 0,-3-2 0,3-2 0,-3 28 0,0-20 0,14-20 0,1-23 0,3-22 0,7-29 803,1-19-803,4-18 0,-1-12 0,0 4-839,1-10 839,-3 42 0,2 0 0,12-38 0,-10 41 0,2 2 0,16-35 0,-1 6 0,-3 12 0,-1 9 0,-10 25 0,-5 9 0,-1 18 0,-5 5 839,16 20-839,3 10 0,17 33 0,6 15 0,-17-29 0,3 2-549,0 4 0,3 0 549,6 3 0,3-1 0,-3-3 0,1-2 0,2-3 0,0-4 0,25 21 0,-11-15 0,-21-32 0,-15-6 0,-8-14 0,-8 0 0,1-7 0,3-8 0,7-19 1098,9-15-1098,11-13 0,4-16 0,4-3-505,-26 35 0,-1-3 505,1-4 0,-2 0 0,3-42 0,-10 41 0,-3 1 0,-4-36-281,0 13 281,-8 8 0,3 26 0,-5 15 0,1 13 0,-2 10 995,-1 4-995,4 4 296,4-3-296,0 5 0,4-5 0,-4 3 0</inkml:trace>
</inkml:ink>
</file>

<file path=ppt/ink/ink5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33:58.38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220 185 24575,'-22'18'0,"-5"16"0,-8 17 0,-9 33-1011,8 7 1011,19-41 0,2 1 0,4 0 0,3 0 0,4 45 0,21 0 0,12-11 0,33-12 0,5-26 0,23-21 0,-38-26 0,2-6 0,5-8 0,2-5-984,4-9 0,1-5 984,7-8 0,-3-3 0,-11 1 0,-3-3 0,1-3 0,-4-3 150,-14 5 1,-6-1-151,-7 2 0,-6 0 0,6-37 0,-26 4 0,-23 13 0,-12 2 0,-29 4 0,-10 13-199,27 24 1,-2 2 198,-2 2 0,-1 4 0,-2 2 0,0 2 0,0 1 0,1 2 1689,-47 0-1689,15 8 0,9 4 0,39 1 0,10-2 0</inkml:trace>
</inkml:ink>
</file>

<file path=ppt/ink/ink5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34:01.60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0 546 24575,'25'-4'0,"13"1"0,30 0 0,20 2-1928,-27-1 1,5 0 1927,14 2 0,9 0-1339,3 0 1,8 0 0,0 0 1338,-4 0 0,0 0 0,6 0-416,-21 0 0,4 0 0,3 0 0,-1 0 0,-4 0 416,3 0 0,-4 0 0,0 0 0,4 0-698,-4 1 1,4 0-1,1-1 1,-1 1-1,-1 0 698,10-1 0,-2 0 0,0 0 0,3 1 0,-9-1 0,3 1 0,1 0 0,-1 0 0,-3-1-361,5 0 0,-3 0 0,0 0 0,2 0 361,-8 0 0,2 0 0,0 0 0,-2 0 0,-4 0 17,21 0 0,-5 0 0,2 0-17,-14 0 0,3 0 0,0 0 0,-3 0 0,14-1 0,-2 0 0,-3 0 0,-8 0 0,-1-1 0,-3 0 389,-6-1 0,-3-1 0,-2 0-389,17 0 0,-5 0 1385,-17-1 0,-3-1-1385,3 3 0,1-2 0,13-3 0,-1-1 0,-17 4 0,-2 0 0,9-3 0,-1-1 3798,24 0-3798,-33 1 3809,-5-1-3809,-19 1 2069,-9 4-2069,2 1 1218,-7-1-1218,-3 3 0,-5-2 0,3 0 0,9-1 0,11-4 0,15 4 0,2-3 0,-2 6 0,-7-6 0,-15 7 0,-5-7 0,-11 6 0,-3 1 0,-5 11 0,-3 12 0,4 5 0,-3 6 0,5-3 0,-5-7 0,3-5 0,-1-8 0,-2-3 0,6-4 0,-7-4 0,7-1 0,-6-6 0,9-4 0,-1-15 0,6-19 0,-3-13 0,2-11 0,-2 1 0,-1 3 0,-3 8 0,-1 15 0,-3 2 0,4 19 0,-4-1 0,3 14 0,-7 2 0,7 5 0,-3-3 0,11 4 0,11 0 0,6 0 0,13 0 0,-10 0 0,-5 4 0,-8 0 0,-10 4 0,2 3 0,2 4 0,-4 8 0,6 5 0,-10 9 0,3-1 0,-7 6 0,0-7 0,-4-1 0,-4-10 0,0 2 0,-10-7 0,-3 4 0,-6 0 0,-7-3 0,-1 6 0,-8-9 0,4 8 0,8-9 0,8 0 0,8-8 0,7-5 0,1-3 0</inkml:trace>
</inkml:ink>
</file>

<file path=ppt/ink/ink5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34:28.07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0 508 24575,'19'0'0,"10"0"0,14 0 0,31 0 0,20 3-1102,-34-1 1,3 0 1101,13 2 0,4 0-952,15 1 1,4-1 951,-31-2 0,0-1 0,4 1-1038,23 1 0,5 1 1,-1-1 1037,-10-2 0,-1-1 0,5 0-987,-1 1 0,6 0 0,1 1 0,-1-1 987,-6 1 0,-1 0 0,0 0 0,2 0 0,-12-1 0,2-1 0,0 0 0,-2 0 0,-3 1 0,1 1 0,-3 0 0,-2 0 0,1 0-202,27-1 1,-1-1-1,-7-1 202,-3-1 0,-5-1 207,5 1 1,-1-1-208,-15-1 0,-4-1 914,-14 2 1,-1-1-915,0 0 0,-2 0 0,36-7 4618,-13 6-4618,-9-5 0,-8 9 2564,-20-6-2564,-4 7 1746,-17-4-1746,-3 4 566,-5 0-566,-4 0 34,7 0-34,13 0 0,8 0 0,14 0 0,4 0 0,4 0 0,1 0 0,-5 0 0,-8 0 0,-10 0 0,-9 0 0,-11 0 0,-4-3 0,-3-1 0,6-1 0,2-5 0,10 5 0,-2-9 0,2 5 0,-7-5 0,0 9 0,-7-5 0,-1 9 0,-7-6 0,3 7 0,0-4 0,12 1 0,11 2 0,22-2 0,4 3 0,8 0 0,-7 0 0,-8 0 0,-3 0 0,-12 0 0,-4-4 0,-11 3 0,3-2 0,11 3 0,38 0 0,-13 1 0,8 1-1420,6 4 0,8 1 1,4 1 1419,-6 0 0,2 1 0,4 1 0,2 0-1038,-5 0 1,2 0 0,3 1 0,-1-1-1,0 1 1038,1 0 0,0 0 0,0-1 0,0 1 0,1-1 0,2 0 0,2-1 0,-1 0 0,-2 0 0,-5-1-473,-3-1 1,-5-1-1,-2 0 1,0 0 472,22 1 0,0 0 0,-13-2-75,-15-2 0,-9-2 75,25 3 0,-53-4 0,-35-4 2361,-19-3-2361,-17-5 5337,-3-3-5337,-5-4 3451,6 3-3451,1-2 337,11 3-337,-3-1 0,17 5 0,-1 3 0,14 1 0,-3 6 0,6-5 0,-5 5 0,5-6 0,-6 6 0,6 1 0,8 15 0,12 19 0,9 24 0,6 13 0,-11-2 0,-1-11 0,-10-20 0,-1-18 0,-7-13 0,3-12 0,-6-12 0,2-7 0,1-21 0,-4-5 0,7-14 0,-6-15 0,9 1 0,-1-9 0,9-7 0,1 18 0,4-7 0,3 25 0,-5 13 0,0 14 0,-9 13 0,-1 10 0,0 12 0,8 4 0,4 11 0,4 4 0,-1 1 0,1 13 0,-4-5 0,7 20 0,-3-1 0,-4 11 0,6-1 0,-12 1 0,1-4 0,-10-8 0,-5-8 0,-3-15 0,-3-5 0,-8-6 0,-12-4 0,-12-1 0,-11 0 0,-8-6 0,-4 5 0,3-6 0,9 1 0,16 1 0,11-5 0,8 3 0,3-4 0,4 3 0,0 1 0,1 1 0,2 2 0,-2-7 0,3 4 0</inkml:trace>
</inkml:ink>
</file>

<file path=ppt/ink/ink5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34:29.76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1 375 24575,'34'-7'0,"10"2"0,7-1 0,13 1 0,4-6 0,-2 6 0,12-5 0,-2 9 0,-1-5 0,-5 5 0,-20-3 0,-15 4 0,-13-3 0,-11 2 0,-4-2 0,7 6 0,2-2 0,7 6 0,0-6 0,-4 6 0,-3-7 0,-5 4 0,-4-4 0,1-3 0,-1-2 0,4-6 0,1 0 0,3-11 0,0 1 0,1-8 0,-1 5 0,-3 2 0,-5 3 0,-3 7 0,-1 5 0,-2 7 0,9 18 0,5 17 0,9 23 0,13 11 0,1 5 0,5-9 0,-5-14 0,-15-24 0,-5-13 0,-14-18 0,3 3 0,-6-5 0,2 2 0,-3-4 0,0-3 0,0-11 0,0-9 0,-7-21 0,2 0 0,-3-8 0,5 4 0,6 5 0,2-1 0,9 13 0,2 5 0,13 8 0,6 7 0,7 4 0,4 7 0,-1 5 0,1 3 0,-1 7 0,-3 1 0,-10 8 0,-10-4 0,-15-1 0,0 0 0,-6 11 0,2 13 0,-10 8 0,-5 4 0,-7-2 0,-8-6 0,0-4 0,0-8 0,0-15 0,7-6 0,2-6 0,-1 0 0,-4-6 0,-11-13 0,-6-5 0,-6-17 0,4 6 0,17 10 0,8 8 0</inkml:trace>
</inkml:ink>
</file>

<file path=ppt/ink/ink5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34:30.84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0 490 24575,'7'36'0,"5"1"0,7 17 0,11-8 0,4-14 0,12-7 0,14-16 0,12-9 0,13-15-333,-35 0 0,1-4 333,-2-4 0,0-4 0,4-2 0,-2-3 0,-5-3 0,-3-1 0,-3 2 0,-3-1 0,28-37 0,-9 4 0,-6 3 0,-1 4 0,-7 12 0,-8 4 0,-11 17 0,-9 6 0,-6 15 0,0 3 666,6 1-666,-5 2 0,2-2 0,-7 3 0</inkml:trace>
</inkml:ink>
</file>

<file path=ppt/ink/ink5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34:31.35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93 0 23579,'-8'65'0,"-3"1"492,-1 0-492,-3 5 166,3-11-166,-2 7 84,5-15-84,1-10 254,5-15-254,6-20 0,18-18 0,22-19 0,29-20-497,-30 23 0,1 0 497,8-5 0,-1 0 0,-6 5 0,-2 0 0,5-3 0,-1 1 0,21-15 0,-7 0 0,-23 17 0,-10 4 0,-12 8 0,-4 7 994,-4 2-994,1 5 0,-1-3 0,-2 4 0,-2 0 0</inkml:trace>
</inkml:ink>
</file>

<file path=ppt/ink/ink5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34:32.02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0 340 24575,'3'36'0,"5"11"0,11 12 0,4 9 0,8-16 0,2-6 0,2-20 0,3-14 0,6-8 0,23-29 0,-21 5 0,3-4-892,10-8 1,3-4 891,10-10 0,0-1 0,-11 8 0,-2 1 0,2-5 0,-3 2-102,-13 10 0,-2 2 102,30-24 0,-10 10 0,-17 10 0,-11 10 0,-13 4 1763,-4 8-1763,-10 0 224,7 3-224,-3 0 0,10-3 0,5 6 0,10-5 0,-15 9 0,-1-2 0</inkml:trace>
</inkml:ink>
</file>

<file path=ppt/ink/ink5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34:32.48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139 20 8191,'-32'74'0,"2"-2"5058,11-11-5058,0 8 2819,3-6-2819,4 5 1719,5-4-1719,3-12 6782,4-13-6782,0-18 6,4-17-6,-3-4 0,15-11 0,18-18 0,28-14 0,-19 14 0,3-1-440,-2 1 0,1 0 440,10-5 0,0 0 0,-11 8 0,-1 0 0,8-5 0,0 0 0,-5 4 0,-1 1-145,37-21 145,-7 2 0,-19 11 0,-17 11 0,-13 8 0,-11 8 0,-8 7 0,-2 0 0,-2 0 0</inkml:trace>
</inkml:ink>
</file>

<file path=ppt/ink/ink5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34:33.09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16 59 8191,'-6'61'0,"4"-6"0,2 5 2143,-4-3 0,1 1-2143,2 14 0,2-3 2907,2 12-2907,2-16 1813,2-16-1813,-3-20 6489,3-11-6489,-3-15 889,4-13-889,16-10 0,8-18 0,22-8 0,13-10-543,-22 22 0,2 0 543,-2 5 0,1-1 0,10-9 0,1 1-292,-14 10 0,0 0 292,0-3 0,0-1-131,28-28 131,-13 9 0,-9-1 0,-18 17 0,-16 12 261,-5 9 1,-9 10 0,2 0-1</inkml:trace>
</inkml:ink>
</file>

<file path=ppt/ink/ink5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34:33.63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5 460 8191,'0'80'0,"0"-8"5063,0 2-5063,0-20 2818,-4-9-2818,3-17 0,1-9 0,1-16 1719,9-14-1719,12-18 6784,10-14-6784,17-15 0,8-9 0,8 1-606,-29 29 1,3-1 605,8-2 0,1 1 0,-4 3 0,0 1-360,3 0 1,1 0 359,-3 3 0,0 2-123,31-17 123,0 1 0,-19 8 0,-12 11 0,-10 0 289,-13 16 1,-11 4-1,-7 7 1</inkml:trace>
</inkml:ink>
</file>

<file path=ppt/ink/ink5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34:39.24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66 97 24575,'25'0'0,"17"0"0,26 3 0,24-2 0,-29 3 0,5-1-1287,20-2 0,4-1 1287,-5 2 0,6-1-1068,0 0 1,7-1 0,-3-1 1067,-18 1 0,-3 0 0,5 0 0,2 0 0,5 0 0,0 0 0,-4 0 0,6 1 0,-5-1 0,3-1 0,-12-1 0,3-1 0,-1-1 0,-5 1-570,1 0 1,-3 0-1,-2-1 570,32-6 0,-7-2-176,-25 3 1,-6 0 175,29-7 1340,-28 1-1340,-23 4 3627,-23 6-3627,-17 2 2315,-20 3-2315,-20 3 554,-29 2-554,-7 2 0,-9 1-360,26-4 1,-1 0 359,-40 0 0,29-2 0,-3 0 0,9-2 0,2 0 0,-1 0 0,0 0 0,3 0 0,0 0 0,4 0 0,3 0 0,-34 0 0,6 0 0,24 0 0,11 0 0,1 0 0,2 0 0,1 0 719,0 0-719,3 0 0,4 0 0,1 3 0,3-2 0,1 2 0,2-3 0,5 0 0,5 0 0,-1 4 0,-4-4 0,-5 7 0,-9-2 0,-13 6 0,-8-3 0,-12 3 0,-5-3 0,11 0 0,-10-1 0,22 1 0,-1-4 0,18 3 0,8-6 0,12 2 0,4-3 0,0 0 0,-5 0 0,-14 4 0,-6-3 0,-10 2 0,-7-3 0,2 0 0,-6 0 0,3 0 0,4 0 0,11-3 0,9 2 0,21-2 0,10 3 0,24 0 0,21 0 0,23 0 0,30 0-785,-43 0 1,3 0 784,10 0 0,3 0 0,3 0 0,3 0 0,7-1 0,1 2-941,-4 0 0,1 1 941,7-2 0,0 1 0,-9 2 0,-2 1-281,-10-4 1,-3 0 280,-11 2 0,-4 0 0,20-2 0,-17 0 1366,-8 0-1366,-13 0 1971,-3 0-1971,-7 0 675,3 0-675,1-3 0,3 2 0,8-6 0,11 6 0,5-2 0,0-1 0,1 3 0,-12-5 0,-1 2 0,-15-1 0,-9 2 0,-7 3 0,-3-3 0,3 2 0,-3-3 0,6 1 0,-5 2 0,2-2 0,-4 3 0,4-7 0,8 5 0,1-11 0,13 8 0,2-6 0,13 3 0,10 1 0,17-1 0,6 4 0,18-3 0,-13 6 0,-12-2 0,-33 3 0,-23-3 0,-11 2 0,-3-3 0,4 1 0,-1 2 0,-2-2 0,-2 3 0</inkml:trace>
</inkml:ink>
</file>

<file path=ppt/ink/ink5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34:42.58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67 8191,'12'0'0,"-1"0"5063,-3 0-5063,-1 0 2818,4 0-2818,1 0 1719,10 0-1719,12 0 6784,19 0-6784,26 0 0,20 0-855,-30 0 0,5 0 855,4 0 0,5 0-995,-12-1 1,5 0 0,-1 0 994,-3-1 0,-1 0 0,4 0 0,17-2 0,4-2 0,-3 2 0,-18 1 0,-2 1 0,0-1 0,3-1 0,0-2 0,-5 2-222,8 2 1,-8-1 221,-16-1 0,-5-1 0,20 1 0,-35 1 0,-17 3 0,-15 0 0</inkml:trace>
</inkml:ink>
</file>

<file path=ppt/ink/ink5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34:46.36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0 24575,'12'0'0,"6"0"0,-9 0 0,49 7 0,-9 1 0,0-2 0,5 0-709,-1 3 1,1 0 708,7-2 0,3-1-1540,24 7 1,3 1 1539,-9-4 0,1 0 0,12 3 0,1-2-365,-13-2 0,-2-2 365,2 1 0,-1 0-637,-6-3 0,0-1 637,0 2 0,2 1 0,12-3 0,1-1 0,-8 1 0,2 0-550,11-2 1,1 0 549,-10 0 0,-3 0 0,-4-2 0,-1 0 0,1 0 0,1 0 0,5 0 0,1 0 0,-3 0 0,2 0 0,-18 0 0,2 0 0,-1 0 41,-2-2 0,0 1 1,1-1-42,12 0 0,3 0 0,-2-1-294,-10 1 1,-1-2 0,2 1 293,13 0 0,3-1 0,-5 2 0,15 0 0,-1 0-155,-25-1 1,1 1 0,-3 0 154,13 0 0,-2 0 173,6-1 0,-1 1-173,-18 0 0,-1 1 0,10 1 0,0 0 0,-4 0 0,0 0 0,2 0 0,0 0 0,6 0 0,1 0 0,3 4 0,-2 0 0,-14-3 0,-1 0 0,14 3 0,-2 0 0,-21-4 0,1 0 0,27 0 0,3 0 0,-21 0 0,0 0 0,13 0 0,1 0 0,-7-2 0,-2 0 0,-12 2 0,-1 0 0,14-4 0,1 1 0,-10 2 0,0 1 0,5-1 0,1-1 0,2 0 0,0 0 0,3 2 0,1-1 0,-1 0 0,3-1 0,-15 1 0,3 0 0,-1 0-68,27 0 1,1 1 67,-18-1 0,3-1 0,-2 1 0,-9 1 0,-2 0 0,1 0 0,5 0 0,1 0 0,4 0-107,-2 0 1,4 0-1,1 0 1,-3 0 106,9 0 0,-3 0 0,5 0-441,3 0 1,6 0 0,0 0 0,-4 0 440,8 1 0,-5-1 0,0-1 0,0 0 0,-2-1 0,-2 1-206,-10-1 0,-3 1 0,-1-1 206,-8-1 0,-2 0 0,-5 0 441,7-3 1,-4 1-442,7 1 0,-2-1 0,25-9 2096,-9 9-2096,-4-5 0,-2 6 0,-5-1 0,2 2 0,-6 3 4104,-5 0-4104,-7 0 2697,-5-3-2697,-16 2 1143,-4-6-1143,-10 6 489,4-2-489,12 3 0,18 0 0,3 0 0,19 0 0,-12 0 0,1 0 0,-10-3 0,-5 2 0,-13-3 0,-9 1 0,-15 2 0,-12-2 0,-3 3 0</inkml:trace>
</inkml:ink>
</file>

<file path=ppt/ink/ink5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37:53.32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 24575,'38'41'0,"-5"21"0,-3-14 0,0 5-1020,-6 2 1,-1 2 1019,-2 2 0,0 0 0,-1 3 0,-1 0 0,-2 4 0,-2-1 0,1-4 0,-1-3 0,-5-6 0,-2-4 656,10 17-656,-14-27 337,0-26-337,-1-6 0,-2-23 0,9-7 1046,-5-28-1046,9-14 0,-2-11 0,8-17 0,0 15 0,4-9 0,-1 30 0,-10 20 0,0 21 0,-8 17 0,19 17 0,22 22 0,20 13 0,15-4 0,9 1-1377,-19-10 1,4-1 1376,6-3 0,10-1 0,-6-3 0,-1-1 0,-1-5 0,-15-10 0,3-3 0,-5-5-471,3-3 1,-4-6 470,1-4 0,-2-7 0,-7-10 0,-3-6 0,-10 1 0,-2-3 0,0-9 0,-3-3-137,-6 1 0,-3-3 137,16-43 0,-21 35 0,-2 0 0,9-38 0,-3 0 0,-13 26 0,-9 16 0,-4 19 2564,1 15-2564,0 8 0,0 7 0,0 0 0</inkml:trace>
</inkml:ink>
</file>

<file path=ppt/ink/ink5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37:53.99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61 163 24575,'0'31'0,"0"6"0,0 6 0,0 18 0,0 12 0,-5 17-1237,-3 6 1237,3-40 0,-1 1 0,0-4 0,0 1 0,1-1 0,1-1 302,-4 37-302,4-30 0,0-12 0,4-33 0,4-15 0,3-36 935,9-24-935,3-20 0,7-10-293,-11 42 1,0 0 292,4 1 0,0 0 0,0-5 0,-1-1 0,4 4 0,1 0 0,-3-2 0,0 0 0,22-37 0,-1 5 0,-3 15 0,-7 19 0,-8 16 0,-9 16 0,-6 14 0,3 1 585,0 10-585,5 5 0,6 17 0,11 24 0,10 18-506,-12-17 0,1 3 506,0-4 0,0 0 0,4 11 0,1 0-814,6-3 0,2-2 814,-2 1 0,1-1 0,3 2 0,1-2 0,-6-7 0,-1-2-54,-6-8 1,-2-2 53,13 17 0,-13-23 0,-21-22 0,2-16 230,-13-9 1,6 2-1,-7 4 1</inkml:trace>
</inkml:ink>
</file>

<file path=ppt/ink/ink5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37:54.66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0 162 24575,'11'-4'0,"8"0"0,15-2 0,12 1 0,11-10 0,17 7 0,-6-6 0,0 9 0,-5-9 0,-6 9 0,11-6 0,29-4 0,-15 5 0,12-5 0,-30 4 0,-24 6 0,-11-6 0,-22 11 0,-3-4 0</inkml:trace>
</inkml:ink>
</file>

<file path=ppt/ink/ink5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38:01.17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526 0 24575,'-7'54'0,"-5"13"0,-11 4 0,6-24 0,-1 2-460,0-1 1,-1 1 459,-6 4 0,-1 0-519,3 4 1,0-1 518,-6-2 0,0-1 0,4 0 0,1 0 0,-3-4 0,1-3 471,-17 35-471,4-12 0,12-15 0,8-19 441,8-13-441,7-18 0,-3-4 261,6-18 0,-2 11 0,3-6 0</inkml:trace>
</inkml:ink>
</file>

<file path=ppt/ink/ink5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38:01.55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0 24575,'19'11'0,"10"8"0,3 13 0,16 13 0,6 5 0,7 5 0,7 2 0,1-10 0,-11-5 0,11-1 0,-30-15 0,4-1 0,-28-17 0,-4-5 0,-4 1 0,15-3 0,-15 2 0,10-3 0</inkml:trace>
</inkml:ink>
</file>

<file path=ppt/ink/ink5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38:02.35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154 1 24575,'-4'8'0,"-10"33"0,-2 13 0,-5 17 0,-8 21 0,9-15 0,0 8 0,6-14 0,6-15 0,4-17 0,0-8 0,4-9 0,0-13 0,0-3 0</inkml:trace>
</inkml:ink>
</file>

<file path=ppt/ink/ink5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38:03.17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388 0 24575,'0'53'0,"-3"17"0,-5 8 0,-4 12-1313,-3-2 1313,-8 6 0,13-43 0,-2 0 0,-2 1 0,-2 1 0,-2 6 0,0-1 0,3-5 0,-2 0 0,-5 3 0,0 1 0,3-1 0,2-1 0,-3-6 0,1 0 127,-8 38-127,1-19 290,17-28-290,-5-11 0,14-24 0,-4-6 659,1-10-659,2-11 237,-3-13-237,4-1 0,0 9 0,0 14 0</inkml:trace>
</inkml:ink>
</file>

<file path=ppt/ink/ink5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38:03.50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 24575,'27'18'0,"16"12"0,-2 3 0,22 12 0,5-2 0,2 3 0,5-7 0,-13 2 0,-12-13 0,-6 5 0,-20-16 0,-2 5 0,-11-17 0,-7 5 0,6-2 0,2 0 0,17 7 0,0-10 0,-5 2 0,-11-7 0</inkml:trace>
</inkml:ink>
</file>

<file path=ppt/ink/ink5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38:04.05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 32 8191,'92'-9'0,"0"0"0,-10 1 0,-10 2 5063,-8 6-5063,-25 0 2818,-32 3-2818,-17 9 1719,-7 4-1719,-24 14 6784,1 1-6784,-13 15 0,6 0 0,-3 12 0,4 0 0,0 3 0,7 0 0,8-6 0,12-3 0,12-16 0,3-6 0,8-15 0,0-7 0,4-5 0,-1-3 0,1 0 0,6 0 0,2-3 0,7-5 0,-4 0 0,0-3 0,-1 4 0,5-4 0,7 2 0,18-5 0,-10 5 0,30-2 0,-46 7 0,11 1 0</inkml:trace>
</inkml:ink>
</file>

<file path=ppt/ink/ink5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38:04.57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193 1 24575,'12'0'0,"-1"3"0,0 15 0,-3 14 0,3 15 0,-6 20 0,-2 7 0,-6 15-205,-1-38 1,0 0 204,-8 40 0,3-39 0,-1 0 0,-10 44 0,-6-2 0,-1-3 0,-1-18 0,2-8 0,3-18 0,3-10 0,8-17 0,2-9 0,6-14 0,-4-13 102,4 3 0,0-1 0,4 10 1</inkml:trace>
</inkml:ink>
</file>

<file path=ppt/ink/ink5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38:04.90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0 24575,'11'8'0,"7"6"0,6 3 0,10 6 0,4 7 0,14-2 0,-1 2 0,19-3 0,-21-7 0,-1-8 0,-25-2 0,-9-9 0,-6 2 0,-1-3 0,15 0 0,5 0 0,5 0 0,-9 0 0,-13 0 0</inkml:trace>
</inkml:ink>
</file>

<file path=ppt/ink/ink5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38:05.89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 24575,'30'0'0,"8"0"0,15 7 0,8 1 0,-2 8 0,-7-1 0,-21-3 0,-9-1 0,-11 0 0,-3 4 0,-4 2 0,-4 12 0,-8-5 0,-11 11 0,-5-5 0,-3 1 0,1 7 0,2-6 0,8 2 0,-2-11 0,10 0 0,0-7 0,5 3 0,3-1 0,6-1 0,6 5 0,8-3 0,2 4 0,8 4 0,-6-3 0,2-1 0,-10-1 0,-5-6 0,-7 3 0,-1 0 0,-3 1 0,-3-1 0,-5 7 0,-4-6 0,0 3 0,1-4 0,0 0 0,2-3 0,-5 6 0,2-5 0,-7 5 0,-7 4 0,-6-1 0,7-2 0,7-12 0,15-7 0</inkml:trace>
</inkml:ink>
</file>

<file path=ppt/ink/ink5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38:07.22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0 324 8191,'0'-12'0,"0"8"5063,4 19-5063,-4 9 2818,7 15-2818,-6-1 1719,2-3-1719,-3-1 6784,0-10-6784,0-5 0,4-11 0,0-5 0,0-10 0,6-14 0,-1-23 0,6-15 0,0-10 0,-3 1 0,-1 6 0,-4 9 0,4 15 0,-2 12 0,2 14 0,-4 5 0,1 7 0,6 14 0,9 6 0,12 19 0,7 7 0,3-6 0,-6 1 0,-5-21 0,-11-5 0,-5-12 0,-6-3 0,2-6 0,-2-10 0,3-14 0,-3-5 0,2-7 0,-5 1 0,-2 6 0,0 1 0,-6 11 0,2 5 0,-3 6 0,-3 4 0,-1 2 0,-4 1 0,4 1 0,0 1 0</inkml:trace>
</inkml:ink>
</file>

<file path=ppt/ink/ink5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38:07.82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0 155 24575,'19'19'0,"-3"1"0,6 3 0,-10 3 0,6 2 0,-10 2 0,3 1 0,-6 3 0,-2 1 0,-3-3 0,0-2 0,0-11 0,0-10 0,0-6 0,3-14 0,-2-8 0,6-21 0,-3-15 0,0-14 0,0 0 0,-1 9 0,1 10 0,4 9 0,-1 14 0,4 5 0,1 7 0,3 6 0,1 2 0,-5 7 0,0 4 0,0 7 0,8 19 0,1 7 0,6 9 0,-3 6 0,0-5 0,-7 4 0,-2-3 0,-6-8 0,-4 1 0,-1-9 0,-3-2 0,0-10 0,4-2 0,-4-6 0,4-4 0,-4-5 0</inkml:trace>
</inkml:ink>
</file>

<file path=ppt/ink/ink5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38:08.12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38 24575,'27'-13'0,"9"0"0,9 12 0,27 1 0,10 4 0,9 4 0,-4-4 0,-17 0 0,-7-4 0,-24-4 0,-13 3 0,-12-5 0,-6 5 0,10-6 0,-5 3 0,2 0 0,-8 0 0</inkml:trace>
</inkml:ink>
</file>

<file path=ppt/ink/ink5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38:08.75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0 106 24575,'18'-7'0,"19"-1"0,19-3 0,27-4 0,-3-1 0,-1-2 0,-21 6 0,-20 1 0,-17 7 0,-10 0 0,-3 4 0,-4 0 0,0 0 0</inkml:trace>
</inkml:ink>
</file>

<file path=ppt/ink/ink5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38:09.25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24 24575,'41'0'0,"8"0"0,45 0-2885,-26 2 1,11 1 2884,5-3 0,9 0 0,3 1-1169,-22 0 0,1 0 0,2 1 1,5-1 1168,5-1 0,6 1 0,2-1 0,0-1 0,-6 1 0,3-1 0,-4 0 0,-1-1 0,1 1-48,6 0 0,3 0 0,-3 0 0,-9-1 48,-9-2 0,-7 0 0,-5 0 0,5 1 0,-10 1 0,-5-5 442,-43 7 1,-9 0 0,-5 0 0</inkml:trace>
</inkml:ink>
</file>

<file path=ppt/ink/ink5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38:11.09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57 24575,'22'-3'0,"23"-3"0,18-2 0,29-1 0,-2 5-1217,7 0 1217,-8 1 0,-15-1 398,-12 0-398,-25-3 0,-21 6 0,-6-2 0</inkml:trace>
</inkml:ink>
</file>

<file path=ppt/ink/ink5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38:12.19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24 304 24575,'8'-4'0,"-4"4"0,3 11 0,-3 8 0,0 15 0,-1 2 0,-6 10 0,-1-11 0,-4 3 0,0-11 0,1-4 0,2-4 0,-1-10 0,5 1 0,-3-13 0,4-11 0,-3-24 0,2-23 0,-2-16 0,3-10 0,3 10 0,8-2 0,2 21 0,2 6 0,-1 21 0,-5 9 0,2 14 0,-7 8 0,16 18 0,1 13 0,27 20 0,3 10 0,6-5 0,0 0 0,-14-20 0,-6-10 0,-18-11 0,-5-11 0,-3-11 0,1-9 0,7-11 0,-3-6 0,2 1 0,-3-5 0,-3 9 0,3-1 0,-10 10 0,5 3 0,-6 2 0,4 6 0,-1-3 0,1 3 0,-4 4 0,-1 1 0</inkml:trace>
</inkml:ink>
</file>

<file path=ppt/ink/ink5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38:12.77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0 101 21271,'27'70'0,"-4"-5"1579,2-1-1579,-8-5 558,2 2-558,-5-4 285,-9-13-285,5-10 882,-9-15-882,2-15 0,-3-32 0,0 7 0,-6-49 0,4 27 0,-8-37 0,9 23 0,1-12 0,7 18 0,5 2 0,7 11 0,0 8 0,0 10 0,0 6 0,-7 10 0,-1 0 0,-4 4 0,8 11 0,1 5 0,17 25 0,-5 0 0,9 18 0,-6-11 0,2 15 0,-1-11 0,-2 5 0,-4-4 0,-10-9 0,2-3 0,-13-13 0,5-6 0,-9-10 0,-1-4 0,-1-5 0,-3-3 0</inkml:trace>
</inkml:ink>
</file>

<file path=ppt/ink/ink5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38:13.04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1 130 24575,'23'-9'0,"6"-4"0,6 8 0,7-9 0,7 2 0,1-7 0,3 7 0,-4-6 0,17 6 0,-33 4 0,5 1 0,-35 7 0</inkml:trace>
</inkml:ink>
</file>

<file path=ppt/ink/ink5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38:13.90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79 24575,'32'-7'0,"15"2"0,25-2 0,24 0-1059,-40 3 0,0-1 1059,-1 1 0,2 0 0,9-3 0,0 1 78,-15 4 0,-1 0-78,49-4 0,-18 1 472,-22 1-472,1 1 0,-15 3 0,-10 0 1065,-9 0-1065,-11 0 0,-7 0 0,-5 0 0</inkml:trace>
</inkml:ink>
</file>

<file path=ppt/ink/ink5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38:15.04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 24575,'41'0'0,"19"0"0,-12-1 0,11 2-2272,22 0 1,13 1 0,0 0 2271,-9 0 0,-1 0 0,6 0-673,5-1 1,7 1 0,1-1 0,-7 1 672,-3 0 0,-7 0 0,0-1 0,-3-1 0,0 0 0,-6 0 704,9 0 0,-9 0-704,-20-2 0,-7 1 0,12 0 0,-34-3 0,-25 4 0</inkml:trace>
</inkml:ink>
</file>

<file path=ppt/ink/ink5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38:15.76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64 24575,'18'0'0,"8"0"0,19 0 0,17 0 0,18-3 0,-16-1 0,-2 0 0,3-1 0,24-7-418,-23 9 0,1 0 418,27-11 0,-28 9 0,-13-2 0,-16 3 0,-14 4 0,6 0 0,-2 4 836,14 3-836,12 5 0,9 0 0,-24-4 0,-8-5 0</inkml:trace>
</inkml:ink>
</file>

<file path=ppt/ink/ink5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38:16.77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247 412 24575,'0'18'0,"-4"9"0,-3 5 0,-12 9 0,2-5 0,-6 2 0,8-14 0,7-6 0,-3-10 0,10-8 0,-9-18 0,-2-16 0,-7-17 0,-4-13 0,0 3 0,3 0 0,5 8 0,3 11 0,8 15 0,1 9 0,3 17 0,10 6 0,9 17 0,34 19 0,7 8 0,-12-17 0,3-1-502,36 17 502,-39-24 0,0-3 0,31 3 0,-14-10 0,-18-10 0,-14-8 0,-15-7 0,-3-5 0,-3-10 502,-4-18-502,-5 7 0,-3-22 0,-3 16 0,-2-6 0,-2 11 0,-4 1 0,-1 10 0,0 0 0,-3 5 0,7 2 0,-7-2 0,3 6 0,0-2 0,1 9 0,3-1 0,4 9 0,1-2 0</inkml:trace>
</inkml:ink>
</file>

<file path=ppt/ink/ink5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38:17.32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0 165 8191,'35'53'0,"-11"-15"5063,17 29-5063,-19-32 2818,-11-12-2818,-3-16 1719,-5-14-1719,-3-16 6784,-3-8-6784,2-4 0,-2-12 0,3 10 0,3-18 0,8 19 0,2-8 0,9 16 0,-6 2 0,-1 14 0,-4 6 0,3 16 0,5 13 0,18 16 0,3 12 0,12-1 0,-2 6 0,0-8 0,-8 2 0,-5-15 0,-13-9 0,-9-10 0,-8-9 0,-7-3 0</inkml:trace>
</inkml:ink>
</file>

<file path=ppt/ink/ink5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38:17.59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15 24575,'12'0'0,"12"0"0,4 0 0,11 0 0,6-3 0,-7-1 0,0 0 0,-14 0 0,-6 4 0,-14 0 0,-1 0 0</inkml:trace>
</inkml:ink>
</file>

<file path=ppt/ink/ink5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38:30.02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 24575,'34'0'0,"1"0"0,6 0 0,-2 0 0,-5 0 0,-4 0 0,-8 3 0,5-2 0,3 3 0,8 2 0,1 0 0,5 8 0,-2-5 0,-16-2 0,-6-3 0</inkml:trace>
</inkml:ink>
</file>

<file path=ppt/ink/ink5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38:30.82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8 24575,'29'0'0,"3"-3"0,20 2 0,16-2 0,6 6 0,-1-2 0,14 6 0,-29-6 0,2 2 0,-27-3 0,-15 0 0,-6 0 0,-1 0 0,-7 0 0,0 0 0</inkml:trace>
</inkml:ink>
</file>

<file path=ppt/ink/ink5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38:31.53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8 8191,'37'0'0,"-8"-3"5063,1 2-5063,-12-2 2818,-6 3-2818,-1 0 429,-4 0 1,-2 0 0,-2 0 0</inkml:trace>
</inkml:ink>
</file>

<file path=ppt/ink/ink5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44:18.56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0 24575,'19'11'0,"20"49"0,-9 11 0,-9-26 0,0 5-821,0 34 0,-3 3 821,-5-27 0,-1 0-1102,2 18 0,-2 1 1102,0-6 0,-3-7 0,-3 6 275,1-16 0,0 1-275,-3 18 0,0 9 0,-1-26 0,-3-11 734,-3-35-734,2-9 2167,-6-4-2167,3-16 395,-14-10-395,8-2 0,-5 3 0,12 16 0</inkml:trace>
</inkml:ink>
</file>

<file path=ppt/ink/ink5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44:19.09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62 1 24575,'0'22'0,"0"32"0,-7 2 0,2 23 0,-9-11 0,5-9 0,-2-5 0,3-12 0,4-12 0,1-10 0,3-5 0,10-8 0,19 8 0,32 1 0,15-2 0,10-1-1292,-9-3 0,4-2 1292,-8-2 0,5-1 0,-2-1 0,25 0 0,-3-3 0,-11-5 0,-1-2 0,9 0 0,-6-1-519,6-9 519,-14 2 0,-69 10 0,-5 0 0</inkml:trace>
</inkml:ink>
</file>

<file path=ppt/ink/ink5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44:22.93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123 0 24575,'0'45'0,"-3"16"0,-5 10 0,-7 13 0,-5 3 0,0-25 0,1 7 0,4-30 0,7-4 0,-3-15 0,10-10 0,-2-10 0</inkml:trace>
</inkml:ink>
</file>

<file path=ppt/ink/ink5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44:23.43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42 0 8191,'27'0'0,"12"0"5063,-6 0-5063,9 4 2818,-15 0-2818,-9 0 1719,-10 3-1719,-5-3 6784,0 18-6784,-2 13 0,-1 16 0,-11 37 0,2-30 0,-9 32 0,-1-28 0,2-8 0,-2-6 0,5-30 0,5-6 0,-2-8 0,0-4 0,2-1 0,-9-9 0,-1 5 0,-8-9 0,9 8 0,5 0 0</inkml:trace>
</inkml:ink>
</file>

<file path=ppt/ink/ink5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44:23.98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124 0 24575,'8'8'0,"16"7"0,-9-6 0,11 9 0,-15-10 0,-4 7 0,-2-3 0,-2 7 0,-10 0 0,-5 4 0,-11 0 0,-4-3 0,-11 6 0,9-9 0,-4 2 0,17-8 0,1-7 0,7-1 0,1-3 0,2-6 0,2 4 0,3-5 0</inkml:trace>
</inkml:ink>
</file>

<file path=ppt/ink/ink5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44:24.31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 24575,'19'26'0,"0"12"0,-4-1 0,0 4 0,-6-6 0,1-8 0,-6-7 0,4-9 0,-1-8 0,1-6 0,-4 2 0,0-3 0</inkml:trace>
</inkml:ink>
</file>

<file path=ppt/ink/ink5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44:24.75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 24575,'15'14'0,"3"19"0,-2 25 0,3 27 0,-1 12-669,-10-38 0,0 0 669,2-7 0,-1-1 0,-4 3 0,-2 0 326,4 37-326,-7-34 0,0 0 0,-3-29 0,-2-7 0,1-14 0,1-9 0,3-5 0</inkml:trace>
</inkml:ink>
</file>

<file path=ppt/ink/ink5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44:25.00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1 107 24575,'25'-8'0,"3"1"0,7-1 0,2 0 0,-6-3 0,3-4 0,-7-1 0,-1-2 0,-14 9 0,-1 3 0</inkml:trace>
</inkml:ink>
</file>

<file path=ppt/ink/ink5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44:25.32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0 24575,'11'11'0,"-3"-2"0,10 16 0,-2 13 0,7 21 0,-1 38 0,-9-25 0,-6-21 0,-1-1 0,-1 18 0,-1 8 0,-1-14 0,-6-2 0,2-27 0,-2 0 0,3-21 0,-4-5 0,3-3 0,-2-4 0</inkml:trace>
</inkml:ink>
</file>

<file path=ppt/ink/ink5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44:25.90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13 1 8191,'70'15'0,"1"0"0,-14-3 0,-12 0 5063,-24-1-5063,-21-3 2818,-15-1-2818,-28 11 1719,-4-4-1719,-21 15 6784,21-12-6784,13 5 0,18-10 0,10 3 0,6 0 0,3 1 0,5 10 0,17 11 0,-3 1 0,7 4 0,-7-2 0,-6-4 0,-1 10 0,-7-7 0,-5 16 0,-6-17 0,-1 7 0,-11-8 0,6-16 0,-6 2 0,-3-16 0,5-3 0,-6-1 0,4-2 0,7 2 0,0-3 0,5 0 0</inkml:trace>
</inkml:ink>
</file>

<file path=ppt/ink/ink5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44:26.37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0 24575,'19'0'0,"41"0"0,-10 0 0,2 2 0,3 0 0,36 6 0,2 0 0,-18 3 0,-37-7 0,-20 3 0,-22 4 0,-4 6 0,-11 9 0,0 5 0,-1 7 0,8-2 0,2 5 0,9-9 0,-3-2 0,4-3 0,0-11 0,7-1 0,-2-8 0,13 4 0,1-2 0,18-1 0,10-5 0,44-10 0,-22-1 0,22-7 0,-58 6 0,-10 2 0</inkml:trace>
</inkml:ink>
</file>

<file path=ppt/ink/ink5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44:26.74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0 24575,'8'11'0,"6"35"0,9 26 0,-7-14 0,0 7-2356,9 23 1,0 4 2355,-3-6 0,1 2 0,-6-22 0,0 1 0,0-2-47,5 12 1,-2-5 46,-1-4 0,-2-4 955,10 29-955,-5-14 0,-10-29 0,-1-8 2322,-3-22-2322,-4-3 1369,-4-16-1369,-8-4 39,-4-2 1,4-3-1,1 5 1</inkml:trace>
</inkml:ink>
</file>

<file path=ppt/ink/ink5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44:27.02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0 273 8191,'36'-11'0,"7"0"5063,43-11-5063,2 5 0,-36 6 0,2 0 1224,-3 0 0,-1 0-1224,42-9 1771,-10-6-1771,-22 6 6626,-18 2-6626,-16 6 0,-8-6 0,-6 5 119,-1-8 0,-7 11 0,0 0 0</inkml:trace>
</inkml:ink>
</file>

<file path=ppt/ink/ink5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44:27.37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0 24575,'5'18'0,"1"20"0,-1 20 0,-1 33-783,-1-35 0,1 1 783,0 37-515,-2-30 0,0 2 515,0-14 0,-1 1 0,1 22 0,0 1 0,-2-22 0,1-3 308,0 2 0,1-5-308,-2-5 0,0-23 0,0-17 751,0-19-751,0-10 0,0 12 0,0 1 0</inkml:trace>
</inkml:ink>
</file>

<file path=ppt/ink/ink5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44:27.98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0 8191,'80'23'0,"-24"-3"5063,13 3-5063,-45-8 2818,-7-3-2818,-16 2 1719,2 2-1719,-3 4 6784,-3-1-6784,2 0 0,-3-7 0,4 3 0,0-7 0,4-1 0,0 1 0,10 6 0,6 6 0,10 14 0,8 5 0,-6 4 0,1-1 0,-14 0 0,-3 0 0,-9 5 0,-7-1 0,-11-4 0,-9 0 0,-7-3 0,-7-4 0,6-5 0,1-7 0,15-7 0,5-9 0,7-3 0</inkml:trace>
</inkml:ink>
</file>

<file path=ppt/ink/ink5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44:28.76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19 1 24575,'24'0'0,"-2"3"0,-7-2 0,-7 6 0,2-6 0,-9 6 0,2 0 0,-3 12 0,-6 8 0,-3 5 0,-3 2 0,4-3 0,5-4 0,3 0 0,3-4 0,5 3 0,7-2 0,8 3 0,1-4 0,2 0 0,-4-4 0,-6 0 0,-1-3 0,-8-1 0,-2 7 0,-2-1 0,-3 5 0,0-3 0,-7 7 0,2-2 0,-6 0 0,0 1 0,2-16 0,-2 5 0,3-10 0,1-4 0,-1 3 0,0-3 0,-3 0 0,-4 3 0,-12 1 0,3 1 0,-13 2 0,22-7 0,-2-1 0</inkml:trace>
</inkml:ink>
</file>

<file path=ppt/ink/ink5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44:31.04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0 24575,'11'16'0,"7"16"0,-9 18 0,11 33 0,-8 0 0,-2 9 0,3-1 0,-4-14 0,3 7 0,-1-19 0,-7-14 0,2-6 0,-1-17 0,-1-9 0,-1-12 0,-3-3 0</inkml:trace>
</inkml:ink>
</file>

<file path=ppt/ink/ink5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44:31.34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1 206 24575,'8'-4'0,"6"-7"0,9 6 0,21-9 0,21 2 0,13-3 0,-22 7 0,2 1 0,35-8 0,-40 7 0,-1 1 0,16-9 0,-26 5 0,0-7 0,-16 9 0,14-16 0,-19 18 0,-3-6 0,-15 13 0</inkml:trace>
</inkml:ink>
</file>

<file path=ppt/ink/ink5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44:31.71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0 24575,'12'4'0,"2"7"0,-2 5 0,3 21 0,7 26 0,-5-3 0,-4-10 0,-1 1 0,1 23 0,-4-19 0,0 1 0,-1 26 0,0 4 0,-1-33 0,-7-14 0,4-26 0,-4-11 0,0-18 0</inkml:trace>
</inkml:ink>
</file>

<file path=ppt/ink/ink5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44:32.28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7 1 8191,'53'3'0,"-9"5"5063,9-3-5063,-28 5 2818,-18-5-2818,-11 9 1719,-7-1-1719,-15 9 6784,-7 1-6784,-12 4 0,13 4 0,5-4 0,16 0 0,15-1 0,7-2 0,29 16 0,5-3 0,9 2 0,-3-2 0,-12-9 0,-11-5 0,-7-4 0,-14 3 0,-2-2 0,-5 1 0,-5 10 0,-6-13 0,6 5 0,-9-5 0,6-6 0,-14 7 0,8-10 0,-4 5 0,14-10 0,0 0 0,4 0 0</inkml:trace>
</inkml:ink>
</file>

<file path=ppt/ink/ink5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44:32.61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62 0 24575,'4'15'0,"3"11"0,-6-5 0,2 23 0,-6-4 0,-1 14 0,-4-4 0,0 0 0,1-15 0,-4-1 0,2-25 0,-2-6 0,3-15 0,4 4 0,1 1 0</inkml:trace>
</inkml:ink>
</file>

<file path=ppt/ink/ink5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44:32.98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274 1 24575,'-14'14'0,"1"-1"0,-19 20 0,6-11 0,-8 8 0,-6-1 0,10-11 0,-8 4 0,15-11 0,5-3 0,12-4 0,7-1 0,11-6 0,23-8 0,-8 2 0,27-9 0,-7 6 0,0-3 0,-3-3 0,-20 8 0,-13 0 0,-15 7 0,-8-1 0,-14-4 0,15 4 0,-6 0 0</inkml:trace>
</inkml:ink>
</file>

<file path=ppt/ink/ink5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44:35.09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1 105 24575,'7'8'0,"-2"-1"0,1-2 0,-1 1 0,2-5 0,1 6 0,-1-6 0,4 2 0,1-3 0,3-3 0,4-1 0,7-7 0,-2 2 0,13-5 0,7-1 0,11 2 0,35-6-509,-40 14 0,2 1 509,5-2 0,3 0 0,15-1 0,0 2 0,-14 0 0,-1 1 0,6-1 0,-3 1 0,17 1 0,-31 6 0,-24 1 0,-14 1 0,-4 8 0,1-7 1018,0 12-1018,-1-6 0,1 4 0,-1-8 0,1 2 0,0-5 0,-1 2 0,1 1 0,-4 0 0,3-4 0,-7 3 0,7-6 0,-3 9 0,1-5 0,-2 3 0,-3-5 0</inkml:trace>
</inkml:ink>
</file>

<file path=ppt/ink/ink5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44:35.97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15 8698,'0'19'0,"0"-3"5106,4-9-5106,6-3 0,6-1 0,14 1 2743,28 4-2743,17 3 0,-22-8 0,4-1 527,1 2 1,2-1-528,0-2 0,0-2 0,-2 0 0,-2-1 2946,-5-1 0,-2-2-2946,35-10 0,-26 2 0,-24-1 0,-18 10 0,-11 1 853,9-4-853,-5 5 228,12-5-228,-8 4 0,12-5 0,-15 3 0,4-1 0</inkml:trace>
</inkml:ink>
</file>

<file path=ppt/ink/ink5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44:37.16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680 96 24575,'-3'-15'0,"-2"0"0,-2-1 0,2 5 0,-1 3 0,1 1 0,-6 3 0,-1-3 0,-3 2 0,-7 2 0,-9 0 0,-12 2 0,-11 4 0,-7 9 0,2 8 0,-8 10 0,1 8 0,3 6 0,3 5 0,17-3 0,16-3 0,12-8 0,22 5 0,5-14 0,28 17 0,34-4 0,-26-18 0,3-1-685,10 0 1,4-3 684,7-3 0,-2-4 0,29 2 0,-35-6 0,-5-4 0,-8-5 0,-4-1 0,-33 0 0,-14 0 0</inkml:trace>
</inkml:ink>
</file>

<file path=ppt/ink/ink5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44:37.66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327 1 8191,'-52'41'0,"-17"26"4261,13-14-4261,22-12 0,4 4 0,-9 35 2910,14-2-2910,3 2 0,29-11 1815,9-27-1815,18 7 6481,-2-26-6481,15-5 917,6-10-917,28 0 0,2-15 0,12-12 0,-15-22 0,-8-17 0,-25-1 0,-15 6 0,-21 6 0,-6-2 0,-9 8 0,-1-3 0,-9 15 0,2 8 0,0 3 0,-6 0 0,5 9 0,1-6 0,5 11 0,7 1 0</inkml:trace>
</inkml:ink>
</file>

<file path=ppt/ink/ink5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44:38.12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316 0 16031,'-24'4'0,"-8"10"3699,-17 20-3699,2 14 0,-16 17 0,17 14 0,14-3 0,9 7 0,27-7 1472,12-9-1472,14-6 787,21-8-787,5-21 0,12-9 0,3-17 0,5-19 0,2-11 0,-3-18 0,-24 3 0,-1-22 2586,-28 12-2586,0-2 0,-16-8 0,-9 21 0,-1-8 0,-14 0 0,-3 16 0,-3 0 0,-15 2 0,6 18 0,-10-4 0,19 10 0,11 4 0</inkml:trace>
</inkml:ink>
</file>

<file path=ppt/ink/ink5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44:41.45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23 24575,'11'4'0,"15"-1"0,12-3 0,26 0 0,16-3 0,6-1 0,4-4 0,-24 1 0,-17 3 0,-23 0 0,-12 4 0,-9 0 0,2 0 0</inkml:trace>
</inkml:ink>
</file>

<file path=ppt/ink/ink6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44:42.05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0 24575,'25'0'0,"10"0"0,15 3 0,17 2 0,15-1 0,7 3 0,6-3 0,-10 4 0,-6-4 0,-11 3 0,-14-6 0,-9 2 0,-15-3 0,3 4 0,2 0 0,20 10 0,-26-8 0,5 5 0</inkml:trace>
</inkml:ink>
</file>

<file path=ppt/ink/ink6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44:42.61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0 23434,'65'0'0,"6"0"0,2 0 0,18 0 0,7 4-990,-24-4 0,1 1 990,-18 2 0,-1 1 0,13-4 0,-2 0 983,11 4-983,-14-4 513,-22 3-513,-16-2 272,-11 6-272,-1-3 1353,12 11-1353,0-2-1696,3-2 0,-17-4 0,-5-7 0</inkml:trace>
</inkml:ink>
</file>

<file path=ppt/ink/ink6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44:43.26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92 24575,'12'0'0,"-1"0"0,-4 0 0,1-4 0,6 0 0,9-4 0,15 1 0,12-4 0,14 3 0,-9-3 0,26 6 0,-17-5 0,28 5 0,-10-6 0,-11 7 0,-12 1 0,-28 3 0,-12 0 0,-12 0 0</inkml:trace>
</inkml:ink>
</file>

<file path=ppt/ink/ink6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44:55.27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 24575,'-1'28'0,"2"19"0,3 32 0,-2-30 0,0 3-516,-2-1 1,0 1 515,0 1 0,0 1 0,0 2 0,0-1 0,0 44 0,0-46 0,0 1 0,0 41 0,0-45 0,0 1 0,3 43 0,-2-2 265,6-19-265,-6-5 189,2-6-189,0-4 0,2 2 0,2-5 520,-3-15-520,0-11 0,-4-21 0,0-5 0</inkml:trace>
</inkml:ink>
</file>

<file path=ppt/ink/ink6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44:55.84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0 106 24575,'19'-3'0,"14"-1"0,13-4 0,26 1 0,5-1 0,14-3 0,0-1 0,-13 0 0,0-2 0,-31 6 0,-13-3 0,-20 7 0,-11 0 0</inkml:trace>
</inkml:ink>
</file>

<file path=ppt/ink/ink6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44:56.64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1 218 24575,'8'4'0,"16"4"0,-3 3 0,30 12 0,7 1 0,5-1 0,17 0 0,-20-15 0,4-1 0,-19-10 0,-14-2 0,-2-2 0,-5-1 0,-2 1 0,-6 2 0,-5-1 0,-4 2 0,-3-4 0,6-3 0,-8 3 0,8-17 0,-6 11 0,1-22 0,1 12 0,-5-10 0,3 4 0,-4 3 0,0-3 0,0 13 0,0 0 0,-4 9 0,3 1 0,-5 2 0,1 2 0,-2 3 0,-1 0 0,4 0 0,0 0 0</inkml:trace>
</inkml:ink>
</file>

<file path=ppt/ink/ink6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44:58.31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 24575,'15'0'0,"11"3"0,15-2 0,17 6 0,3-4 0,6-2-1567,-2 1 1,2 1 1566,13 0 0,2 0 0,4-2 0,-3-1 37,-23 2 1,-3 0-38,1-2 0,-2 0 0,24 0 0,-19-4 0,-13 0 0,-11 0 0,-26 1 0,-8 3 0</inkml:trace>
</inkml:ink>
</file>

<file path=ppt/ink/ink6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44:58.97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99 24575,'39'-7'0,"18"-1"0,6 0 0,28-3 0,-32 6 0,2-1 0,-9 0 0,0 0 0,2-1 0,-3-1 0,16 0 0,-25 0 0,-19 2 0,-9 5 0,-14-2 0,4 3 0</inkml:trace>
</inkml:ink>
</file>

<file path=ppt/ink/ink6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44:59.51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 24575,'27'0'0,"16"0"0,22 0 0,22 0 0,-37 0 0,0 0 0,42 0 0,-20 0 0,-15 0 0,-26 0 0,-14 0 0,-13 0 0</inkml:trace>
</inkml:ink>
</file>

<file path=ppt/ink/ink6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45:00.21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0 24575,'37'4'0,"8"0"0,6 0 0,22 0-450,-20-4 1,4 0 449,0 0 0,4 0-512,16 0 0,1 0 512,-12 0 0,-1 0 0,1 0 0,-2 0 0,32-4 0,-25 4 0,-1-1 0,23-2 0,-24 3 0,-3 0 115,-5 0 1,-19 0 0,-35 0 0</inkml:trace>
</inkml:ink>
</file>

<file path=ppt/ink/ink6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45:02.29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68 24575,'11'-16'0,"11"-1"0,-1 8 0,19-2 0,-5 4 0,4 2 0,-5 2 0,-12 7 0,-6 0 0,-6 3 0,1 8 0,-2 1 0,2 11 0,-7 3 0,-1 5 0,-9 11 0,-6-3 0,-8 3 0,-6-4 0,-9 0 0,10-13 0,-8 0 0,17-14 0,4-3 0,15 3 0,10-10 0,20 5 0,16-6 0,13 4 0,22-4 0,-6 0 0,-7-4 0,-26-4 0,-20 3 0,-17-5 0,-1 5 0,-6-3 0,2 4 0</inkml:trace>
</inkml:ink>
</file>

<file path=ppt/ink/ink6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45:02.68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135 0 24575,'-19'7'0,"-4"12"0,-8 29 0,3 6 0,5 34 0,12-12 0,18 22 0,9-22 0,21-5 0,-4-35 0,0-14 0,-11-19 0,7-27 0,0-9 0,12-27 0,-12 0 0,4-3 0,-15 7 0,11-4 0,-16 10 0,5 4 0,-14 19 0,0 13 0,-4 11 0</inkml:trace>
</inkml:ink>
</file>

<file path=ppt/ink/ink6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45:03.33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31 8191,'81'-12'0,"-2"1"5026,11 7-5026,-20 1 2822,-20 3-2822,-25 3 1724,-15-2-1724,-6 16 6770,1-3-6770,-5 16 42,-8-6-42,-1 6 0,-5-3 0,2 4 0,-4-4 0,1 3 0,3-10 0,4 2 0,5-10 0,3 0 0,0-5 0,3-3 0,12 3 0,5-6 0,27 3 0,1-11 0,28-7 0,-40 5 0,3-3 0</inkml:trace>
</inkml:ink>
</file>

<file path=ppt/ink/ink6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45:03.65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25 1 24575,'-8'44'0,"-3"18"0,6 3 0,5 3 0,15-12 0,5-16 0,6-9 0,-6-16 0,-2-12 0,-3-3 0,1-14 0,6-9 0,-6-19 0,6-1 0,-10-2 0,-1 14 0,-7 1 0,0 14 0,-4 2 0,0 10 0,0 0 0</inkml:trace>
</inkml:ink>
</file>

<file path=ppt/ink/ink6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45:04.33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0 8191,'65'2'0,"0"0"0,31 2 5063,-10 4-5063,-49 0 0,-26-1 2818,-8 4-2818,-10 8 1719,-8 8-1719,-26 25 6784,-1-2-6784,-4 4 0,-1 4 0,14-17 0,-9 16 0,15-21 0,4 4 0,8-12 0,6-1 0,6-12 0,7-8 0,31-7 0,3-3 0,22 2 0,17-9 0,-42 8 0,9-4 0</inkml:trace>
</inkml:ink>
</file>

<file path=ppt/ink/ink6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2:45:04.69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86 156 8191,'-29'53'0,"0"18"5063,13-6-5063,4 7 2818,19-5-2818,3-28 1719,12-3-1719,-10-29 6784,2-3-6784,-2-11 0,13-22 0,-7-4 0,7-26 0,-13-5 0,-1 4 0,-7 0 0,-4-5 0,-4 22 0,-11-15 0,-1 23 0,-4 12 0,-5 5 0,1 10 0,-3 4 0,10 1 0,7 3 0</inkml:trace>
</inkml:ink>
</file>

<file path=ppt/ink/ink6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14:40.44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 24575,'26'0'0,"28"3"0,35 5-2607,-13-1 1,8 1 2606,-15 0 0,4 1 0,3 0-871,20 0 0,4 1 0,-2-1 871,-9 1 0,-3 0 0,1-2 0,-1 0 0,1-1 0,-7-1 514,4 1 0,-9-2-514,-21-2 0,-6-1 0,8 1 0,-35-3 0,-18 0 0</inkml:trace>
</inkml:ink>
</file>

<file path=ppt/ink/ink6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14:41.13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17 24575,'7'-5'0,"4"2"0,8 3 0,15-3 0,26 2 0,29-3-1887,-23 4 1,10 0 1886,1 2 0,7 0 0,0-1-991,-5 0 1,-1-1-1,6 1 991,3 1 0,6 2 0,1 0 0,-4-1 0,5-2 0,-4-1 0,2 1 0,-15 0 0,3 2 0,-1-1 0,-3-1-567,10 0 0,-4-1 1,-3-1 566,20 2 0,-6-2-163,-20 0 1,-6-1 162,18-2 1932,-43 0-1932,-15 0 0,-21 4 0,8-3 3819,7 2-3819,10-2 0,-11 3 0,-5 0 0</inkml:trace>
</inkml:ink>
</file>

<file path=ppt/ink/ink6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14:43.05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 8191,'60'7'0,"14"0"0,9 1 1090,0 0 1,5 2-1091,3-1 0,7 1 0,-3 0 0,-20 0 0,-2 1 0,3-1 0,-1-1 0,5 0 0,0 1 0,-2-2 0,11 2 0,-1 0 0,3-1 112,-7-1 1,4-1-1,0 0 1,-3 0-113,8 0 0,-3 0 0,1 0 0,6-1 0,1 0 0,-3-1 281,-14-2 0,-2 0 0,-1 0-281,-6 1 0,-1-1 0,-2 0 1416,28 0 1,-4-1-1417,-18 2 0,-4 1 890,-6-1 0,-3 0-890,-10 1 0,-2 1 0,38 3 3355,-12 2-3355,-9-4 2701,-10 1-2701,-4 0 1607,-4-4-1607,-7 3 625,-4-6-625,-11 2 2,-8-3 0,-12 0 0,-3 0 1</inkml:trace>
</inkml:ink>
</file>

<file path=ppt/ink/ink6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15:19.90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0 24575,'0'38'0,"0"41"0,7 5 0,-5-20 0,1 3 0,2-2 0,1 1-2208,-1-4 0,1-1 2208,-2-8 0,0-2 1273,4 43-1273,-2-14 0,-5-5 737,6-22-737,-3-5 0,0-25 0,0-8 2334,-4-14-2334,3-9 0,-2 2 0,2-4 0</inkml:trace>
</inkml:ink>
</file>

<file path=ppt/ink/ink6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15:20.57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0 24575,'22'0'0,"18"0"0,28 0 0,30 0 0,-42 0 0,4 0-480,18 0 1,0 0 479,-17 2 0,-1 0 0,5 0 0,-5 0 0,-3 2 315,-28 3-315,-19-6 159,-6 16-159,0 4 0,0 17 0,-8 8 485,0 1-485,-7 10 0,-8-6 0,-5 2 0,-17 4 0,-2-3 0,-18 8 0,6-4 0,1-1 0,12-3 0,15-4 0,8-7 0,12-13 0,3-7 0,7-15 0,2 2 0,2-5 0,1-1 0,-1-1 0,1-3 0,0 0 0,-1 0 0,8 0 0,1 0 0,6-3 0,8-5 0,4-7 0,9-8 0,-15 10 0,-7-1 0,-17 14 0</inkml:trace>
</inkml:ink>
</file>

<file path=ppt/ink/ink6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15:21.13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100 1 24575,'-23'3'0,"0"8"0,7 5 0,-2 14 0,13 9 0,-5 11 0,9 8 0,-3 3 0,11 0 0,8 11 0,12-5 0,11 16 0,11-9 0,9 2 0,3-7 0,0-11 0,-11-15 0,-16-13 0,-12-18 0,-4 1 0,-6-7 0,10 8 0,-6-5 0,-1 5 0,-7 2 0,-5 3 0,-9 8 0,-10-3 0,-8 2 0,-10-6 0,-11-2 0,-3-2 0,-12-4 0,-2-1 0,4-7 0,4 0 0,12-4 0,18 0 0,6-4 0,11 0 0,2 0 0,2 0 0</inkml:trace>
</inkml:ink>
</file>

<file path=ppt/ink/ink6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15:21.74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155 1 24575,'-19'7'0,"-4"8"0,11 16 0,-3 8 0,14 11 0,9 7 0,13 16 0,9 3 0,7 15 0,0-12 0,-16-33 0,0 1 0,0 0 0,0-1 0,18 44 0,-6-3 0,-6-8 0,-5-8 0,-6-2 0,-1-9 0,-11-6 0,-1-4 0,-3-4 0,0-14 0,0-6 0,-3-11 0,-1-6 0,-8-3 0,-3-6 0,-8-3 0,-11-5 0,-9-10 0,-4 1 0,-6-8 0,3-1 0,3 5 0,2-5 0,10 14 0,11 1 0,6 4 0,14 3 0,0 0 0</inkml:trace>
</inkml:ink>
</file>

<file path=ppt/ink/ink6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15:25.42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3575 500 24575,'-8'-12'0,"-6"-8"0,-16 0 0,-10-8 0,-4-2 0,-17-3-311,12 13 1,-4 1 310,3-2 0,-2 2 0,-5-1 0,-4 0 0,-11-2 0,0 1 0,18 5 0,-1 1-524,-30-5 0,-1 1 524,31 6 0,0 1 0,-25-2 0,2 0 0,26 5 0,1 1 0,-18-5 0,-1 2-229,13 5 1,2 0 228,-37-5 0,42 9 0,-3 0 0,-3 0 0,-1 1 0,-42 1 0,32 0 0,0 0 0,-32 0 0,39 0 0,1 0 0,6 0 0,1 0 0,-43 0 0,37 4 0,0 0 428,-32 2-428,34 0 0,0 0 0,-36 6 1200,8-1-1200,11 1 0,11 3 0,10-3 498,9 3-498,1 1 0,7-4 0,1 2 0,10-5 0,-5 2 0,5 0 0,-7-3 0,1 10 0,2-8 0,9 4 0,1-6 0,13-4 0,-2 0 0</inkml:trace>
</inkml:ink>
</file>

<file path=ppt/ink/ink6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15:25.86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 24575,'0'36'0,"0"31"0,0-36 0,0 54 0,0-45 0,0 16 0,4-15 0,0-13 0,0-1 0,0-8 0,-4-7 0,3-5 0,-2-7 0,-1-17 0,-1-5 0,-3 2 0,4 7 0</inkml:trace>
</inkml:ink>
</file>

<file path=ppt/ink/ink6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15:26.37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223 0 24575,'-12'8'0,"-9"6"0,4 6 0,-10 7 0,1 4 0,-2 3 0,1 1 0,4 11 0,4 0 0,7 5 0,4-2 0,5-3 0,3-3 0,3-1 0,5-4 0,4-3 0,6 3 0,-2-7 0,6-3 0,-2-6 0,-4-14 0,-2-1 0,-6-7 0,3 0 0,17-6 0,8-3 0,18-6 0,-5 3 0,-10 1 0,-16 7 0,-13 1 0</inkml:trace>
</inkml:ink>
</file>

<file path=ppt/ink/ink6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15:31.17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0 24575,'4'22'0,"3"23"0,-3 19 0,-2-11 0,0 3 0,0-1 0,0 1 0,0 11 0,-1-1 0,0-10 0,-1-1-1794,1 0 0,1 1 1794,2-1 0,-1 1 0,-1-6 0,1 2 0,4 6 0,1 2 0,-1-5 0,1 1 48,0 0 0,0 1-48,-1 1 0,1-2 0,6 43 813,-5-22-813,2-28 0,-7-23 0,-1-22 1800,-3-8-1800,-3-21 879,2-14-879,-2-5 0,3 13 0,0 14 0</inkml:trace>
</inkml:ink>
</file>

<file path=ppt/ink/ink6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15:32.14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84 24575,'3'-9'0,"-2"-1"0,6 9 0,-6-5 0,6 1 0,0-2 0,12-4 0,4 2 0,11-2 0,-6 4 0,1 3 0,-6 0 0,0 8 0,3 3 0,-2 5 0,2 4 0,-10-1 0,1-3 0,-5 6 0,3 5 0,1 5 0,-5 13 0,0-5 0,-6 6 0,-5-7 0,-8-4 0,-8-5 0,0-6 0,-6-5 0,9-7 0,-1-1 0,9-3 0,2 4 0,3 3 0,7 11 0,1-1 0,11 9 0,-3-3 0,6-4 0,-10 0 0,3-4 0,-4 0 0,-3 1 0,6-1 0,-9 4 0,6-11 0,-11 3 0,4-4 0,-4 4 0,-10 2 0,-7 5 0,-13-3 0,-5 1 0,-11 2 0,6-2 0,-5 0 0,13-5 0,6-4 0,10-7 0,5 0 0,4-11 0,-1-5 0,4-17 0,0-3 0,4 7 0,0 8 0</inkml:trace>
</inkml:ink>
</file>

<file path=ppt/ink/ink6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15:32.97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0 24575,'33'7'0,"13"1"0,19 4 0,4 0 0,0-8 0,-19 3 0,-17-7 0,-14 4 0,-8-4 0,-4 0 0,4 7 0,-6 1 0,2 11 0,-7 4 0,-3 8 0,-5 4 0,-11 7 0,-1 0 0,-10 1 0,2 6 0,1-13 0,1 5 0,9-13 0,0-2 0,11-6 0,3-5 0,14-7 0,5-1 0,17-7 0,2 4 0,11-4 0,-11-4 0,-2 4 0,-17-4 0,-5 4 0,-8 0 0</inkml:trace>
</inkml:ink>
</file>

<file path=ppt/ink/ink6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15:35.26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3877 1047 24575,'-7'19'0,"-2"4"0,-13 4 0,-16 8 0,-16 3 0,-23 1 0,29-17 0,-2-2 0,-7-1 0,-1-1-1937,-2-2 0,-4-1 1937,-21 0 0,-3-2 0,11-4 0,-3-2 0,14-1 0,-2-1 0,-3-1 0,-13-2 0,-3 0 0,2-2 0,12-1 0,1-1 0,-2 0 0,-14-1 0,-3-2 0,5-1 0,-13-5 0,4-2 0,1-4 0,3-1 0,6-1 0,1 0 0,-11-6 0,1 0 0,21 3 0,2 1-498,-2 0 1,4-1 497,18 4 0,4-1 0,-27-15 0,9-1 0,12 1 0,11 7 0,0-5 0,-3-3 2658,5-7-2658,-13-4 0,-4-6 0,1 2 0,-15-10 2211,12 6-2211,1-3 0,9 7 0,7-2 0,7 6 0,4-3 0,8 7 0,8 0 0,4 5 0,7-1 0,0 0 0,4 6 0,-3 10 0,2 4 0,-3 10 0,8-7 0,0 3 0,4 1 0,-1-4 0,-3 7 0,3 0 0,-6 2 0,2 5 0,-3-3 0</inkml:trace>
</inkml:ink>
</file>

<file path=ppt/ink/ink6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15:36.18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465 292 24575,'-7'32'0,"-1"-6"0,-25 7 0,7-11 0,-39 18 0,11-19 0,-22 8 0,11-16 0,10 2 0,10-8 0,24-6 0,11-8 0,18-9 0,7-10 0,1-1 0,13-10 0,-2-2 0,11-7 0,-3 4 0,-5 1 0,-4 6 0,-6 1 0,-5 8 0,-1-1 0,-2 5 0,3 2 0,-3-2 0,2 10 0,-9-3 0,9 4 0,-12 3 0,1 0 0,-14 5 0,-9 10 0,-7-2 0,-7 9 0,5-2 0,6-3 0,16-2 0,11-7 0,8 0 0,30-10 0,-10 4 0,40-12 0,-13 6 0,-17 4 0,-9 1 0</inkml:trace>
</inkml:ink>
</file>

<file path=ppt/ink/ink6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15:37.30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 24575,'11'15'0,"-3"1"0,13 34 0,-4 10 0,-3-12 0,1 3 0,-3 0 0,0 1 0,1-2 0,0 0 0,7 39 0,-2-20 0,-6-5 0,2-9 0,-5 2 0,5-7 0,-6-11 0,0-5 0,-1-18 0,-6-1 0,-1-15 0,-5-7 0,1 1 0,1-4 0</inkml:trace>
</inkml:ink>
</file>

<file path=ppt/ink/ink6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15:38.08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1 145 24575,'7'-11'0,"1"3"0,3-3 0,-3 0 0,10-1 0,-5 0 0,29-9 0,-18 14 0,36-16 0,-13 13 0,15-1 0,12 4 0,-24 7 0,-3 0 0,-29 3 0,-7-2 0,-3 6 0,0 1 0,-1 0 0,-3 10 0,0 2 0,-4 7 0,-4 7 0,0 1 0,-14 7 0,-2-3 0,-18 7 0,-5-7 0,-7-4 0,3-5 0,9-11 0,15-3 0,8-9 0,11 0 0,-3-6 0,6 2 0,-2-3 0</inkml:trace>
</inkml:ink>
</file>

<file path=ppt/ink/ink6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15:38.70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90 31 24575,'11'-4'0,"-3"-3"0,20 3 0,4-4 0,21 4 0,1 1 0,-7 3 0,-10 0 0,-14 0 0,-8 0 0,-1 3 0,-5-2 0,2 6 0,-1-3 0,-1 4 0,2 3 0,-4 1 0,1 7 0,-4 4 0,0 7 0,-11 12 0,-2 2 0,-6 2 0,0-4 0,-1-11 0,4-11 0,5-6 0,0-13 0,2-1 0,-9-8 0,-9-7 0,-9-5 0,-6 4 0,-4 2 0,-1 7 0,-6 2 0,12 2 0,0 3 0,18 0 0,3 0 0,2 0 0,5 0 0,-2 0 0,7 0 0,1 0 0</inkml:trace>
</inkml:ink>
</file>

<file path=ppt/ink/ink6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15:39.39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0 24575,'0'22'0,"0"12"0,0 20 0,3 13 0,-2 13 0,9 7 0,-4-38 0,0 2 0,5 13 0,2 4-435,4 8 1,1 1 434,-1-3 0,0-1 0,0-4 0,0-2 0,-3-15 0,-1-2 0,6 31 0,-4 2 0,-7-23 214,-5-7-214,0-23 0,-2-11 0,3-8 0,-4-3 0,0 0 655,0-1-655,0 1 0,0-7 0,6-5 0,6-12 0,-3 7 0,2-1 0</inkml:trace>
</inkml:ink>
</file>

<file path=ppt/ink/ink6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15:39.98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 24575,'14'36'0,"9"18"0,1 25 0,-9-27 0,0 2 0,-3 2 0,-1 1 0,-2 5 0,1 2 0,1 4 0,0 1 0,-5-9 0,1 0-1993,3 7 1,1-1 1992,-3-7 0,1-1 0,6 6 0,0 0-314,-2-7 1,0 0 313,0-2 0,0-1 1045,9 35-1045,-6-13 0,3-14 0,-7-16 0,-2-22 1933,-5-7-1933,-2-13 1634,-3 4-1634,-3 3 0,2-6 0,-3 2 0</inkml:trace>
</inkml:ink>
</file>

<file path=ppt/ink/ink6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15:50.55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23 21003,'92'0'0,"-40"-2"0,2 1 0,13 0 0,1 1 0,-1-2 0,-4 0 0,30 2 1701,-7-3-1701,-28 2 604,-17-2-604,-22-1 0,-12 4 0,-7-4 0</inkml:trace>
</inkml:ink>
</file>

<file path=ppt/ink/ink6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15:51.52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69 24575,'15'0'0,"17"-3"0,15-2 0,35 1 0,12-3 0,-39 5 0,3 0 0,3-2 0,0 1 0,-9 1 0,-1-1-302,8 0 0,-1 0 302,27-2 0,0-2 149,-17-1-149,-21 4 0,-18 1 0,-18 3 0,-8 0 0</inkml:trace>
</inkml:ink>
</file>

<file path=ppt/ink/ink6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16:04.06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8 24575,'22'-5'0,"-5"2"0,35 3 0,1 0 0,41 0 0,-29 3 0,-7-2 0,-36 3 0,-11-4 0,-3 7 0,3 1 0,-6 14 0,2 2 0,-7 10 0,-7 5 0,-2 3 0,-9 8 0,-2 0 0,-10 4 0,2 6 0,-3-7 0,5 3 0,9-20 0,3 7 0,10-21 0,0 7 0,4-17 0,0-1 0,4-3 0,7 0 0,8 3 0,15-3 0,4 0 0,8-4 0,-4-8 0,-11 0 0,-5-4 0,-18 4 0,-1 1 0</inkml:trace>
</inkml:ink>
</file>

<file path=ppt/ink/ink6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16:04.88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 24575,'9'3'0,"-2"1"0,-7 7 0,3-6 0,-2 6 0,2-7 0,1 0 0,-4 0 0,4-4 0</inkml:trace>
</inkml:ink>
</file>

<file path=ppt/ink/ink6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16:05.95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 24575,'12'0'0,"26"0"0,10 7 0,15 1 0,0 8 0,-27-4 0,-11-1 0,-17-4 0,-2 8 0,-5 5 0,-1 10 0,-8 9 0,-10 3 0,-3 11 0,-16 9 0,8-6 0,-8 10 0,6-14 0,4 1 0,4 0 0,11-9 0,5-9 0,7-10 0,7-13 0,-2-1 0,12-6 0,10 2 0,1-7 0,19 0 0,0-7 0,7-2 0,-5-2 0,-11 4 0,-15 3 0,-9 0 0,-3 1 0,-2 2 0,-2-2 0,-3 3 0</inkml:trace>
</inkml:ink>
</file>

<file path=ppt/ink/ink6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16:07.29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1 150 24575,'15'-4'0,"10"-3"0,3 3 0,10-4 0,0 1 0,-4 3 0,-3 0 0,-5 4 0,-3-3 0,3 2 0,4-2 0,12 3 0,-3 0 0,-1 0 0,-12 0 0,-7 0 0,-7 0 0,-1 0 0,-7 3 0,6 8 0,-5 5 0,6 11 0,-4-7 0,1 3 0,-4-12 0,0 1 0,-4-12 0,0-7 0,0-9 0,0-10 0,0 6 0,0-6 0,0 10 0,0-2 0,0 6 0,0-2 0,3 5 0,-2-2 0,2 4 0,-3-1 0,0 0 0,0 1 0,0-1 0,-3 4 0,2-3 0,-2 6 0,3-2 0</inkml:trace>
</inkml:ink>
</file>

<file path=ppt/ink/ink6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16:08.64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319 23 24575,'-4'-12'0,"-3"4"0,0 5 0,-2 3 0,-26 0 0,8 10 0,-22 3 0,0 20 0,12 0 0,-11 19 0,27-18 0,-1 23 0,18-16 0,11 13 0,2-15 0,23 5 0,14-9 0,16 5 0,0-13 0,7-9 0,-4-14 0,-1-4 0,-8-7 0,-9-15 0,-15-6 0,2-13 0,-8-8 0,-6-2 0,-9-15 0,-4 17 0,-7 1 0,-3 18 0,-2 11 0,-2 7 0,-1 2 0,0 9 0,1-2 0,-1 3 0,0 0 0,1 0 0,-1 0 0,4 0 0,0 0 0</inkml:trace>
</inkml:ink>
</file>

<file path=ppt/ink/ink6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16:09.03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 24575,'9'0'0,"-2"0"0</inkml:trace>
</inkml:ink>
</file>

<file path=ppt/ink/ink6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16:09.70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108 0 24575,'-14'41'0,"-2"6"0,-7 18 0,-1 8 0,8 5 0,5-8 0,8-3 0,9-16 0,6-1 0,11-9 0,14-6 0,9-7 0,8-13 0,10-15 0,-10-15 0,6-15 0,-7-12 0,-10-8 0,-2-10 0,-17-2 0,-9 1 0,-9-2 0,-12 5 0,-6 4 0,-8 12 0,0 13 0,-2 7 0,6 13 0,-6-5 0,2 10 0,-3 0 0,-3 4 0,2 4 0,7 0 0,7 0 0</inkml:trace>
</inkml:ink>
</file>

<file path=ppt/ink/ink6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16:10.30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 24575,'0'29'0,"0"7"0,0 18 0,3 3 0,8 5 0,15 6 0,10-5 0,19-2 0,0-15 0,6-22 0,-15-13 0,-2-29 0,-16-7 0,1-19 0,-9-6 0,-5-4 0,-8 1 0,-3 4 0,-4 14 0,0 5 0,0 15 0,-4 7 0,0 5 0,-17 0 0,-4 2 0,-20-6 0,-6 6 0,-7-2 0,4 3 0,8 3 0,8 5 0,14 1 0,-1 5 0,15-9 0,0 2 0</inkml:trace>
</inkml:ink>
</file>

<file path=ppt/ink/ink6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16:16.35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 24575,'16'21'0,"2"21"0,-9-3 0,2 22 0,-11-17 0,0 10 0,0 0 0,-4 3 0,0-3 0,-4 4 0,1 2 0,-1-15 0,4 7 0,0-14 0,4-9 0,4-7 0,-4-18 0,4-9 0,-4-9 0,0-5 0,0-2 0,0 6 0,0 9 0</inkml:trace>
</inkml:ink>
</file>

<file path=ppt/ink/ink6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16:16.88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147 1 23954,'-23'15'0,"3"4"308,-7-3-308,8 3 104,0 0-104,7-7 52,1 6-52,3-6 157,4 4-157,1-1 0,3-6 0,0-3 0</inkml:trace>
</inkml:ink>
</file>

<file path=ppt/ink/ink6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16:17.50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54 24575,'12'0'0,"-1"0"0,-4 0 0,1 0 0,3 0 0,4 0 0,4 0 0,4-4 0,-4 0 0,0 0 0,-4-3 0,-3 3 0,-1 0 0,-3-3 0,-1 6 0,1-2 0,-1 3 0,4 0 0,-2 0 0,5 0 0,-6-4 0,3 3 0,-3-5 0,0 5 0,3-2 0,-3 3 0,0 0 0,-5 0 0</inkml:trace>
</inkml:ink>
</file>

<file path=ppt/ink/ink6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16:18.15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497 1 24575,'-11'4'0,"-5"3"0,-20-3 0,-2 7 0,-11-2 0,-4 5 0,-5-2 0,2 0 0,-7 3 0,23-10 0,-1 5 0,20-9 0,7 6 0,14-6 0,4 2 0,4-6 0,9-1 0,4-4 0,16 0 0,-2-3 0,6 0 0,-19 2 0,-6 3 0</inkml:trace>
</inkml:ink>
</file>

<file path=ppt/ink/ink6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16:26.26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0 24575,'16'11'0,"1"1"0,-1 21 0,6 3 0,15 32 0,6-4 0,14 11 0,-22-34 0,1-2 0,31 29 0,-28-33 0,1-2 0,28 20 0,-7-17 0,-1-2 0,-17-15 0,-2-3 0,-14-5 0,-5-7 0,-3-1 0,-4-3 0,-3 0 0,-1 0 0,-4 0 0,1 0 0,0 0 0,-1 0 0,4-6 0,4 4 0,8-12 0,4 9 0,0-9 0,3 6 0,-10-7 0,2 10 0,-4-8 0,-5 8 0,1-10 0,-6 7 0,-1-6 0,1 2 0,0-7 0,-4 7 0,3-6 0,-3 13 0,3 5 0,1 8 0,3 21 0,1-3 0,0 12 0,-1-11 0,-4-4 0,-3-18 0,0-6 0,-4-28 0,0 0 0,0-19 0,-4 5 0,3-2 0,-2 7 0,6 7 0,5 5 0,7 7 0,11-3 0,9 6 0,4 1 0,-1 7 0,-8 5 0,-7 3 0,-8 0 0,-8 3 0,4 5 0,0 11 0,5 11 0,3 6 0,-4 6 0,-3 0 0,-1 1 0,-7 3 0,-1-4 0,-9 0 0,-3-10 0,-6 1 0,3-16 0,-3 1 0,0-10 0,-5-4 0,1-1 0,0-3 0,7 0 0,1 0 0,3 0 0,0 0 0,1 0 0,-1 0 0,0 0 0,4 0 0,1 0 0</inkml:trace>
</inkml:ink>
</file>

<file path=ppt/ink/ink6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16:27.23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232 0 24575,'-30'38'0,"2"4"0,-7 9 0,1 9 0,3 2 0,0 7 0,8 7 0,7-2 0,12 0 0,8-6 0,15-13 0,4-6 0,11-14 0,1-8 0,3-16 0,6-7 0,6-15 0,7-5 0,1-14 0,-2 3 0,-13-7 0,-2 7 0,-18-3 0,3 3 0,-10-3 0,2 3 0,-6-2 0,2 2 0,-9 0 0,2 1 0,-7-1 0,-3 0 0,-2-6 0,-6-2 0,3 1 0,-3 0 0,-4 4 0,2 6 0,-2 2 0,0 7 0,4 3 0,-1 4 0,0 2 0,5 5 0,-1-3 0,-3 4 0,-1-3 0,-3 2 0,3-2 0,-3 3 0,7 0 0,-3 0 0,3 0 0,4 3 0,0-2 0,4 3 0</inkml:trace>
</inkml:ink>
</file>

<file path=ppt/ink/ink6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16:29.00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62 1 24575,'-5'11'0,"-5"4"0,2 8 0,-8 8 0,4 4 0,5 7 0,3 8 0,8 4 0,0 8 0,7-1 0,4 1 0,1-1 0,6 0 0,1 8 0,4-6 0,3 2 0,0-1 0,4-9 0,1 6 0,6-11 0,-2-4 0,2-8 0,0-7 0,-5-4 0,1-8 0,-7-3 0,-3-5 0,3-4 0,0 1 0,8-4 0,4 0 0,7-4 0,-3 0 0,3 0 0,-7-4 0,-10 4 0,-11-7 0,-10 6 0,-3-2 0,3 3 0,7-4 0,13 0 0,8 0 0,3-3 0,-4-1 0,-11 3 0,-9-5 0,-10 6 0,-5-3 0,-6 2 0,-1-5 0,-1 5 0,2-6 0,3 0 0,0-1 0,3 4 0,1 1 0,4 7 0,3 0 0,1 7 0,6 2 0,-5 9 0,5 2 0,-10 0 0,0-12 0,-5-5 0,-3-11 0,-3-6 0,-2 1 0,-2-9 0,-4 3 0,5-7 0,-4 6 0,9-16 0,-2 11 0,10-12 0,1 13 0,7 6 0,0 7 0,-3 6 0,-1 2 0,-3 3 0,-4 4 0,6 0 0,-1 7 0,2 1 0,4 0 0,0 6 0,1-2 0,-1 7 0,-1 7 0,-2 8 0,-3 2 0,1 9 0,-9-23 0,2 2 0,-10-16 0,2 0 0,-6-4 0,3-5 0,1-3 0,-8 0 0,6 0 0,-16 0 0,15-3 0,-12-5 0,14 0 0,0-3 0,5 6 0,3 2 0</inkml:trace>
</inkml:ink>
</file>

<file path=ppt/ink/ink6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16:29.79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 60 8191,'0'21'0,"0"-3"5063,-3-14-5063,2-7 2818,1-6-2818,11-2 1719,12-7-1719,11 5 6784,8-2-6784,11 1 0,-3 5 0,13 2 0,-21 3 0,1 4 0,-24 4 0,3 0 0,-6 7 0,6 4 0,-3-2 0,1 2 0,-2-11 0,-9 3 0,-3-3 0,-6 0 0,0 0 0</inkml:trace>
</inkml:ink>
</file>

<file path=ppt/ink/ink6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16:30.29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0 174 24575,'11'-16'0,"1"-1"0,7 5 0,3-3 0,12 0 0,1 3 0,10 1 0,-6 7 0,12 0 0,-7 4 0,15 0 0,-12 4 0,6 0 0,-11 0 0,2 0 0,-1-4 0,-5 0 0,-4-4 0,-11 0 0,-5 0 0,-6-6 0,3 8 0,-7-8 0,6 6 0,-2-4 0,3 0 0,0-2 0,1 1 0,-8 1 0,-1 5 0</inkml:trace>
</inkml:ink>
</file>

<file path=ppt/ink/ink6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16:30.82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90 155 24575,'-20'3'0,"-2"8"0,9 9 0,-5 17 0,10 10 0,0 11 0,8 3 0,7-6 0,5-2 0,7-14 0,-3-5 0,2-14 0,-2-9 0,2-8 0,8-9 0,5-10 0,11-21 0,-3-10 0,-2-14 0,-6 1 0,-8 2 0,-5 2 0,-9 10 0,-3-2 0,-6 12 0,-7-1 0,-1 10 0,-14 1 0,1 10 0,-9-2 0,0 13 0,-5-2 0,-4 11 0,-3 7 0,3 2 0,14-1 0,8-5 0</inkml:trace>
</inkml:ink>
</file>

<file path=ppt/ink/ink6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16:35.33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1 190 24575,'28'0'0,"-6"0"0,-8 0 0,-6 0 0,3 0 0,0 0 0,1 0 0,7 0 0,-3 0 0,2-3 0,1 2 0,0-6 0,14 6 0,6-9 0,14 9 0,11-13 0,5 9 0,10-6 0,-2 4 0,-4-4 0,-13 2 0,-18 2 0,-15 3 0,-16 1 0,-1 2 0,-2-6 0,11 6 0,7-2 0,8 3 0,12-3 0,14 2 0,-5-9 0,5 5 0,-8-13 0,-9 2-1696,-8 0 0,-16 5 0,-13 8 0</inkml:trace>
</inkml:ink>
</file>

<file path=ppt/ink/ink6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16:35.82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8 24575,'12'0'0,"-1"0"0,-3 0 0,6-4 0,22 3 0,29-2 0,-1 4 0,9 2-1635,14-1 1,9 1 1634,-5 3 0,9 0 0,0 0-825,-24-2 1,0-1 0,0 0 0,0 0 824,1 1 0,1 0 0,-1-1 0,-3 0 0,14 0 0,-2-2 0,-6 0-360,8-1 0,-6 0 360,-12 0 0,-7 0 0,11 0 0,-22 0 0,-37 0 0,-8 0 0</inkml:trace>
</inkml:ink>
</file>

<file path=ppt/ink/ink6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16:36.25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76 24575,'12'-4'0,"-1"1"0,-3 3 0,3-4 0,1 4 0,10-7 0,4 3 0,16-4 0,8 0 0,20 4 0,11-3 0,-28 7 0,1 0-265,0-4 0,0 1 265,7 3 0,-2-1 0,32-6 0,-2 6 0,-44-5 0,-6 5 0,-17-3 0,-6 4 0,3 0 0,-1 0 530,2 0-530,-1 0 0,-7 0 0,-5 0 0</inkml:trace>
</inkml:ink>
</file>

<file path=ppt/ink/ink6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16:38.20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7766 119 24575,'-30'-20'0,"-5"2"0,-15 6 0,-28-6 0,-10 9-1117,28 1 1,-5 1 1116,-5 3 0,-5 1 0,-20 1 0,-5 0-1003,34-1 0,-2 0 0,-2 0 1003,-23 2 0,-4 2 0,3-2 0,18 0 0,2-1 0,-2 0 0,-19 2 0,-3 0 0,2 0 0,14 0 0,2 0 0,0 0 0,2 0 0,2 0 0,-3 0 0,-10 0 0,-2 0 0,3 0 0,13 0 0,2 0 0,0 0-699,-4 0 0,-2 0 0,3 0 699,6 1 0,2 1 0,-2-1 0,-16-1 0,-4 0 0,4 0 0,14 1 0,2 1 0,-2-1 0,-15 0 0,-2 0 0,3 0 0,14-1 0,3 0 0,2 1 0,-19 2 0,0 1 0,-7 0 0,-3 1 0,0 1 0,0 1-748,12 1 1,0 0 747,-13 1 0,-1-1 0,14 3 0,2 1-23,6-2 0,0 2 23,-2 1 0,1 1 0,8 0 0,2-1 1082,7 1 1,2 1-1083,5 0 0,1 1 0,-39 15 0,9-1 0,-8 1 0,8 0 0,-2-4 0,4 0 0,0-1 0,-1 1 0,4 4 2021,-2 0-2021,-3 5 0,3 2 0,34-14 0,-1 0 0,-36 23 0,37-19 0,-1 0 0,-1 1 0,-1 0 0,1 2 0,1 1 695,-1-2 0,2 1-695,-1 3 0,2-1 0,-31 27 0,2 5 0,19-11 1626,13-1-1626,13-13 727,10 4-727,10-12 218,8-2-218,7 0 733,9-6-733,3 6 0,10-3 0,9 8 0,16-4 0,17 10 0,-24-22 0,5 0-1421,20 6 0,6-1 1421,-10-7 0,5-2 0,3 0-1578,12 1 1,5 0 0,4-2 1577,-8-1 0,5-1 0,3-1 0,1 0-855,-10-2 0,2 1 0,2-2 0,1 1 0,0-1 855,-8-1 0,1-1 0,2 1 0,0-1 0,0 0 0,0-1-477,4 0 1,1 0-1,0-1 1,0 0-1,-1 0 1,-1-1 476,7 0 0,-1 0 0,-1-1 0,1-1 0,1 1-215,-10-2 0,2 1 0,2-1 0,-2 0 0,-2-1 0,-3 1 215,18-1 0,-5 0 0,-1 0 0,1-1 118,3 0 1,2-1-1,-2 0 1,-7 0-119,1-2 0,-6 0 0,-3-1 473,-12 0 0,-4 0 1,0-1-474,-2 0 0,0-2 0,-2 1 1139,25-3 1,-2 0-1140,-6-3 0,-1 0 0,-5 1 0,-1 0 0,-2 3 0,-1 0 0,-5 0 0,0 0 1713,7 3 0,0-1-1713,-2-1 0,0 0 0,14-5 0,3 0 617,-1 2 0,2-2-617,-23 3 0,2-1 0,-1 1-20,20-2 0,2-1 20,-15 1 0,2-2 0,-1 1 0,-10 2 0,-1 1 0,-1-2-30,3-2 0,-1-1 0,-3-1 30,17-3 0,-5-2 246,-20 1 0,-3 0-246,36-21 1660,-28-3-1660,-16 6 2542,-11 1-2542,-11 1 1950,-5 9-1950,1-5 651,0 6-651,7-3 0,-2 0 0,2-1 0,-6 1 0,-9 3 0,0-6 0,-11 5 0,4-9 0,-11 3 0,-5-8 0,-8 4 0,-6-4 0,-1 8 0,-11-3 0,-5-1 0,-17 2 0,-3-1 0,5 14 0,-5 1-1050,6-1 1,-4 0 1049,-32-6 0,-5 1 0,13 4 0,1 2 0,-6 1 0,2 2 0,16 6 0,3 1-148,7-1 0,4 0 148,-31-3 0,13-2 0,22 2 0,16 5 0,4 3 0,10 1 2064,-5 7-2064,1-4 331,-16 8-331,-7 3 0,-28 2 0,-15 7 0,36-11 0,6 4 0</inkml:trace>
</inkml:ink>
</file>

<file path=ppt/ink/ink6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16:40.85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0 24575,'19'18'0,"7"20"0,25 37 0,-19-23 0,2 3-1347,3 2 0,3 0 1347,2 5 0,0-2 0,-4-10 0,0-3 93,-3 1 0,0-2-93,32 27 0,-14-9 596,-10-21-596,-6-5 0,-11-12 0,-10-10 0,-5-4 0,-8-9 0</inkml:trace>
</inkml:ink>
</file>

<file path=ppt/ink/ink6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16:41.15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0 107 24575,'23'-11'0,"7"3"0,14-7 0,15 7 0,16-7 0,20 4 0,-14-1 0,-5-2 0,-34 8 0,-27 0 0,-13 6 0,-10 0 0</inkml:trace>
</inkml:ink>
</file>

<file path=ppt/ink/ink6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16:41.58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95 24575,'18'25'0,"9"3"0,15 21 0,5-1 0,8 6 0,-1-5 0,10-6 0,1-5 0,-3-11 0,-2-11 0,-17-9 0,-10-11 0,-14 0 0,-8-4 0,-7 1 0,6-1 0,-8-6 0,11 1 0,-11-9 0,12 3 0,-9-11 0,6-1 0,-4-7 0,-3-6 0,3 1 0,-6-6 0,2 0 0,-3 6 0,0 12 0,0 13 0,0 15 0</inkml:trace>
</inkml:ink>
</file>

<file path=ppt/ink/ink6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16:47.94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0 24575,'26'29'0,"2"11"0,10 29 0,-4 12 0,1 12-1470,-15-34 0,-1 3 1470,0-5 0,1 1 0,0 6 0,-1-2 0,-1-10 0,0-3 0,8 38 549,1-13-549,-5-6 0,-6-17 0,2-9 0,-13-19 0,2-16 0,-11-7 0,0-8 0</inkml:trace>
</inkml:ink>
</file>

<file path=ppt/ink/ink6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16:48.95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1 213 8191,'7'-23'0,"4"0"5063,1-3-5063,10 2 2818,8-2-2818,12 3 1719,22 1-1719,10 2 0,16 5 0,-4 7 6784,-19 5-6784,-19 6 0,-22 2 0,-7-1 0,-4 6 0,0 2 0,0 11 0,-3 5 0,2 6 0,-5 4 0,2 5 0,-7 6 0,-4 5 0,-11-3 0,-5-1 0,-14-15 0,1-5 0,-8-11 0,5 0 0,-2-3 0,3-5 0,4 1 0,1-5 0,3 1 0,6 0 0,3-4 0,13-1 0,22-3 0,12 0 0,27 0 0,5 4 0,15 0 0,-12 4 0,0-1 0,-36 1 0,-7-4 0,-15 7 0,2 1 0,-3 14 0,1 12 0,-9 6 0,-1 9 0,-8-3 0,-4 4 0,-14 0 0,-2-4 0,-20-4 0,3-11 0,-8-8 0,14-12 0,12-7 0,9-5 0,10-3 0,0-3 0,1-5 0,-1-4 0,0 1 0,1-4 0,-1 3 0,4-6 0,4-2 0,11-9 0,5 5 0,-4 4 0,-2 10 0</inkml:trace>
</inkml:ink>
</file>

<file path=ppt/ink/ink6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16:49.43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220 1 23524,'-47'40'0,"12"4"0,-20 24 0,21 17 0,6 2 0,9 7 0,18-14 0,5-15 518,11-11-518,8-16 176,11-11-176,8-15 89,14-5-89,6-11 268,6 0-268,-6-10 0,-9-2 0,-15-7 0,-16-3 0,-7-8 0,-11-12 0,-4-7 0,-4-1 0,-4 1 0,0 8 0,-3 6 0,-1-1 0,0 12 0,5 8 0,3 10 0</inkml:trace>
</inkml:ink>
</file>

<file path=ppt/ink/ink6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16:50.30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13 262 8191,'-8'-32'0,"4"7"5063,7 17-5063,9 1 2818,31 3-2818,13-4 0,34-2 0,-37 2 0,2-1 0,1-2 0,0-1 0,-2-2 0,-3-1 1719,25-15-1719,-28 6 6784,-22 2-6784,-11 10 0,-7 5 0,-5 3 0</inkml:trace>
</inkml:ink>
</file>

<file path=ppt/ink/ink6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16:50.73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0 8191,'37'8'0,"19"0"4563,21 3-4563,-26-5 0,4 0 0,4-2 0,2 0 0,3 2 0,-1-1 0,-3-4 0,-3-1 0,36 0 2877,-29-5-2877,-30 1 0,-20 1 0,-10 3 0</inkml:trace>
</inkml:ink>
</file>

<file path=ppt/ink/ink6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16:51.65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224 177 24575,'-4'-49'0,"0"11"0,-4 31 0,-3 6 0,-7 8 0,-10 23 0,-7 24 0,-6 37 0,8-3 0,17-39 0,3-1 0,1 22 0,15-6 0,17-11 0,11-9 0,17-10 0,12-18 0,17-13 0,11-14 0,-7-15 0,-6-13 0,-25-11 0,-13-13 0,-21-3 0,-10-13 0,-16 6 0,-6 1 0,-15 5 0,-4 12 0,-3 3 0,-1 17 0,8 9 0,4 14 0,8 5 0,1 7 0,1 0 0,6 0 0,4 0 0</inkml:trace>
</inkml:ink>
</file>

<file path=ppt/ink/ink6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19:03.37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0 138 24575,'37'-3'0,"33"2"0,29-6-3519,-32 7 1,10-1 3518,-6-1 0,11-3 0,1 1 0,-4 1-780,5 2 0,-3 1 0,6-2 780,6-1 0,7-1 0,0 0 0,-10 1 0,-13 2 0,-7 0 0,2-1 64,15-2 0,1-1 0,-7 0-64,-2 1 0,-1-1 0,-5-1 0,4 0 0,-10 0-294,26-2 294,-37 2 0,-9 1 2577,-23 1-2577,-7 0 3833,-6 4-3833,5 0 2535,10 0-2535,2-3 534,9 2-534,-6-6 0,-1 3 0,-10 0 0,-6 1 0,-7 3 0,-2 0 0,-2 0 0</inkml:trace>
</inkml:ink>
</file>

<file path=ppt/ink/ink6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19:48.51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0 219 24575,'4'29'0,"3"14"0,2 19 0,2 11 0,0 4 0,-3 4 0,3-34 0,-7-4-607,8 20 0,5 17 0,-2-13 607,-2-1 0,1 7 0,3 14 0,-4-32 0,-9-46 0,-1-13 0,-3-12 0,4-14 0,-3 3 0,2-14 1821,-3 2-1821,0-6 0,-3 3 0,-2-10 0,-2 8 0,-1-8 0,0-4 0,1 8 0,-1-4 0,4 4 0,-3 5 0,3 1 0,-1 1 0,-1 14 0,1-6 0,1 6 0,-3-4 0,6 4 0,-6-5 0,3 4 0,0-6 0,-3 7 0,3 1 0,0 7 0,0 0 0,4 7 0,0-2 0,7 2 0,1-3 0,11 3 0,20-6 0,6 9 0,16-5 0,-5 6 0,4 4 0,-8 1 0,0 3 0,-1 3 0,-14 1 0,0 4 0,-18 0 0,-11-1 0,2 4 0,-5 5 0,6 7 0,-7 11 0,3 2 0,-6 9 0,-1-9 0,-8 12 0,-11-12 0,-5 6 0,-10-8 0,-15 1 0,4-4 0,-15 0 0,17-8 0,-6-4 0,17-4 0,5-6 0,20-3 0,11-2 0,24 0 0,9 0 0,44 7 0,4-5 0,10 6 0,-15 0 0,-37-6 0,-18 4 0,-18 1 0,-14-2 0,-12 19 0,-9-10 0,-7 12 0,-3-3 0,7-7 0,-4 6 0,1-3 0,3 1 0,3-5 0,6-4 0,3-7 0,3-4 0,-3 3 0,-6-6 0,3 5 0,-11-5 0,16 3 0,-4-1 0,9-2 0,3 6 0,-1-6 0,6 2 0,-4-3 0,4 3 0,14-2 0,10-1 0,21-7 0,-15 2 0,-1-2 0,-22 7 0</inkml:trace>
</inkml:ink>
</file>

<file path=ppt/ink/ink6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19:49.04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47 2 24575,'-8'-1'0,"-3"5"0,3 5 0,-4 5 0,8-2 0,1 4 0,6 2 0,5 2 0,0 3 0,7-3 0,-4-2 0,5 1 0,-1 1 0,0 0 0,0-2 0,0 1 0,4 1 0,-7-1 0,6 0 0,-9-3 0,1-5 0,-5 1 0,-2-1 0,-3-3 0,0 3 0,0-3 0,-3-4 0,-2 3 0,-2-6 0,-4 2 0,-5-3 0,-7 0 0,3-3 0,-3-1 0,15 0 0,1 0 0</inkml:trace>
</inkml:ink>
</file>

<file path=ppt/ink/ink6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19:49.47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1 152 24575,'0'-12'0,"3"1"0,5 0 0,10 0 0,9-5 0,8 1 0,6 0 0,-9 3 0,8-2 0,-16 5 0,6-1 0,-11 2 0,0 4 0,-7 0 0,2 4 0,-2 0 0,-4 0 0,-1 0 0</inkml:trace>
</inkml:ink>
</file>

<file path=ppt/ink/ink6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19:50.04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131 72 24575,'1'15'0,"-2"1"0,-14 13 0,-1 3 0,-7 18 0,3 0 0,-2 0 0,9 10 0,-1-8 0,10 5 0,0-14 0,14-5 0,-4-11 0,12-4 0,-6-8 0,6-7 0,2-4 0,2-4 0,-2-4 0,2-14 0,-3-6 0,11-17 0,-13 12 0,24-31 0,-18 23 0,11-23 0,-13 15 0,-5-1 0,-5 3 0,-3-1 0,-5 6 0,-6 0 0,2 7 0,-9 5 0,5 7 0,-13 4 0,2 3 0,-11 4 0,3 5 0,-6 3 0,6 4 0,1 0 0,5 3 0,-5 5 0,13-7 0,-3 2 0</inkml:trace>
</inkml:ink>
</file>

<file path=ppt/ink/ink6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20:33.42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1 167 24575,'23'-7'0,"43"-7"0,-16 4 0,45-7 0,-22 8 0,3-5 0,-1 2 0,-1-3 0,-14 3 0,2-2 0,-25 5 0,-4 2 0,-17 0 0,-6 6 0,-6-2 0,7-1 0,-3 3 0,3-2 0,-7 0 0,3 2 0,-6-2 0,2 3 0</inkml:trace>
</inkml:ink>
</file>

<file path=ppt/ink/ink6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19:07.44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23 24575,'22'0'0,"12"-3"0,16-1 0,5 0 0,11 0 0,-11 4 0,8-3 0,-6 2 0,-16-2 0,-12 3 0,-23 0 0</inkml:trace>
</inkml:ink>
</file>

<file path=ppt/ink/ink6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19:08.03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30 24575,'26'0'0,"15"0"0,38 0 0,-7 0 0,21 0 0,-16 0 0,5 0 0,11-3 0,-4 2 0,-10-5 0,-7 1 0,-21-2 0,-14 3 0,-19 0 0,-14 4 0,-1 0 0</inkml:trace>
</inkml:ink>
</file>

<file path=ppt/ink/ink6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19:08.77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 24575,'15'57'0,"0"19"0,-2-16 0,-1 4-1137,-3-7 1,0 1 1136,5 16 0,0 1 0,-4-6 0,-1 0-659,4 14 1,-2 1 658,-2-12 0,-1 6-473,-1-8 1,1 9 0,0 0 0,-1-8 472,0 11 0,0-2 0,-1 7 0,1 5 0,-1-11-488,-1-22 1,0-5 487,-3 14 0,0-1 625,2 31-625,-2-39 0,0-3 0,-2 15 1312,0-23-1312,3-20 0,-5-16 0,-3-13 2897,-7-21-2897,-3-23 1311,0-7-1311,3 5 0,4 18 0,4 22 0</inkml:trace>
</inkml:ink>
</file>

<file path=ppt/ink/ink6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19:09.92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0 186 24575,'4'-7'0,"3"-4"0,7-1 0,13-7 0,16 3 0,13-2 0,22-4 0,6 4-245,-30 6 1,-1 1 244,24-2 0,22 2 0,-45 3 0,19 4 0,-33 1 0,-7 6 0,-14-2 0,-12 6 489,-3-3-489,-1 4 0,5 13 0,4 4 0,3 24 0,-4-5 0,7 12 0,-12-9 0,8 6 0,-14-16 0,-10 7 0,-10-20 0,-19 3 0,-7-5 0,-8-6 0,7 0 0,1-5 0,19-7 0,12 3 0,8-3 0,14 11 0,11 1 0,13 7 0,25 3 0,3 2 0,9-5 0,-7 3 0,-11-6 0,-16-1 0,-12 0 0,-11-7 0,0 9 0,-2 0 0,-2 10 0,-3-4 0,-4 6 0,-4-5 0,0 3 0,0-11 0,-7-6 0,-1-6 0,-11 0 0,-11-4 0,-43-1 0,1-9 0,23 3 0,-1 1 0,-30-9 0,11 6 0,15-1 0,16 5 0,19-2 0,9 3 0,9 0 0,2 0 0</inkml:trace>
</inkml:ink>
</file>

<file path=ppt/ink/ink6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19:13.04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54 24575,'33'0'0,"-8"-4"0,45 0 0,-24-4 0,31 1 0,-21-1 0,-9 1 0,1-1 0,-20 4 0,-6 0 0,-14 4 0,-5 0 0</inkml:trace>
</inkml:ink>
</file>

<file path=ppt/ink/ink6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19:13.50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31 24575,'43'0'0,"1"0"0,20 0 0,-10 0 0,6 0 0,-10 0 0,-5-3 0,-10-1 0,-9 0 0,-4-3 0,-9 3 0,-2-1 0,-8 2 0</inkml:trace>
</inkml:ink>
</file>

<file path=ppt/ink/ink6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19:14.43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215 169 24575,'-20'8'0,"-2"3"0,6 4 0,-3-2 0,7 9 0,1-10 0,7 14 0,0-9 0,4 12 0,4-2 0,3 5 0,2 2 0,12 4 0,-4-2 0,12 2 0,-5-7 0,15-1 0,-9-10 0,14 2 0,-17-13 0,6-2 0,-2-7 0,7-7 0,-6-1 0,7-11 0,-14 3 0,1-6 0,-8 3 0,-2-7 0,-5-1 0,4-7 0,-7 3 0,3-6 0,-7 2 0,0-3 0,-4 0 0,-4-3 0,-3-1 0,-9 3 0,3 2 0,-11 6 0,10 4 0,-12 5 0,7 3 0,-4 11 0,3-2 0,-2 5 0,2 1 0,-10 1 0,2 3 0,-9 0 0,-2 0 0,-10 0 0,1 7 0,-2-6 0,8 10 0,7-7 0,1 4 0,10-4 0,2 3 0,10-3 0,5 0 0,3 0 0</inkml:trace>
</inkml:ink>
</file>

<file path=ppt/ink/ink6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19:32.49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0 24575,'39'46'0,"-14"-16"0,13 22 0,10 6 0,11-3 0,4-2-1694,1 4 1,3-2 1693,8-4 0,2-10 0,-15-21 0,2-10 0,15-13 0,0-6 0,-17 3 0,-1-4 338,15-12 1,-8-6-339,-5-15 0,-8-7 642,-20 1-642,-9 7 0,-8 4 0,-6 11 1742,-4 15-1742,-5 13 326,-3 21-326,0 20 0,0 10 0,-5 3 0,-3 6-788,0 2 1,-2 4 787,-7 23 0,-1 3-1277,3-12 1,-1 2 1276,2-14 0,-2 2 0,0-2 0,-2 11 0,-2-2 0,-5 14 0,-3 5 0,3-21 0,-1 3 0,0-5 0,-3 0 0,0 0-471,1-1 0,-2 4 0,3-10 471,2-14 0,2-7 0,-2 5 0,0-6 0,-9 1 1244,11-17-1244,9-22 2528,3-7-2528,-1-7 1769,0-2-1769,1 1 0,7-6 0,-7 9 0,3-6 0,-8 0 0,-6-4 0,-2-4 0,-10-24 0,9 2 0,3-36 0,14 43 0,5-6 0</inkml:trace>
</inkml:ink>
</file>

<file path=ppt/ink/ink6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19:33.40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20 480 24575,'0'41'0,"-3"-1"0,-2 11 0,-2-13 0,2-15 0,5-15 0,5-16 0,2-11 0,1-28 0,-1-2 0,4-15 0,-2 4 0,5-16 0,-2 8 0,6-9 0,-2 17 0,6 14 0,-6 5 0,3 10 0,-11 12 0,2 5 0,-5 13 0,-1 2 0,9 17 0,10 19 0,6 9 0,8 11 0,-7-11 0,-3-4 0,-1-7 0,-6-5 0,-5-3 0,-1-8 0,-5-3 0,2-5 0,-4-4 0,-3-2 0,0-2 0</inkml:trace>
</inkml:ink>
</file>

<file path=ppt/ink/ink6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19:33.94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 24575,'16'0'0,"12"0"0,4 0 0,34 0 0,-4 4 0,10 1-1633,22-1 1,6 0 1632,-28 0 0,2 2 0,3-1 0,16 1 0,4-1 0,-2 0 0,-9 2 0,-1-1 0,-2 0 0,-6-2 0,-2 0 0,-3 1 0,21 2 0,-9 0 764,6-2-764,-50-1 0,-12-1 0,-25-3 0</inkml:trace>
</inkml:ink>
</file>

<file path=ppt/ink/ink6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19:34.37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0 24575,'22'4'0,"15"-4"0,14 7 0,14-2 0,20 6 0,-29-7 0,5 0-877,20 6 1,3-1 876,-12-4 0,3 0 0,-8 0 0,3 1 0,-6-2 0,-2-1 0,-3-1 0,24 0 0,-3-1 424,9-1-424,-12-3 0,-43-1 0,-12-4 0,-3-3 0,0-1 0,-6 4 0,-3 1 0</inkml:trace>
</inkml:ink>
</file>

<file path=ppt/ink/ink6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19:34.85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 24575,'15'35'0,"2"35"0,-5-22 0,-1 4 0,1 15 0,-3 7-2496,-2-11 1,-1 4 0,0 5 2495,3 20 0,1 6 0,-1-2 0,-2-10 0,-1-1 0,1 2-499,1 5 0,1 2 1,-1-2 498,-2-8 0,-1-2 0,-1-7 209,-1 2 0,-1-3-209,4 25 0,-1-6-189,-5-11 189,4 8 2995,-4-43-2995,0-9 0,0-32 3359,0-37-3359,0-6 2074,7-27-2074,-6 16 0,6 14 0,-7 21 0</inkml:trace>
</inkml:ink>
</file>

<file path=ppt/ink/ink6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19:35.65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 61 10499,'-5'-12'0,"5"-5"5048,32 12-5048,16-9 0,21 9 0,25-2 0,-14 14 0,8 1 2448,-28 11-2448,-14 1 1415,-9 6-1415,-14-5 5165,-1 4-5165,-13-9 0,-2 7 0,-7-4 0,-14 11 0,-3-2 0,-17 3 0,2-1 0,5-10 0,1 9 0,13-18 0,2 6 0,8-13 0,3 4 0,0 6 0,3 2 0,12 21 0,8 3 0,18 21 0,4 6 0,4 6 0,-5 5 0,-13-4 0,-12-16 0,-13 8 0,-16-17 0,-3 1 0,-13-12 0,-8-8 0,-5-10 0,-8-1 0,8-11 0,-2-5 0,6-3 0,0-3 0,8 2 0,1-9 0,10 5 0,-3-10 0,7 7 0,1-7 0,7 0 0,1-4 0,6 6 0,-2 3 0,2 10 0</inkml:trace>
</inkml:ink>
</file>

<file path=ppt/ink/ink6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19:36.09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369 0 24575,'-19'4'0,"-14"10"0,-11 10 0,-17 14 0,-5 15 0,14-8 0,-2 26 0,32-28 0,4 20 0,23-30 0,20 11 0,0-26 0,32 3 0,20-20 0,-2-2 0,20-20 0,-36 0 0,-5-16 0,-24 9 0,-12-1 0,-11 9 0,-6-8 0,-2 3 0,-13-8 0,-3 6 0,-2 4 0,3 11 0,9 5 0,3 7 0</inkml:trace>
</inkml:ink>
</file>

<file path=ppt/ink/ink6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19:36.50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0 24575,'8'29'0,"7"32"0,-5 10 0,-1-23 0,0 3-474,-3-1 0,0 3 474,7 18 0,2 6-1950,1 16 1,1 2 1949,-2-18 0,1 4 0,1 1 0,2 6 0,-3-10 167,-4-24 0,0-2-167,5 30 0,0-5 0,0-14 0,-12-27 0,2-13 0,-7-13 0</inkml:trace>
</inkml:ink>
</file>

<file path=ppt/ink/ink6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19:36.79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1 151 8191,'64'-7'0,"0"0"0,-2-1 0,-2-1 4884,31-9-4884,-6 0 0,-23 2 2840,4-2-2840,-18 2 1741,4 1-1741,-21 4 0,-12 7 0,-9 0 0</inkml:trace>
</inkml:ink>
</file>

<file path=ppt/ink/ink6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19:37.72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373 263 15551,'0'70'0,"0"20"0,-2-19 0,-1 7 0,1 15 0,-1 2 0,1-12 0,-1 1 0,1 14 0,0-7 0,2 6 1659,0-41 1,0-2-1660,0 18 1699,4-36-1699,-4-18 921,4-25-921,-8-26 2719,-3-8-2719,-12-32 0,-14-16-398,16 42 1,-2-2 397,-6-11 0,-2-2 0,1-4 0,1 0 0,0 5 0,0 0 0,1-4 0,2 2 0,5 14 0,3 0 0,2-2 0,3 0 0,-2-36 0,12 3 0,15 20 0,14 11 0,12 10 0,4 10 0,32 7 0,-11 17 0,-15 4 0,2 3 0,35 15 0,-32 0 0,-3 3 0,18 15 0,-6 5 0,-40-9 1161,-14-4-1161,-2 0 0,-9 0 0,-5 0 0,-8 3 0,-4-2 0,-6 6 0,9-6 0,-2 6 0,11-6 0,1 2 0,3-3 0,3 1 0,8 5 0,8 0 0,8 5 0,4-4 0,-11-2 0,-6-5 0,-10-4 0,-8-1 0,-14 2 0,-13 7 0,-13-4 0,-5 0 0,-1 3 0,10-12 0,3 7 0,7-9 0,9 0 0,-1-4 0,10-5 0,1-3 0,3 0 0,8-3 0,4-1 0,1-1 0,2 2 0</inkml:trace>
</inkml:ink>
</file>

<file path=ppt/ink/ink6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19:38.30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54 1 24575,'4'37'0,"0"3"0,-4-1 0,0 12 0,-4-17 0,0 7 0,-4-14 0,4-11 0,1-1 0,3-8 0,-4-3 0,0 10 0,-4-4 0,1 19 0,-1-8 0,4 5 0,0-10 0,4-9 0,0-3 0</inkml:trace>
</inkml:ink>
</file>

<file path=ppt/ink/ink6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19:39.24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 1 21500,'0'51'0,"0"-1"0,0 23 0,0 9 0,0-1 0,0 8 0,0 1-1453,0 3 1,0 0 0,0 2 1452,-1-20 0,0 1 0,-1 0 0,1-2 0,0 22 0,1-2 0,0-5 0,-1-18 0,0-5 0,1 0 394,2 32 0,0-6-394,2-23 0,0-9 1426,4-3-1426,-4-27 0,-1-19 0,-3-8 0</inkml:trace>
</inkml:ink>
</file>

<file path=ppt/ink/ink6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19:39.61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0 251 24575,'24'-12'0,"11"-3"0,-6 7 0,33-13 0,-6 4 0,37-11 0,-8 4-289,-36 11 0,-1 1 289,31-12 0,-14 4 143,-23 5-143,-12 1 0,-15 9 0,3-9 0,-12 12 0,4-4 0</inkml:trace>
</inkml:ink>
</file>

<file path=ppt/ink/ink6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19:40.07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0 24575,'0'40'0,"0"11"0,0 33 0,4 6 0,-4-18 0,1 2-1885,1-26 0,2 3 1885,1 18 0,0 10 0,1-10 0,-1-15 0,0-2 358,4 31 1,1-4-359,1-6 0,-3-10 718,0-25-718,-2-9 0,-5-26 0,3-13 485,-8-13 1,3 8 0,-2-1-1</inkml:trace>
</inkml:ink>
</file>

<file path=ppt/ink/ink6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19:40.82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139 80 24575,'11'-12'0,"18"-3"0,42-1 0,26-1-1494,-34 10 1,3 1 1493,3 1 0,3 3 0,9 4 0,-1 3 0,-14-1 0,-4 1 472,-4 0 0,-8 1-472,-7 6 491,-32-5-491,-14 8 0,-19 1 0,-24 17 0,-29 3 0,-16 5 0,13-11 565,19-6 0,1-1-565,-7-2 0,15 0 0,3-1 0,7-4 0,7-4 0,25-1 0,1-7 0,10 10 0,5-1 422,4 13-422,6 1 0,2 12 0,11 15 0,0-2 0,2 6 0,-10-22 0,-12-10 0,-11-8 0,-25-2 0,-8 4 0,-41-1 0,12-11 0,-28 2 0,32-9 0,-16 3 0,25-1 0,3-2 0,19 2 0,13-3 0,6 0 0,1 0 0,2 0 0,2 0 0</inkml:trace>
</inkml:ink>
</file>

<file path=ppt/ink/ink6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19:41.36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13 24575,'34'-5'0,"49"-3"0,-19 10 0,19-2 0,-47 7 0,-21-2 0,-11 1 0,-4 9 0,-11 5 0,-6 18 0,-6-2 0,4 9 0,0 5 0,7-6 0,1-2 0,7-12 0,0-14 0,8-5 0,0-8 0,3-6 0,4-1 0,1-4 0,7 1 0,10-8 0,11 1 0,17-8-1696,-21 11 0,-5 1 0,-27 10 0</inkml:trace>
</inkml:ink>
</file>

<file path=ppt/ink/ink6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19:41.79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 24575,'11'18'0,"7"31"0,11 24 0,-12-25 0,1 3-2014,2 5 0,1 3 2014,4 16 0,0 0 0,-2-11 0,-2 0 0,0 4 0,-1-1 0,-1-13 0,-1-4 1246,-1 20-1246,9 1 658,-14-25-658,-2-16 0,-5-13 0,-2-7 0</inkml:trace>
</inkml:ink>
</file>

<file path=ppt/ink/ink6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19:42.07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0 225 24575,'42'-7'0,"4"-4"0,37-2 0,-5-8-733,-16 7 0,2-1 733,30-9 0,-31 6 0,-2 0 0,7 0 477,-1-2-477,-31 8 242,7-2-242,-25 5 0,0 2 0,-15 3 0</inkml:trace>
</inkml:ink>
</file>

<file path=ppt/ink/ink7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19:42.51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23 1 24575,'0'22'0,"0"26"0,0 9 0,0 21 0,6-15 0,2 3-1133,2 25 1133,1-18 0,1-1 0,4 2 278,-5-6-278,0-34 0,-6-15 0,-2-15 0,-3-4 0,-3-15 855,-2-11-855,-2-9 0,-8-29 0,-1 7 0,-7-12 0,3 9 0,5 23 0,7 9 0,5 21 0</inkml:trace>
</inkml:ink>
</file>

<file path=ppt/ink/ink7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19:43.12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69 24575,'22'-12'0,"5"-2"0,21 5 0,1-5 0,24 9 0,-8-5 0,3 9 0,-10-2 0,-6 3 0,-17 0 0,-6 0 0,-2 3 0,-7 1 0,5 4 0,-16 0 0,1-1 0,-6 4 0,-7 8 0,-5 5 0,-8 0 0,-10 2 0,-5-7 0,-1 1 0,5-1 0,2-4 0,12-3 0,2-1 0,4-7 0,6 3 0,4 1 0,9 7 0,11 5 0,4 6 0,0-2 0,-8-1 0,-8-7 0,-4-5 0,-6-4 0,-8 8 0,-9 1 0,-19 7 0,3-7 0,-19 6 0,17-13 0,-7 9 0,14-9 0,8-2 0,3 0 0,5-6 0,3 2 0,1-3 0,-1 0 0,4 0 0,0 0 0</inkml:trace>
</inkml:ink>
</file>

<file path=ppt/ink/ink7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19:43.77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0 24575,'21'4'0,"32"4"0,10 3 0,-12 0 0,2 1-1037,29 2 1,2 1 1036,-18 1 0,-6-2 0,10 0 667,-12 0-667,-48-7 0,-21 1 342,-26 4-342,-30 5 0,-9-2 0,-22 2 0,32-1 0,6-4 0,34-1 1064,11-7-1064,11 3 0,1 1 0,13 7 0,6 5 0,11 6 0,3 1 0,0 8 0,1 0 0,-11 0 0,-2-5 0,-14 10 0,-1-10 0,-6 8 0,-5-12 0,-7-3 0,-5-6 0,4-3 0,2-10 0,6 0 0,4-8 0,0 0 0,4 0 0,0 1 0</inkml:trace>
</inkml:ink>
</file>

<file path=ppt/ink/ink7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19:46.12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0 24575,'0'0'0</inkml:trace>
</inkml:ink>
</file>

<file path=ppt/ink/ink7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19:46.40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0 24575,'11'0'0,"0"0"0,-6 0 0,-2 0 0</inkml:trace>
</inkml:ink>
</file>

<file path=ppt/ink/ink7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19:46.65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0 24575,'8'0'0,"-1"0"0</inkml:trace>
</inkml:ink>
</file>

<file path=ppt/ink/ink7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20:37.65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428 1 24575,'11'15'0,"-2"7"0,8 13 0,-4 1 0,12 20 0,-1 5 0,3 6 0,4 14 0,3 3 0,-1-7-360,-10-27 0,0 1 360,13 25 0,-15-28 0,1-1 0,15 27 0,-2-1 0,-5-19 0,0 2 0,-6-16 0,-2-2 0,-7-15 720,-4-12-720,-10-11 0,2-4 0,-10-3 0,-1-4 0,0-1 0,-3-3 0,3 3 0,-7-6 0,6 6 0,-9-10 0,10 12 0,-10-6 0,8 10 0,-1-5 0,4 7 0,6-2 0,-5 5 0,1-3 0,-2 4 0,-8 4 0,-8 3 0,-8 9 0,-4 3 0,-30 25 0,13-9 0,8-7 0,-2 1 0,-22 10 0,-12 5 0,6-6 0,-2-3 0,16-4 0,5-5 0,23 1 0,2 0 0,11 1 0,7-5 0,1-8 0,21-11 0,9-8 0,10-8 0,-6 4 0,-9 1 0</inkml:trace>
</inkml:ink>
</file>

<file path=ppt/ink/ink7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20:38.77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9 24575,'7'-5'0,"1"2"0,-1 3 0,1 3 0,3 2 0,1 2 0,0 4 0,2-2 0,-2 6 0,3-4 0,0 5 0,0-1 0,0 1 0,1 2 0,-1-1 0,3 5 0,-2-3 0,3-2 0,-11 1 0,2-13 0,-5 5 0,2-9 0,-3 6 0,3-7 0,-3 7 0,4-2 0,0 2 0,-1 4 0,4 1 0,-2 0 0,2 6 0,-4-5 0,1-1 0,-1-2 0,1-6 0,-1 4 0,1 0 0,0 0 0,-1-1 0,4 4 0,-2-2 0,2 5 0,0-2 0,-3 0 0,3-4 0,-7-1 0,3-6 0,-3 5 0,4-5 0,-1 3 0,1-4 0,-4 3 0,3-2 0,-3 2 0,0 1 0,6 0 0,-1 7 0,9 5 0,-2-4 0,-4 3 0,-5-11 0,-7 0 0</inkml:trace>
</inkml:ink>
</file>

<file path=ppt/ink/ink7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20:43.57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0 24575,'12'0'0,"-1"0"0,-3 0 0,6 0 0,5 11 0,15 8 0,2 13 0,22 16 0,7 17-590,3 3 590,-5 8 0,-22-5 0,-10 3 0,-15-20 0,-1 6-1148,-5 1 0,-1 5 1148,-2-3 0,-1 5 0,0 1 0,0 1 0,-1 1 0,0 0 0,-1 2 0,0 0 0,0-1 0,2 2 0,0-1 0,1-2 0,3 23 0,0-3 0,0-3 0,1-3 0,-2-12 0,0-4-87,-1-14 1,-1-3 86,-3 23 0,0-24 0,-1-6 516,-2-21-516,2-2 0,-3-14 0,0-1 0</inkml:trace>
</inkml:ink>
</file>

<file path=ppt/ink/ink7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20:43.97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8 24575,'12'0'0,"-1"-4"0,3 3 0,2-2 0,11 3 0,-4 0 0,0 0 0,-8 0 0,-7 0 0,-5 0 0</inkml:trace>
</inkml:ink>
</file>

<file path=ppt/ink/ink7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20:44.39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0 187 24575,'22'25'0,"2"10"0,6 5 0,4 9 0,4-6 0,4-1 0,4-7 0,3-5 0,4-14 0,4-5 0,4-14 0,-11-9 0,-5-17 0,-11-7 0,-11-9 0,3 3 0,-4-6 0,-1 11 0,4-3 0,-13 10 0,3 3 0,-8 4 0,-2 4 0,-2 8 0,-3-7 0,-7 5 0,2-9 0,-6 3 0,7-1 0,0 9 0,4 4 0</inkml:trace>
</inkml:ink>
</file>

<file path=ppt/ink/ink7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20:45.51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23 24575,'8'-8'0,"-1"4"0,4-3 0,-3 7 0,7-4 0,-3 4 0,10 0 0,11 11 0,20 1 0,35 20-575,-39-15 0,3 1 575,16 7 0,3 1-1009,-1 1 1,0 3 1008,12 5 0,2 4 0,4 3 0,-2 1 0,-15-3 0,-2 2 0,1-1 0,-4 2-294,-17-4 1,-5 1 293,-7-5 0,0 3 0,5 12 0,-3 1 0,13 25 0,-22-26 0,-1 0 0,20 29 0,-10-2 0,-2-5 0,-10-4 0,-5-5 995,-2 6-995,-2-1 2065,-3 2-2065,2 14 0,9 5 0,-4-2 47,-3-35 0,2-2-47,14 30 0,0-2 0,-2-25 0,-17-22 0,-5-16 0,-7-8 0</inkml:trace>
</inkml:ink>
</file>

<file path=ppt/ink/ink7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20:45.90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1 137 8191,'26'-8'0,"4"-3"5063,15 3-5063,9-10 0,19 4 0,5-7 0,1 4 0,-13 4 2818,-24-1-2818,-16 9 0,-19-2 0,-4 7 0</inkml:trace>
</inkml:ink>
</file>

<file path=ppt/ink/ink7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20:46.35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52 24575,'0'12'0,"0"-1"0,0 0 0,7 1 0,5 6 0,4-1 0,6 5 0,-3-9 0,1 1 0,5-6 0,-5 0 0,3-4 0,-1-1 0,-3-3 0,11 0 0,-2-3 0,12 2 0,2-6 0,18 3 0,6-4 0,-7 4 0,-11-6 0,-22 5 0,-11-2 0,-7 0 0,-1-1 0,-7 0 0,4-10 0,-8 2 0,-3-7 0,-12 1 0,-8-5 0,9 14 0,1-1 0</inkml:trace>
</inkml:ink>
</file>

<file path=ppt/ink/ink7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20:47.55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1 197 24575,'3'-19'0,"4"3"0,5-2 0,10-1 0,9 0 0,21-4 0,14 0 0,-14 12 0,5 1-922,6 2 1,5 1 921,-5 1 0,6 1 0,2 2-1438,10 0 0,4 2 0,4 0 1438,-11-1 0,4 1 0,1 0 0,-2 0 0,-3 2 0,-2 0 0,1 1 0,3-1 0,11 0 0,3 0 0,1 1 0,-1 0-1030,1 2 0,0 0 1,1 0-1,-1 0 1030,0 1 0,0-1 0,-1 0 0,1 1 0,2-1 0,1 0 0,-2 0 0,-3 1-384,-14 1 0,-2 0 0,-3 1 0,-2-1 384,7-1 0,-3-1 0,-3 2 43,-3 2 1,-3 1 0,-4 1-44,2 0 0,-6 0 2650,29 11-2650,-33 1 4622,-4 8-4622,-3 6 0,3-4 0,6 2 81,0 0 1,6 2-82,7 0 0,8 0 0,2 1-1037,6 0 1,2 0-1,0 0 1037,2 2 0,0 0 0,-1-1 0,1-3 0,0-2 0,-7 0-570,4 7 0,-7-1 570,-3-2 0,-6-2-112,-25-9 1,-4 0 111,32 25 1946,-28-5-1946,-8 4 4646,-8 11-4646,-4 8 0,-3 20 461,-8-42 0,-1 2-461,-3 2 0,-1 0 0,15 44 0,-9-5 0,-7-38 0,2-1 0,5 39 0,-6-34 0,0 1 0,9 39 0,-12-44 0,2 0 0,3-1 0,1-2 0,7 45 0,3-6-35,-1-12 35,-6 13 0,2-21 0,1 26 0,0-18 0,4 5 0,-7-26 0,2-4 0,-10-22 0,3 4 823,-3-13-823,-1-1 417,-2-7-417,1-1 0,-5-3 0,3-4 0,-4-1 0</inkml:trace>
</inkml:ink>
</file>

<file path=ppt/ink/ink7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20:47.97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38 24575,'47'-3'0,"5"2"0,35-6 0,-18 3 0,6-4 0,-36 1 0,-20 3 0,-20 0 0,-26 4 0,6 0 0,2 0 0,12 0 0</inkml:trace>
</inkml:ink>
</file>

<file path=ppt/ink/ink7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20:48.42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0 119 24575,'11'23'0,"14"4"0,11 11 0,24 5 0,9-7 0,21 0-807,-41-22 0,3-2 807,7-1 0,4-2 0,10 1 0,1-3 0,-4-3 0,-1-3 0,-5 1 0,-4-2 391,21-8-391,-43 3 0,-20-5 0,-15 6 0,-3-4 0,0-3 1223,0-1-1223,0-6 0,0 2 0,0-6 0,0-1 0,0-4 0,0-3 0,-3-7 0,-5-9 0,0 9 0,-3-9 0,6 31 0,2-1 0</inkml:trace>
</inkml:ink>
</file>

<file path=ppt/ink/ink7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20:50.04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1 449 24575,'7'-11'0,"1"0"0,-1-1 0,4-3 0,-2 7 0,5-3 0,5 0 0,4 3 0,18-7 0,17 4 0,-12 2 0,6-1-1035,18-4 1,6 0 1034,10 1 0,3 1 0,2-3 0,2 0-1453,5 1 1,2 2 1452,-28 5 0,2 0 0,1 0 0,7-2 0,1 1 0,4-1 0,-12 3 0,3-1 0,2 1 0,-1 0-776,3 0 0,2 0 0,-1 1 0,-1-1 776,-5 1 0,-1 1 0,0-1 0,2 1-685,6-2 1,2 1 0,-1 0 0,-3 0 684,9 0 0,-3 0 0,1-1 0,4 0 0,1 0 0,-1 1-301,-5 1 0,-1 1 1,-1-1 300,-2-1 0,-1-1 0,-4 1 297,21 4 0,-5 0-297,-8-5 0,-5 1 894,-20 4 0,-1 2-894,2 1 0,-1-1 0,-10 0 0,1-1 0,9 3 0,0 1 0,-2 0 0,0 1 0,0-1 0,1 1 0,13 1 0,2 0 994,0-2 1,1-1-995,1 2 0,5 0 249,-7-2 1,5 0 0,-4 0-250,9 0 0,3 0-456,-16 1 1,7 1 0,3 0 0,-4 0 455,11-2 0,-2 1 0,1 0 0,2 2 0,1 0 0,-1 0-407,-3-2 1,-2 0-1,-5 0 407,9 2 0,-3 1 0,-22-2 0,2 1 0,2 2 0,12 2 0,4 3 0,-2-1 0,-13-2 0,-1 0 0,1 0 0,9 2 0,3 0 0,-5-1-57,14-3 1,-5-1 56,-7 2 0,-4 0 777,-17-7 0,-5 1-777,15 9 3437,-38-8-3437,-12 1 2637,-10 1-2637,13 5 1844,7 9-1844,24 14 0,9 2 279,2-1-279,-7-2 0,-8-5 0,-16-1 0,8 3 0,-9 4 0,7 2 0,-7 9 0,2-2 0,-6 6 0,0-2 0,-9-1 0,0 3 0,7 18 0,-7-11 0,0 2 0,5 20 0,-3 3 0,-6-29 0,3 30 0,1 3-1026,4-10 1026,-2 15 0,0-2 0,-1-25 0,0 0 0,1 0 0,1 10 0,2-5 0,0 0-328,-2 3 328,6 16 0,0-9 0,-2 4 0,1-5 0,-3 10 0,0-7 0,1 7 0,3-8 0,-2-15 0,-3-13 0,-6-18 0,-9-18 0,-3-7 0,-4-5 0</inkml:trace>
</inkml:ink>
</file>

<file path=ppt/ink/ink7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20:51.21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29 20 24575,'27'-4'0,"-1"-3"0,-6 6 0,-5-5 0,-4 5 0,-7 1 0,-7 14 0,1-4 0,-19 29 0,8-13 0,-10 13 0,-3-2 0,9-16 0,-2 4 0,12-13 0,10 3 0,22-3 0,22 7 0,25 0 0,16-2 0,-3-3 0,-6-10 0,-18-7 0,-22-2 0,-14-3 0,-18 2 0,-3 1 0,-1 1 0,-2-6 0,2 5 0,-3-6 0,0 3 0,-3 1 0,-15-7 0,-10 4 0,-22-4 0,-4 10 0,-4 0 0,1 4 0,13 0 0,3 0 0,17 0 0,6 0 0,6 0 0,5 0 0,-1-3 0,4-1 0,-3-7 0,3-1 0,-1 0 0,2 1 0,3 10 0,7 6 0,-6 3 0,6 0 0,-7-5 0</inkml:trace>
</inkml:ink>
</file>

<file path=ppt/ink/ink7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20:53.47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68 24575,'55'-3'0,"8"2"0,-7-3 0,8 1-1900,11 2 1,4 1 1899,-14-1 0,3 0 0,1 0-569,4 1 0,1 0 1,-1 0 568,-2-1 0,-1-1 0,-2 0 0,13-2 0,-5-2 609,-14 0 1,-7-1-610,10-7 0,-22 7 0,-32 3 0,-8 4 0</inkml:trace>
</inkml:ink>
</file>

<file path=ppt/ink/ink7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20:54.13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99 24575,'12'0'0,"2"-3"0,1-1 0,4-1 0,11-1 0,8 5 0,18-6 0,18 6 0,22-6-491,-46 7 0,0 0 491,5-2 0,2 0 0,16 1 0,2-1 0,-3 0 0,2 0 0,8-2 0,-3 0 0,-18-1 0,-4-1 0,30 1 0,-20-5 0,-8 9 0,-10-6 0,-12 3 0,-10 0 0,-11 1 0,-5 3 0,-8 0 0</inkml:trace>
</inkml:ink>
</file>

<file path=ppt/ink/ink7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20:54.85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0 24575,'12'0'0,"-1"0"0,7 0 0,22 3 0,22 2 0,7 3 0,10 1-1855,16 0 0,4-2 1855,-32-1 0,2-1 0,2 0-718,15 0 1,3 1 0,-2-3 717,-9-1 0,-2-3 0,-2 2 0,-5 0 0,-3 1 0,0 0-139,30-2 1,-11 0 138,-9 0 0,-29 0 0,-33 0 0,-11 0 0</inkml:trace>
</inkml:ink>
</file>

<file path=ppt/ink/ink7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20:58.10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0 24575,'3'19'0,"-2"15"0,2 2 0,-3 24 0,0-5 0,0 14 0,0-11 0,0 6 0,0-13 0,0 16 0,0-21 0,0 16 0,0-22 0,0 9 0,4-17 0,0 9 0,0-17 0,0 3 0,-1-12 0,-2-4 0,6-6 0,4-2 0,5-3 0,0 0 0,-5 0 0,-8 0 0</inkml:trace>
</inkml:ink>
</file>

<file path=ppt/ink/ink7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20:58.37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9 24575,'4'-5'0,"-1"2"0</inkml:trace>
</inkml:ink>
</file>

<file path=ppt/ink/ink7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20:58.95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62 8 24575,'-17'-3'0,"3"2"0,6-3 0,4 8 0,-3 4 0,3 4 0,0 3 0,0 4 0,7 4 0,5 4 0,4 7 0,10 1 0,1 0 0,11-1 0,-3-10 0,-4-5 0,-8-11 0,-8-5 0,-4 1 0,1-4 0,3 4 0,-3-4 0,7 3 0,-7 2 0,0 2 0,-5 4 0,-3 1 0,-3 4 0,-5 2 0,-11 2 0,2 3 0,-5-3 0,7-5 0,3-4 0,0-7 0,5 0 0,-8-18 0,6 1 0,-2-3 0,7 6 0</inkml:trace>
</inkml:ink>
</file>

<file path=ppt/ink/ink7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20:59.27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1 115 8191,'15'-16'0,"0"-2"5063,0 13-5063,0-9 2818,-3 9-2818,6-6 1719,-9 7-1719,9-3 6784,-10 3-6784,3-3 0,-3 2 0,-1 2 0,4 0 0,4 2 0,1-6 0,-4 6 0,-5-2 0</inkml:trace>
</inkml:ink>
</file>

<file path=ppt/ink/ink7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21:03.06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251 109 24575,'-8'-4'0,"-3"-3"0,-11 3 0,4-1 0,-11 2 0,9 3 0,1 4 0,0-4 0,0 11 0,-1-3 0,-3 14 0,7 2 0,-2 14 0,13 1 0,2 4 0,7-1 0,10-1 0,-1-5 0,9 5 0,-3-19 0,1 2 0,-2-18 0,1 0 0,-3-6 0,16-3 0,-4-8 0,14-8 0,-4-8 0,3-14 0,-2 5 0,-1-12 0,-8 9 0,-4-6 0,-6 3 0,-5-3 0,-8 6 0,-3-1 0,-8 15 0,0 7 0,0 7 0,-7 11 0,6-4 0,-9 4 0,5 0 0,-2 4 0,7 0 0,0 0 0,4 0 0</inkml:trace>
</inkml:ink>
</file>

<file path=ppt/ink/ink7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21:03.34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23 8191,'8'-3'0,"3"2"5063,-11-5-5063,7 5 704,-6-6 1,2 6-1,-3-2 1</inkml:trace>
</inkml:ink>
</file>

<file path=ppt/ink/ink7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21:03.83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185 77 8191,'-16'-9'0,"-5"-1"5063,4 9-5063,-6 5 2818,0 8-2818,0 24 1719,0 5-1719,4 20 6784,7-13-6784,5 4 0,10-23 0,1-7 0,4-15 0,13-7 0,14-14 0,19-10 0,-9-2 0,2-5 0,-5 1 0,-2 0 0,5-4 0,-2 1 0,16-19 0,-24 14 0,-13 11 0,-7 8 0,-11 11 0,-1 5 0</inkml:trace>
</inkml:ink>
</file>

<file path=ppt/ink/ink7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21:04.37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35 195 24575,'0'39'0,"0"12"0,0-10 0,10 9 0,-1-22 0,13-7 0,1-17 0,8-14 0,10-13 0,-2-23 0,3-4 0,-15-10 0,-9 13 0,-7-1 0,-7 6 0,-4 10 0,-4 3 0,0 10 0,-3 11 0,-1-2 0,-4 9 0,-10-3 0,-9 4 0,-4 0 0,-4 4 0,-2 0 0,9 4 0,-2-1 0,11-2 0,11-2 0,5-3 0</inkml:trace>
</inkml:ink>
</file>

<file path=ppt/ink/ink7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21:06.83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31 0 24575,'8'57'0,"-4"20"0,-1-1 0,-10 23 0,6-17-1482,-10 15 1482,7-3 0,-4 5 0,4-16 0,-3 0 482,6-30-482,-2-1 245,3-21-245,0-9 0,0-10 0,0-1 755,0-3-755,3-4 0,-2 3 0,6 1 0,-6 0 0,6 7 0,-3-6 0,0-2 0,-1-3 0</inkml:trace>
</inkml:ink>
</file>

<file path=ppt/ink/ink7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21:07.30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73 24575,'48'0'0,"9"0"0,27-4 0,-7 0 0,18-12 0,-33 3 0,-5 0 0,-30 3 0,-13 6 0,-11-1 0,-3 2 0</inkml:trace>
</inkml:ink>
</file>

<file path=ppt/ink/ink7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21:07.93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1 144 24575,'14'25'0,"5"7"0,12 11 0,3 3 0,11 3 0,12 2 0,8-5 0,19-6-487,-32-24 1,3-5 486,-3-3 0,2-2 0,15-1 0,1-3 0,-19-5 0,-2-1 0,3-1 0,-3-2 0,13-12 0,-16-4 0,-16 0 0,-8-3 0,-10-1 973,-1-3-973,-7-1 0,-1-9 0,-3 4 0,0-12 0,0 9 0,0-3 0,-3 5 0,-2 5 0,-2 6 0,-1 11 0,0 7 0,4 5 0,1 3 0</inkml:trace>
</inkml:ink>
</file>

<file path=ppt/ink/ink7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21:09.45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807 84 24575,'-8'-11'0,"-3"-1"0,-4-3 0,-1 3 0,-10-2 0,2 6 0,0 0 0,-1 5 0,1 3 0,1 0 0,-4 0 0,-3 0 0,-1 3 0,-11 5 0,-4-3 0,-1 9 0,-6-6 0,9 4 0,-4 6 0,15-9 0,0 9 0,10-6 0,0 4 0,3 2 0,1 2 0,1 3 0,1 4 0,-1-3 0,6 5 0,1-1 0,6 2 0,-1-2 0,5 9 0,-3-12 0,11 12 0,-2-6 0,9 0 0,-2 7 0,7-7 0,0 0 0,11 2 0,-3-8 0,11 5 0,-4-10 0,11-2 0,-2-9 0,12 1 0,-4-9 0,6 2 0,-1-9 0,1-3 0,1-9 0,2-5 0,-10-1 0,2-2 0,-6 3 0,-7 1 0,-9 6 0,-8-2 0,-10 10 0,-1-7 0,-4 3 0,1 1 0,-4-7 0,6 2 0,-5-7 0,6 0 0,-7-3 0,3 3 0,-6-7 0,6 3 0,-6 0 0,2 1 0,-6 0 0,-2-1 0,-2 0 0,-1 1 0,0 3 0,1 4 0,2 0 0,-2 4 0,3 3 0,0 1 0,0 4 0,1 2 0,-1 2 0,-4 3 0,4 0 0,0 0 0</inkml:trace>
</inkml:ink>
</file>

<file path=ppt/ink/ink7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21:10.41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31 1 24575,'0'46'0,"-3"11"0,-5 17 0,0-3 0,0 5 0,5-9 0,6-7 0,-2 4 0,7 5 0,-3-2 0,7 4 0,-3-10 0,-2-8 0,3-10 0,-8-8 0,5-9 0,-7-11 0,0-3 0,0-1 0,3 1 0,-2 0 0,2-1 0,-3-7 0,0-1 0</inkml:trace>
</inkml:ink>
</file>

<file path=ppt/ink/ink7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21:10.82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84 24575,'31'-4'0,"32"-3"0,-15-2 0,30-2 0,-21 0 0,-7 3 0,-9-6 0,-14 9 0,-5-6 0,-14 11 0,-1-4 0</inkml:trace>
</inkml:ink>
</file>

<file path=ppt/ink/ink7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21:11.34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0 165 24575,'26'22'0,"1"2"0,4 4 0,2 2 0,51 22 0,-16-15 0,-15-8 0,0-4 0,12-5 0,10-4 0,-25-12 0,8-7 0,-27-5 0,-1-18 0,-8-11 0,1-14 0,-3 0 0,-2-7 0,-6 11 0,-1-3 0,-7 16 0,0-2 0,-4 19 0,0-5 0,-4 14 0,0 5 0,-4 3 0,4 0 0,0 0 0</inkml:trace>
</inkml:ink>
</file>

<file path=ppt/ink/ink7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21:12.62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423 144 24575,'0'-15'0,"-4"3"0,-3-2 0,-9 2 0,-7-3 0,-4 3 0,-7 4 0,-1 5 0,-7 3 0,6 0 0,-5 7 0,9 1 0,2 8 0,7-4 0,0 6 0,7-2 0,1 10 0,4-2 0,7 6 0,0-2 0,4 6 0,0-10 0,0 12 0,0-8 0,7 7 0,-2 3 0,9-3 0,-2-3 0,3 1 0,0-6 0,4-3 0,-3 2 0,6-10 0,-3-1 0,7 0 0,5-10 0,7 5 0,0-9 0,17 2 0,-13-6 0,16-5 0,-19-3 0,13-11 0,-16 2 0,8-13 0,-20 12 0,8-15 0,-11 12 0,-2-10 0,-1 7 0,-7-3 0,1 4 0,3-5 0,-10 8 0,8-9 0,-11 7 0,5-9 0,-7 7 0,0-2 0,0 5 0,-4-2 0,0 7 0,-7 4 0,2 0 0,-9 7 0,-1-7 0,-9 7 0,-6-3 0,-4 7 0,-1-3 0,-14 3 0,2-4 0,-3 1 0,11 3 0,6 0 0,20 4 0,-1 0 0,14 0 0,1 0 0</inkml:trace>
</inkml:ink>
</file>

<file path=ppt/ink/ink7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21:20.59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311 23 24575,'-8'-4'0,"-7"-3"0,3 6 0,-11-6 0,0 7 0,3-4 0,-6 8 0,14 0 0,-6 4 0,9-1 0,-5 4 0,2 1 0,-4 11 0,4-3 0,-5 25 0,0 10 0,-2 6 0,0 10 0,11-13 0,-2 10 0,15-5 0,0 9 0,14-13 0,4 1 0,7-6 0,8-4 0,1-4 0,9-7 0,-8-9 0,1-7 0,-4-7 0,-6-5 0,3-7 0,0 0 0,-7-8 0,3 0 0,-14-4 0,2-6 0,-10-2 0,6-13 0,-9 4 0,6-8 0,-11 6 0,4 0 0,-4 1 0,0 7 0,-4 4 0,-3 0 0,-9 7 0,-3 0 0,-1 5 0,1 3 0,7 0 0,5 3 0,3 2 0,11 2 0,1 4 0,4-6 0,-4 2 0,-5-7 0</inkml:trace>
</inkml:ink>
</file>

<file path=ppt/ink/ink7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21:20.92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15 24575,'8'-4'0,"0"-3"0,-4 7 0,-1-4 0</inkml:trace>
</inkml:ink>
</file>

<file path=ppt/ink/ink7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21:21.49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16 5 8191,'-8'-4'0,"4"4"5063,1 4-5063,6 4 2818,1 0-2818,0 3 1719,10 1-1719,-5 3 6784,20 7-6784,2 2 0,4 7 0,-1-7 0,-4 1 0,-7-5 0,-3 0 0,-3-5 0,-8 0 0,2-7 0,0 7 0,-3-7 0,3 10 0,-3-2 0,-1 7 0,-3-6 0,0-3 0,-4-6 0,-4-4 0,0 3 0,-4-6 0,1 2 0,-1-3 0,0-3 0,-3-5 0,-1-7 0,-10-8 0,5-7 0,-2 9 0,12 3 0,3 15 0</inkml:trace>
</inkml:ink>
</file>

<file path=ppt/ink/ink7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21:22.03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1 160 24575,'0'-12'0,"3"4"0,1 1 0,4 3 0,3-7 0,8-1 0,4-3 0,8 0 0,-4 0 0,-1 3 0,-10 1 0,1 0 0,-8 6 0,2-5 0,-4 9 0,1-2 0,0 3 0,-1 0 0,1 0 0,-1 0 0,1 0 0,-4-4 0,3 4 0,-6-4 0,2 4 0</inkml:trace>
</inkml:ink>
</file>

<file path=ppt/ink/ink7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21:23.05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0 24575,'0'34'0,"4"8"0,-3 13 0,9 13 0,-5 30 0,16-4-496,-13-43 0,1 2 496,6 2 0,2-1 0,8 18 243,4 12-243,-10-41 0,0-13 0,-7-18 0,-5-6 0,-3-6 0</inkml:trace>
</inkml:ink>
</file>

<file path=ppt/ink/ink7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21:23.47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61 24575,'31'-7'0,"3"-1"0,29 1 0,-11-1 0,18 0 0,-31 4 0,6-3 0,-33 3 0,-2 0 0,-9 1 0,2 3 0</inkml:trace>
</inkml:ink>
</file>

<file path=ppt/ink/ink7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21:24.06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5 135 24575,'-4'8'0,"4"6"0,7 2 0,12 14 0,5-5 0,6 5 0,-3-14 0,2-1 0,-5-11 0,2-1 0,-6-3 0,5-3 0,-12-5 0,12 0 0,-19-6 0,11 2 0,-12-7 0,6 0 0,-4-4 0,1 0 0,-4 0 0,3 1 0,-6-1 0,2 0 0,-3 4 0,0 0 0,0 7 0,0 2 0,0 2 0,-4 4 0,0 0 0,0 4 0,1 0 0</inkml:trace>
</inkml:ink>
</file>

<file path=ppt/ink/ink7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21:25.98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0 24575,'7'26'0,"5"19"0,4 12 0,2 15 0,-6 0 0,-1-9 0,0 5 0,-6-21 0,5 5 0,-6-22 0,4 2 0,-4-19 0,0-6 0,-15-28 0,9 12 0,-8-14 0</inkml:trace>
</inkml:ink>
</file>

<file path=ppt/ink/ink7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21:26.61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190 1 24575,'-19'6'0,"-1"3"0,1 6 0,-4 4 0,0 4 0,3-2 0,-2 4 0,3-9 0,6 0 0,2-5 0,11-7 0,11 0 0,15-4 0,16 0 0,9-4 0,2 0 0,-11 0 0,-15-3 0,-9 6 0,-11-2 0,-3 6 0,0 2 0,-4 2 0,0 4 0,0 5 0,-4 0 0,4-4 0,-4-5 0</inkml:trace>
</inkml:ink>
</file>

<file path=ppt/ink/ink7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21:28.34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1 143 24575,'12'1'0,"9"-5"0,25-8 0,10-6 0,6 5 0,32-10 0,2 7-647,-43 7 1,3 0 646,8-3 0,2 2 0,1 6 0,2 2 0,10-4 0,0 1 0,-6 4 0,-2 2 0,-5-1 0,-5 0 0,14 0 0,-22 0 0,-35 0 0,-15 0 0</inkml:trace>
</inkml:ink>
</file>

<file path=ppt/ink/ink7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21:51.72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1229 0 24575,'-8'35'0,"4"-7"0,-24 41 0,-1-1 0,-5 5 0,-5 10-2341,9-17 0,0 4 1,0 2 2340,-1 5 0,0 2 0,0 2 0,-5 8 0,0 2 0,3 0 0,4-1 0,3 0 0,0-3 0,2-15 0,1-2 0,0 5 0,4-3 0,0 5 0,1 1 0,1-4 0,1 4 0,2-3 0,-1 5 0,0 4 0,-2 5 0,1 2 0,1-3-527,3-11 1,1-1 0,0 1 0,0 2 526,-5 15 0,0 3 0,0 1 0,-1-2-370,0-7 0,0-1 1,0-2-1,-1 2 370,1 3 0,0 0 0,0 0 0,-1-2 0,0-3 0,0-1 0,0-1 0,1-3-488,0 9 1,1-3 0,0-3 487,2-6 0,-1-1 0,2-6 776,1 4 1,1-7-777,3-16 0,1-3 2608,-4 30-2608,7-25 4180,0-12-4180,4-18 2914,0-6-2914,3-14 203,5-7 0,-3 1 0,2-5 1</inkml:trace>
</inkml:ink>
</file>

<file path=ppt/ink/ink7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21:52.71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595 0 24575,'-8'51'0,"-11"27"0,8-24 0,1 3-2602,-6 8 1,-2 6 2601,3 3 0,-2 7 0,2-2 0,1-12 0,0-2 0,1 4 0,-3 21 0,0 5 0,1-3 0,3-10 0,0-2 0,1 0 0,1-3 0,1 0 0,-1 1-683,1 1 1,0 1 0,0 2 682,-1 7 0,1 2 0,-1-1 0,1-8 0,1-2 0,-2 3 0,-2 16 0,-2 3 0,1-6 0,1-23 0,1-5 0,-1 0 99,-3 3 1,0 0-1,1-5-99,1 1 0,0-4-236,-3 2 1,2-1 235,4-7 0,2-2 0,-1-6 0,0 1 0,2 9 0,2-1 0,0 14 2060,2 6-2060,3-47 3003,0-12-3003,0-5 1646,0-5-1646,3 5 714,-2 1-714,3 8 0,-1-2 0,-2-2 0,2-12 0,-3-3 0</inkml:trace>
</inkml:ink>
</file>

<file path=ppt/ink/ink7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23:00.35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734 1 24575,'-6'6'0,"3"-7"0,-25 25 0,10-10 0,-12 12 0,7 1 0,-3 7 0,-1 2 0,-4 5 0,0-2 0,-3-1 0,2-3 0,-8 6 0,4-5 0,-10 9 0,14-16 0,-12 18 0,15-24 0,-8 17 0,10-16 0,0 2 0,7-6 0,2-1 0,6-7 0,1 2 0,3-5 0,-3 5 0,2-2 0,-2 0 0,7-1 0,-3-7 0,6 3 0,-6-3 0,7 4 0,-7-4 0,9 3 0,-1-2 0,40 19 0,-4-5 0,47 14 0,-3-5 0,3-7 0,-6 3 0,-28-12 0,-17-1 0,-14-7 0,-12 3 0,-3-3 0,-4 4 0,0 7 0,-7 1 0,2 10 0,-10 5 0,3 4 0,-3 3 0,-4 4 0,0 1 0,-5 3 0,5 0 0,-3 0 0,2 0 0,0 4 0,2-3 0,2-1 0,1-5 0,-1-2 0,5-4 0,-4-1 0,6-3 0,-2-7 0,7 1 0,1-9 0,3 3 0,0-7 0,3-4 0,8 2 0,15-5 0,13 6 0,24-3 0,-13-4 0,1 0 0,-25-4 0,-7 0 0,-7 0 0,-1 0 0,0 0 0,1 0 0,-1 0 0,0 0 0,-3 0 0,-1 0 0,1 0 0,0 0 0,-4 0 0,-1 0 0</inkml:trace>
</inkml:ink>
</file>

<file path=ppt/ink/ink7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23:02.28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0 127 24575,'5'8'0,"15"23"0,-9-7 0,11 21 0,-8-18 0,-6-7 0,0-13 0,-5-11 0,4-21 0,-2-4 0,10-12 0,0 6 0,1 2 0,9 2 0,-5 4 0,10 1 0,-10 10 0,-1 2 0,-8 10 0,-4 0 0,4 4 0,4 0 0,-2 0 0,5 0 0,-10 4 0,6 0 0,2 14 0,6 6 0,2 11 0,2 3 0,-3 1 0,0 6 0,-7-9 0,-2 2 0,-6-18 0,-4-6 0,-1-10 0,-3 0 0</inkml:trace>
</inkml:ink>
</file>

<file path=ppt/ink/ink7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22:48.88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0 24575,'4'15'0,"7"42"0,-2 2 0,5 20 0,-9-18 0,-2 2-814,-1-13 0,0 1 814,0 20 0,-1 2 0,-1-10 0,0-1 0,3 2 0,-1-1 0,-1-9 0,0 0 0,3 6 0,0-2 248,0 35-248,0-5 0,3-6 0,-3-16 0,1-18 0,1 6 0,-5-24 0,6 11 1224,-6-18-1224,2-7 156,0-9-156,-2-7 0,3-7 0,-4-22 0,6-14 0,0-5 0,1 13 0,-4 19 0</inkml:trace>
</inkml:ink>
</file>

<file path=ppt/ink/ink7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22:49.88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23 24575,'11'-4'0,"38"-3"0,16 3 0,6 2 0,5 0-2570,-11 0 0,3 1 2570,0 3 0,6 2 0,-5-1 0,10-2 0,-4 1 481,8 3 1,-4-1-482,17-4 957,-47 0-957,-25 0 0,-20 4 0,3-3 2683,-6 5-2683,2 2 537,-13 11-537,1 1 0,-17 14 0,2 1 0,-10 7 0,2 4 0,-15 7 0,6-2 0,-16 7 0,7-5 0,6 1 0,7-4 0,10-4 0,8-4 0,7-7 0,-2-1 0,12-3 0,-8 0 0,9-7 0,-2 1 0,6-15 0,1 3 0,7-8 0,1 2 0,10 1 0,2 0 0,10-4 0,7 3 0,5-6 0,11 6 0,0-7 0,0 4 0,-7-4 0,-12 0 0,-12 0 0,-11 0 0,0-7 0,0 2 0,4-6 0,11-3 0,-16 8 0,3-4 0</inkml:trace>
</inkml:ink>
</file>

<file path=ppt/ink/ink7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22:50.53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266 12 24575,'-19'-8'0,"-4"4"0,-8 9 0,-4 6 0,-10 11 0,12-1 0,-4 16 0,17 1 0,5 9 0,7 7 0,8 0 0,13 1 0,10 6 0,16 2 0,1-7 0,11 2 0,-8-14 0,0-1 0,-10-9 0,-10-4 0,-4-6 0,-1 9 0,-2-5 0,6 13 0,-3-2 0,1 1 0,-5 11 0,-4-17 0,-7 17 0,-4-15 0,-8 9 0,-10-2 0,-13 0 0,-5-8 0,-6-9 0,0-11 0,3-3 0,-3-8 0,7-1 0,5-3 0,10 0 0,6 0 0,9-3 0,-5-5 0,8 0 0,-8-13 0,9 4 0,-2-13 0,10 13 0,-6 3 0,6 11 0</inkml:trace>
</inkml:ink>
</file>

<file path=ppt/ink/ink7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22:51.12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105 16 8191,'-24'-8'0,"5"1"5063,8 10-5063,0 8 2818,-1 6-2818,0 9 1719,1 5-1719,6 7 6784,5 5-6784,8 7 0,7 0 0,8 7 0,14 4 0,3 5 0,15 3 0,-14-17-840,13 9 0,4 1 840,3 1 0,-5 0 0,0 0 0,-3 0 0,-18-12 0,-6-3 0,-21-20 0,-1 5 0,-17 1 1680,-6-1-1680,-18 4 0,-6-3 0,-9-2 0,5-1 0,-5-8 0,10-4 0,-6-4 0,13-7 0,2-1 0,14-7 0,2 0 0,5-3 0,-2-1 0,7-7 0,-3-1 0,6-3 0,-2 3 0,3 4 0,0 5 0</inkml:trace>
</inkml:ink>
</file>

<file path=ppt/ink/ink7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22:52.16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61 24575,'12'0'0,"2"-3"0,5-1 0,14-1 0,21-1 0,11 2 0,11-4 0,-3 0 0,-12 1 0,-5-1 0,-21 4 0,-2 1 0,-13 3 0,1 0 0,-1 0 0,6 0 0,1 0 0,3 3 0,7 1 0,-5 1 0,6 1 0,-18-1 0,-6-1 0,-11-1 0</inkml:trace>
</inkml:ink>
</file>

<file path=ppt/ink/ink7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22:52.57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0 8191,'27'5'0,"-1"1"5063,4-1-5063,5 2 2818,10 1-2818,26 0 0,20-4 588,-32 0 1,3-1-589,-5-3 0,0 1 0,2 1 0,-4-1 6516,23-4-6516,-8-1 0,-34-1 0,-11 2 0,-18 3 0</inkml:trace>
</inkml:ink>
</file>

<file path=ppt/ink/ink7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23:04.62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1 669 24575,'8'-4'0,"2"3"0,1-9 0,5-1 0,14-12 0,5-11 0,7-1 0,0-13 0,3 1 0,-10-6 0,-1 0 0,-8 0 0,-10 3 0,-2 1 0,-6 7 0,-1 1 0,-2 13 0,-2 3 0,-3 10 0,3-1 0,-2 5 0,2 0 0,-3 3 0,0 7 0,0 23 0,0 4 0,0 26 0,0 2 0,4 8 0,3-6 0,5 2 0,3-17 0,4 0 0,0-3 0,4-10 0,3-1 0,5-5 0,0-9 0,3 1 0,-4-10 0,-3 0 0,-8-4 0,-4 0 0,-4 0 0,0 0 0,8-4 0,-3 0 0,6 0 0,-6-6 0,6 5 0,-6-13 0,6 5 0,-3-8 0,0 5 0,-7 4 0,-5 5 0</inkml:trace>
</inkml:ink>
</file>

<file path=ppt/ink/ink7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23:05.28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39 24575,'11'-5'0,"11"-1"0,9 2 0,12-4 0,-1 4 0,-11-3 0,-9 6 0,-11-2 0,-4 3 0,1 0 0,0 0 0,-4 0 0,-1 0 0</inkml:trace>
</inkml:ink>
</file>

<file path=ppt/ink/ink7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23:05.62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76 24575,'12'0'0,"-1"0"0,-4 0 0,4-3 0,5-1 0,6-4 0,2 0 0,5-3 0,-2 0 0,0-5 0,-11 8 0,-5 1 0</inkml:trace>
</inkml:ink>
</file>

<file path=ppt/ink/ink7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23:05.94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 24575,'4'11'0,"3"11"0,-3 6 0,7 17 0,-3 2 0,3 4 0,-3-2 0,0-3 0,-4-10 0,-1-2 0,-3-18 0,0-2 0,0-9 0,0-2 0</inkml:trace>
</inkml:ink>
</file>

<file path=ppt/ink/ink7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23:09.12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4053 0 24575,'10'19'0,"9"14"0,26 26 0,10 16 0,-20-26 0,4 5-1334,13 21 0,2 3 1334,-6-6 0,1 4-655,-5-5 0,2 5 1,-4-3 654,5 8 0,-3 2 0,-8-5 0,-1 7 0,-4-7 0,-3-3 0,-3-3 0,1 20 0,-9 2 0,-15-10 0,-7-3 0,-1-15 0,-4 0-465,-6-1 1,-4 3-1,-2-3 465,-8 9 0,-4-1 0,0-9 0,-4 3 0,-1-3-565,1-6 1,0-1 0,-3-1 564,-4 5 0,-1-1 0,-1-3 0,-14 10 0,-4-4 0,7-11 0,-5 1 0,2-5 0,-7-1 0,-4-2 0,-5 4 0,-7 4 0,0-6-241,10-11 1,1-3 0,-4-2 240,-12 5 0,-5 0 0,-3-4-349,18-7 0,-4-3 0,0-1 0,-1-2 349,0-2 0,-1-1 0,-2-2 0,-3 1-568,3 0 0,-3 1 0,-3 0 0,2-1 1,2 0 567,-9-1 0,2 0 0,1-1 0,-4 2 0,7 0 0,-4 1 0,0 1 0,4-1 0,7-2-136,-10 0 0,9-1 0,1 0 136,-4 2 0,2 1 0,8-1 574,7-1 1,8 0-575,-33 8 0,6 6 0,33-12 2704,9 6-2704,14-6 5573,5 6-5573,7-2 3282,3 0-3282,-5 9 375,4-5-375,-2 14 0,1 0 0,2 5 0,4 7 0,2 3 0,16 2 0,13 2 0,27 10 0,19-13 0,-11-17 0,8-3-1383,14-5 1,5-4 1382,10 1 0,5-3 0,-19-7 0,4-2 0,-1-1 0,-3-4 0,-1-2 0,5-2 0,19 1 0,4-1 0,-1-1-1132,-12-1 1,-1-1-1,-1-2 1132,4-3 0,0-2 0,-6 0 0,3 1 0,-9-2 0,-23-3 0,-9-1 0,0-1 0,-23 7 0,-15-2 2235,0 5-2235,1-6 3925,10-1-3925,-1 0 0,5-6 0,-7 5 0,-3 2 0,2 0 0,-2 3 0,0-1 0,-5-1 0,0 5 0,1-9 0,7 1 0,4-9 0,1-2 0,2-2 0,-6 2 0,-1 2 0,-4 2 0,-7 5 0,3 3 0,-3 5 0,0 6 0,3 5 0,-6 4 0,2 3 0,-3 4 0,0-3 0,0-1 0,0 3 0,-3-1 0,2-1 0,-6 2 0,6-10 0,-6 0 0,3-8 0,-10-18 0,-3-6 0,-2-11 0,3 5 0,5 11 0,7 1 0,7 9 0,19-5 0,17 6 0,18 0 0,15 5 0,11 3 0,-4 0 0,-11 7 0,-30-6 0,-17 6 0,-13-3 0,-4 7 0,-4 15 0,-15 13 0,-2 8 0,-9-1 0,-4 3 0,2-13 0,-6 2 0,3-15 0,7-4 0,5-11 0,8-1 0,3-7 0,1 0 0,-1 0 0,-3-3 0,-4-1 0,-2-1 0,-1-1 0,-1 1 0,-1 1 0,1-3 0,3 0 0,5 2 0,7-2 0,0 7 0</inkml:trace>
</inkml:ink>
</file>

<file path=ppt/ink/ink7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23:10.79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37 1 24575,'-4'26'0,"-3"8"0,-2 34 0,-2 11 0,8-19 0,2 4-1095,0 9 0,2 1 1095,2-3 0,1-1 0,2 5 0,3-3-90,5-13 0,2-1 90,2-2 0,4 1 0,11 15 0,3 1-702,2-4 1,2 0 701,4 2 0,2-2 0,-3-8 0,2-3 0,-2-11 0,0-4-152,-5-5 1,-1-3 151,37 22 1451,-30-25-1451,-11-14 0,-19-15 0,-3-13 695,4-9-695,8-9 1558,4-13-1558,-7 19 0,-6 1 0,-10 18 0</inkml:trace>
</inkml:ink>
</file>

<file path=ppt/ink/ink7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23:11.79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 24575,'20'36'0,"9"9"0,3 4 0,15 9 0,-8-4 0,5-1-559,1-18 1,2-5 558,-2 1 0,3-3-500,19-1 0,3-4 500,-16-5 0,0-4 0,11-4 0,-3-6 508,11-15-508,-8 0 0,-36-13 0,8-36 0,-3-7-708,-9 2 708,11-10 0,-5 3 516,-23 30-516,0 8 1033,-5 14-1033,1 10 0,0 6 0,7 18 0,7 17 0,13 26 0,-3 11 0,9 18 0,-17-5 314,-2 8-314,-17-2 0,-10-36 0,-5-1 0,-23 35 0,9-40 0,-3-1 0,-30 31 0,-5-15 0,1 4 0,0-17 0,14-9 0,6-11 0,21-15 0,6-5 0,10-7 0,0 0 454,1 0-454,2-4 0,2 0 0,6-7 0,15-4 0,10-4 0,32-13 0,-30 18 0,9-5 0</inkml:trace>
</inkml:ink>
</file>

<file path=ppt/ink/ink7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23:12.68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 24575,'11'7'0,"7"28"0,2 4 0,10 36 0,-10-15 0,9 8 0,-12-15 0,4-6 0,-12-8 0,-2-16 0,-4-12 0,1-11 0,4-4 0,13-7 0,-13 6 0,8-2 0</inkml:trace>
</inkml:ink>
</file>

<file path=ppt/ink/ink7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23:13.16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1 129 24575,'12'0'0,"-5"-3"0,0 2 0,-3-2 0,4 3 0,6-4 0,2 3 0,13-5 0,3 5 0,12-9 0,-1 1 0,3-3 0,-1-2 0,-10 6 0,-8-3 0,-9 6 0,-4-8 0,5 4 0,-5-3 0,-1 5 0</inkml:trace>
</inkml:ink>
</file>

<file path=ppt/ink/ink7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23:15.07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0 24575,'0'12'0,"7"13"0,-2-14 0,6 27 0,-1-19 0,-1 21 0,5-11 0,1 12 0,-2-12 0,5 11 0,-6-9 0,6 8 0,5-4 0,4 2 0,0-9 0,2 2 0,2-7 0,-3-3 0,1-5 0,-10-7 0,0-1 0,-7-6 0,2 2 0,1-3 0,5 0 0,6 0 0,-3-7 0,10 2 0,-2-9 0,1 2 0,1-10 0,-6-8 0,-1-2 0,1-12 0,-5 5 0,-2 1 0,-5-3 0,-1 13 0,-5-1 0,-2 9 0,-3 2 0,-1 9 0,1 6 0,7 14 0,1 2 0,17 30 0,-1-2 0,14 24 0,-8 3 0,0-1 0,-6 13 0,-1-5 0,-3 3 0,-1 8 0,-4-7 0,0 8 0,-4-3 0,-6-7 0,-3-7 0,-6 1 0,-3-19 0,-1 8 0,-11-10 0,2-3 0,-5-5 0,-1-8 0,3-10 0,-7-5 0,0-8 0,-4-7 0,-7 3 0,-8-6 0,5-1 0,-4-1 0,14-3 0,4 4 0,4 0 0,7 0 0,1 0 0,3 0 0,1 0 0,-1-3 0,4 2 0,0-2 0</inkml:trace>
</inkml:ink>
</file>

<file path=ppt/ink/ink7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23:16.66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 24575,'17'26'0,"14"19"0,5 8 0,-6-14 0,1 3-1202,-2 0 0,1 1 1202,20 24 0,1 3 0,-13-14 0,-1 1 0,7 12 0,-3 0 0,-15-13 0,-5-1 0,-2 0 0,-2 1 0,-5 2 0,-3 0-26,0-5 1,-2-1 25,-4 8 0,-2 0 0,1-7 0,0-1 0,-2 47 0,-7-10 415,-3-15-415,-3-2 0,-3 1 0,8-20 0,-3-10 1188,6-16-1188,-2-12 665,3-12-665,-4-6 187,-3-1-187,6-4 0,-5-3 0,9 6 0,-2-2 0</inkml:trace>
</inkml:ink>
</file>

<file path=ppt/ink/ink7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23:22.75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 24575,'22'3'0,"2"5"0,6 7 0,4 15 0,-6 6 0,4 13 0,-8 9 0,2 0 0,0 17 0,-5 3 0,0 14-349,-12-41 1,-2 2 348,-1 1 0,-1 0 0,1 0 0,-1 1 0,-2 5 0,-1 1 0,2 0 0,2 0 0,-3 1 0,2 1 0,5 2 0,2-1 0,-3-5 0,2-1 0,3-3 0,-1-2 0,7 38 0,4-22 0,-12-23 0,3-15 0,-11-9 0,3-10 0,-3-1 697,3 0-697,1 1 0,0 3 0,-1 1 0,1-8 0,-4 3 0,3-11 0,4 4 0,8-4 0,-5 0 0,-1 0 0</inkml:trace>
</inkml:ink>
</file>

<file path=ppt/ink/ink7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23:23.78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0 24575,'23'11'0,"9"15"0,-11-1 0,9 27 0,1 10 0,-3 10 0,-11-25 0,0 2 0,9 41 0,-13-40 0,-2 1-489,-1 0 0,0 0 489,1 4 0,0 1 0,-2 1 0,1 3 0,3 11 0,1 2 0,0-7 0,0 1 0,-1 4 0,2 0 0,0-6 0,1-2 0,-4-7 0,0-2 0,0-2 0,0-2 0,10 30 0,-6-12 0,-1-17 0,-4-12 0,-3-17 0,-4-11 978,-1-3-978,1-4 0,-3 3 0,5-6 0,-5 6 0,3-6 0,-4 2 0</inkml:trace>
</inkml:ink>
</file>

<file path=ppt/ink/ink7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23:28.03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1 770 24575,'12'0'0,"5"-3"0,-4-5 0,16-7 0,-1-8 0,16-11 0,-1-11 0,6-6 0,-7-5 0,-4 6 0,-1-2 0,-5 2 0,1 4 0,-2-6 0,-1 9 0,-3 1 0,-4 2 0,-8 12 0,-1-5 0,-9 13 0,5-2 0,-5 10 0,-1-2 0,3 5 0,-7-2 0,4 4 0,-4 6 0,3-2 0,1 24 0,4 15 0,3 23 0,-3 9 0,7-3 0,-2-7 0,3-10 0,0-9 0,-1-12 0,-3-12 0,-1-4 0,-3-3 0,-1-4 0,1 0 0,0-4 0,-1 3 0,1-2 0,-4 6 0,3-7 0,-6 7 0,5-6 0,-1 3 0,2 2 0,1-4 0,-4 8 0,3-5 0,-7 2 0,7 1 0,-6 0 0,6-4 0,-6 3 0,9 0 0,5 12 0,5 2 0,3-2 0,-8-4 0,-4-7 0,-3-4 0,-1-1 0,-3 1 0,3-3 0,-3 2 0,1-3 0,-2 0 0</inkml:trace>
</inkml:ink>
</file>

<file path=ppt/ink/ink7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23:31.56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0 24575,'12'0'0,"2"0"0,1 7 0,8 5 0,7 8 0,2 9 0,8 3 0,-5 0 0,0-9 0,-5-5 0,-8-13 0,-6 2 0,2-7 0,-6 0 0,3 0 0,4 0 0,0 0 0,4 0 0,-1 3 0,1-2 0,0 2 0,-4 1 0,0 0 0,-7 0 0,-1 0 0,-4-4 0,1 0 0,-4 0 0,-1 0 0</inkml:trace>
</inkml:ink>
</file>

<file path=ppt/ink/ink7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23:32.21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 24575,'12'7'0,"6"18"0,-9-3 0,5 19 0,-9-9 0,-2 5 0,-3-9 0,0-1 0,0-12 0,0-10 0,7-26 0,-2-2 0,9-18 0,-2 14 0,0 5 0,2 3 0,-2 4 0,3 0 0,0 3 0,0 1 0,-3 7 0,-1 0 0,3 4 0,2 7 0,4 2 0,2 6 0,-3 7 0,4 2 0,-4 10 0,-4-2 0,-7-1 0,-5-8 0,1-4 0,-3-7 0,2-1 0,-6-7 0,-2-1 0,-2 1 0,-1 0 0,0 0 0,1 0 0,2-4 0,2 0 0</inkml:trace>
</inkml:ink>
</file>

<file path=ppt/ink/ink7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23:39.61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0 24575,'37'68'0,"-23"-39"0,4 23 0,5 19 0,-4-3-3307,-7-7 1,-2 4 3306,3 8 0,2 13 0,-1 3 0,-1-5 0,0 1 0,-3-3 0,1 4 0,0-3 0,-1 6 0,0 0 0,0-4 0,1 11 0,-1-3 0,0-4 0,-1-15 0,-1-3 0,-1-2 0,3 24 0,-3-10 1925,1 6-1925,0-26 1060,-4-22-1060,-1-29 0,-3-9 0,4-28 907,-4 10 0,4-7 0,-4 15 0</inkml:trace>
</inkml:ink>
</file>

<file path=ppt/ink/ink7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23:40.64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30 24575,'7'-4'0,"1"-3"0,-1 7 0,1-4 0,3 1 0,7 2 0,6-6 0,16 6 0,10-2 0,12 10 0,13 1 0,3 16 0,2 0 0,-13 9 0,-18-6 0,-16 0 0,-13 2 0,-9 3 0,-4 13 0,-7-1 0,-7 9 0,-1-3 0,-14 4 0,-2-1 0,-11 4 0,7-12 0,-5 3 0,9-20 0,1-2 0,11-10 0,5-5 0,14 3 0,18 9 0,8 6 0,38 16 0,-5-6 0,8 12 0,-16-4 0,-17-3 0,-11 8 0,-7-5 0,-11 3 0,-9 0 0,-14-4 0,-5-3 0,-14-2 0,-2-6 0,-6-4 0,0-11 0,-4-6 0,2-9 0,-5-2 0,-1-6 0,3-5 0,1 0 0,8-7 0,6 3 0,5 1 0,5 0 0,6 3 0,4 0 0,4 1 0,4-1 0,-3-3 0,9-4 0,-4 3 0,5 1 0,-3 7 0</inkml:trace>
</inkml:ink>
</file>

<file path=ppt/ink/ink7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23:42.57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1 486 24575,'0'-19'0,"0"4"0,0-3 0,0 2 0,0-7 0,0-6 0,3 1 0,1-6 0,4 1 0,-1 1 0,4-5 0,1 6 0,3 1 0,4 4 0,0 3 0,4 4 0,-3 0 0,1 7 0,-5 1 0,6 0 0,-6 6 0,6-5 0,-6 9 0,3-2 0,-7 3 0,2 0 0,5 7 0,8 5 0,17 14 0,3 2 0,13 10 0,8 0 0,-2 2 0,6-5 0,7-4-631,13-3 631,-2-6 0,0 2 0,-2-12 0,-19-1 0,20-7 0,-27-4 0,-2-8 0,-15-10 0,-7-6 0,-7-6 0,-5-4 631,-7 3-631,-4 4 0,-4 5 0,-6 10 0,1 8 0,-5 2 0,2 5 0</inkml:trace>
</inkml:ink>
</file>

<file path=ppt/ink/ink7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23:43.31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54 24575,'8'-8'0,"0"4"0,9-3 0,10 3 0,29 0 0,15 1 0,-10 2 0,6 2-1268,8-1 1,5 0 1267,18 0 0,1 0 0,-15 0 0,-1 0-679,6 0 1,-4 0 678,-25 0 0,-3 0 0,-3-4 0,-4 1 0,14 1 0,-34-8 0,-19 9 0,-8-2 0</inkml:trace>
</inkml:ink>
</file>

<file path=ppt/ink/ink7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23:46.08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976 158 24575,'-12'-3'0,"-2"2"0,2-2 0,-7 3 0,0 0 0,-8 0 0,0 3 0,-7 1 0,-1 4 0,0-4 0,0 7 0,1-3 0,3 7 0,-3 1 0,-1 3 0,0 4 0,-3 1 0,0 5 0,-8 2 0,3 4 0,-10 7 0,-1 4 0,6 1 0,0-1 0,13-1 0,4-5 0,5 2 0,6-1 0,5-5 0,3 2 0,5-7 0,-1 3 0,4-6 0,-3 9 0,6-9 0,-2 9 0,3-5 0,3 2 0,1-3 0,4-4 0,-1-4 0,4-1 0,-2-5 0,9 12 0,-6-8 0,10 12 0,-3-9 0,4 3 0,0-1 0,0-5 0,0 1 0,-1-7 0,8 1 0,-2-1 0,9-3 0,4 2 0,2-2 0,3 0 0,-5-1 0,-3-3 0,-4-4 0,3 0 0,-5-1 0,1-2 0,-2 2 0,-1-3 0,0-6 0,1 1 0,2-10 0,5-3 0,1-2 0,-1-7 0,3 1 0,-13 3 0,12-10 0,-9 8 0,4-8 0,-5 3 0,-4-1 0,4-6 0,-9 2 0,11 1 0,-12-3 0,6 2 0,4-10 0,-6 6 0,6-3 0,-11 5 0,0 3 0,-1-4 0,-5-3 0,4 2 0,-5-6 0,0 3 0,-1-4 0,-7 1 0,0 3 0,-4 4 0,0 4 0,0 0 0,0 7 0,0 0 0,0 9 0,0 3 0,-4-1 0,3 1 0,-6 0 0,3 3 0,0-2 0,-3 2 0,3-3 0,-4 3 0,4 1 0,0 4 0,1 2 0,2-1 0,-6 5 0,3-9 0,-7 1 0,-4-6 0,-2 0 0,-5-4 0,6 3 0,-3 1 0,-3-2 0,5 7 0,-2-4 0,5 6 0,2 4 0,-4-3 0,-2 3 0,-2 0 0,0-3 0,1 6 0,4-2 0,3 3 0,4 0 0,5 0 0</inkml:trace>
</inkml:ink>
</file>

<file path=ppt/ink/ink7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24:02.26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0 24575,'8'67'0,"2"-5"0,0 5 0,-4 0 0,-1 7-2751,1 12 0,0 9 1,-1 1 2750,-3-7 0,-1 1 0,-1 3 0,1-7 0,-1 3 0,-1 2 0,1 0 0,0 2 0,0 1 0,0-1 0,0-1 0,0-8 0,0-1 0,0-1 0,0-1 0,2 21 0,-1-2 0,1-7 383,0 9 1,1-10-384,3-22 0,0-8 1565,3 15-1565,-2-23 0,0-17 0,-6-21 4283,2-2-4283,-3-13 0,0 2 0,0-6 0</inkml:trace>
</inkml:ink>
</file>

<file path=ppt/ink/ink7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24:03.44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28 23875,'57'-11'0,"10"3"0,17 1 0,-27 6 0,5 1-1329,8 0 1,3 0 1328,0 3 0,1 2 0,2 3 0,-4 1-39,-15 0 0,-2 2 39,4 3 0,-4 0 800,18 10-800,-6 3 156,-40-4-156,-9 3 1515,-11 8-1515,-3 12 964,-4 12-964,-7 8 0,-9 10 0,-3-6 0,-11 6 0,-2-17 0,-3-3 0,-6-13 0,2-5 0,-4-4 0,8-10 0,5 2 0,18-13 0,-2-2 0,13-4 0,1-3 0,8 14 0,3 6 0,8 11 0,-3 7 0,3 4 0,-11-3 0,-1 2 0,-11 0 0,-14 2 0,-3 7 0,-20 0 0,2-4 0,-4-4 0,-2-11 0,6-5 0,-6-10 0,2-1 0,7-11 0,10-1 0,11-7 0,4 0 0,2 0 0,-2-3 0,4-2 0,-1-6 0,4 3 0,0-3 0,4 7 0,0 0 0</inkml:trace>
</inkml:ink>
</file>

<file path=ppt/ink/ink7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24:05.49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4 24575,'22'-3'0,"11"2"0,16 1 0,17 8 0,-17 4 0,4 3-336,2 2 0,2 2 336,4 8 0,-1 1-362,-2-1 1,-3 1 361,-8 0 0,-3 1 0,25 22-185,-13-5 185,-18-1 0,-4 1 0,-4 4 479,0 14-479,1-4 0,-1 15 0,-3-9 902,-4-3-902,-5-14 199,-6-15-199,-1-11 0,-3-7 0,-4-9 0,-1-3 0</inkml:trace>
</inkml:ink>
</file>

<file path=ppt/ink/ink7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24:06.40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1 155 24575,'19'-15'0,"0"4"0,-4 0 0,0 0 0,0 2 0,4-5 0,0 2 0,7-3 0,1-4 0,4 3 0,-8 4 0,-4 2 0,-12 13 0,-7 5 0,-4 4 0,-14 18 0,1-6 0,-13 10 0,10-6 0,-6-5 0,10-1 0,-3-9 0,7 1 0,5-6 0,17 3 0,17 8 0,26-2 0,12 5 0,15-10 0,-4-4 0,-10-5 0,-20-6 0,-18-1 0,-16-1 0,-4 2 0,-5 3 0</inkml:trace>
</inkml:ink>
</file>

<file path=ppt/ink/ink7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24:07.36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80 24575,'8'-8'0,"3"1"0,7-1 0,33 1 0,25-2-940,-26 4 0,4 2 940,15-2 0,5 0 0,4 3 0,1 0 0,-1-1 0,-1-1 0,-7 2 0,-6 0 0,14-2 453,-45 1-453,-27 3 0,-11 0 0,-2 0 0</inkml:trace>
</inkml:ink>
</file>

<file path=ppt/ink/ink7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24:07.76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31 24575,'12'0'0,"2"0"0,5 0 0,14 0 0,14 0 0,23-3 0,8 2 0,16-2 0,2-1 0,-15 0 0,-16-4 0,-35 4 0,-17 1 0</inkml:trace>
</inkml:ink>
</file>

<file path=ppt/ink/ink7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24:11.47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16 0 24575,'4'42'0,"-4"18"0,7-6 0,-6 33 0,2-11 0,-3 6 0,0 3 0,-3-14 0,2-5 0,-6-6 0,3-14 0,0-14 0,0-3 0,1-21 0,2-1 0,-2-7 0</inkml:trace>
</inkml:ink>
</file>

<file path=ppt/ink/ink7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24:11.83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76 24575,'31'-8'0,"22"1"0,-11-1 0,18-3 0,-18 3 0,-1-7 0,-20 10 0,-3-5 0,-15 9 0,-3-2 0</inkml:trace>
</inkml:ink>
</file>

<file path=ppt/ink/ink7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24:12.25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62 1 24575,'-3'15'0,"-5"4"0,-4 7 0,0 3 0,-2 12 0,9 1 0,-2 2 0,14 25 0,11-8 0,13 19 0,15-11 0,10-7 0,-8-19 0,24-3 0,-19-26 0,11 0 0,-15-21 0,-7-12 0,-5-8 0,-5-11 0,-6-7 0,-8 9 0,-6-5 0,-1 11 0,-3 0 0,-4 3 0,3 0 0,-3 5 0,7-4 0,-3-5 0,3 14 0,-7 0 0,0 17 0</inkml:trace>
</inkml:ink>
</file>

<file path=ppt/ink/ink7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24:12.66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 24575,'7'25'0,"4"17"0,1 31 0,-4-15 0,-1 3-1134,1-2 1,-1 1 1133,-1 12 0,0 3 0,5 0 0,0-1 0,-2-10 0,0-1 0,3 2 0,0-2 726,3 28-726,-8-18 0,0-15 374,-6-12-374,2-19 0,-3-5 0,0-13 0,0-3 0</inkml:trace>
</inkml:ink>
</file>

<file path=ppt/ink/ink7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24:13.00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91 24575,'26'-4'0,"8"-6"0,11 5 0,20-9 0,4 5 0,7-5 0,-7 6 0,-15-7 0,-16 10 0,-20-2 0,-11 7 0</inkml:trace>
</inkml:ink>
</file>

<file path=ppt/ink/ink7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24:13.43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0 110 22892,'0'28'0,"10"11"823,0-13-823,15 21 283,2-13-283,14 17 142,12-11-142,2 6 435,5-11-435,-4-8 0,2-9 0,-4-6 0,-2-4 0,-17-5 0,-9-3 0,-15-3 0,-7-5 0,-1-20 0,1-12 0,1-20 0,-9 5 0,2-8 0,-8 16 0,6-2 0,-4 11 0,1 5 0,-1 2 0,-3 8 0,2 4 0,-2 8 0,3 4 0,1 2 0,2 2 0,2 3 0</inkml:trace>
</inkml:ink>
</file>

<file path=ppt/ink/ink7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24:25.23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 24575,'8'21'0,"3"11"0,6 33 0,12 14 0,-10-34 0,3 4-1042,16 18 1,6 0 1041,-5-12 0,3-1 0,11 9 0,5-3 0,1-15 0,-1-7 0,11 4 0,-1-21 0,23 0 0,1-2 0,-18-6 0,-23-6 0,0-2 0,20 4 0,15 2 0,-2-2 0,-20-10 0,-1-27 358,8-21-358,-14-8 0,-7-12 0,-12 10 0,-5-13 0,-13 23 0,2-13 0,-7 19 0,-6 8 1571,-3 13-1571,-6 18 0,0 8 0,7 29 154,5 14-154,9 31 0,-11-21 0,0 1-591,-1-5 1,-2 2 590,0 19 0,-3 1 0,-1-8 0,-2 0 0,-1 13 0,-3 3-1033,-1 0 1,-4 1 1032,-6 9 0,-3-1 0,0-10 0,-4-1 0,-5 5 0,-5-5 0,0-17 0,-2-5-151,1-1 0,-2-5 151,-34 20 0,31-34 0,-46-2 0,-4-7 0,35-19 0,-31 12 0,7-6 0,52-22 1036,2-10-1036,13 7 2152,-1 0-2152,6 5 360,0-1-360,-7 0 0,3-10 0,-4-2 0,4-10 0,5-5 0,10-3 0,8-4 0,5 3 0,-4 15 0,-6 7 0</inkml:trace>
</inkml:ink>
</file>

<file path=ppt/ink/ink7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24:30.36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243 0 8191,'4'83'0,"-1"-25"0,-2 0 4335,-11 26-4335,1-14 0,-2 2 0,-4-14 0,-3 0 830,-4 9 1,0 2-831,3 13 0,0 0 0,0-18 0,1 2 0,5 6 0,1 6 0,3-4 0,0 4 0,2-1 0,-4 19 0,4 0 0,9-20 0,6-4 0,2-7 0,6 1 0,19 25 0,8 0 0,-2-16 0,4-2 0,8 10 0,1-6 0,-14-28 0,-1-6 1953,21 16-1953,-18-24 5966,-12-19-5966,-11-9 762,-11-12-762,5-12 1707,6-10-1707,9-5 0,19-9 0,4 7 0,25-9 0,-28 17 0,-4 4 0,-38 18 0</inkml:trace>
</inkml:ink>
</file>

<file path=ppt/ink/ink7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24:27.25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0 24575,'4'22'0,"6"26"0,-8 26 0,4 10 0,-6 6 0,4-28 0,-3 5 0,2-25 0,-3-1 0,0-23 0,0-7 0,3-6 0,1 2 0,1-7 0,-2 4 0</inkml:trace>
</inkml:ink>
</file>

<file path=ppt/ink/ink7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24:28.09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 24575,'37'0'0,"9"3"0,23-2 0,5 6 0,-21-7 0,2 1 0,37 2 0,-32-3 0,-2 0 0,16 0 0,13 0 0,-42 0 0,-7 0 0,-20 0 0,-15 0 0</inkml:trace>
</inkml:ink>
</file>

<file path=ppt/ink/ink7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24:28.86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0 24575,'15'7'0,"3"12"0,5 13 0,14 17 0,3 2 0,27 10 0,-13-17 0,-10-17 0,3-3 0,19 1 0,9-2 0,-30-17 0,-18-6 0,-10-3 0,-5-4 0,0-5 0,2-3 0,-5 3 0,-2 1 0,0 7 0,-3 4 0,4 11 0,13 29 0,3 13 0,11 30 0,2 5 0,-13 6 0,-2-5 0,-14-7 0,-17-2 0,-9-11 0,-21 7 0,-10-15 0,15-25 0,-3-2 0,-28 12 0,-6 2 0,20-25 0,6-8 0,14-7 0,4-5 0,12-3 0,4 0 0,3 0 0,0 0 0,1-6 0,-4 0 0,2-8 0,-2-1 0,7 6 0,0-1 0</inkml:trace>
</inkml:ink>
</file>

<file path=ppt/ink/ink7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24:29.66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 24575,'24'28'0,"12"15"0,22 37-1285,-24-32 0,-1 2 1285,-1 3 0,0 2 0,1 8 0,0 2 0,-2 6 0,-2 1 0,-4-8 0,-1 4-674,2 27 0,-5 2 674,-9-20 0,-4-1 0,4 11 0,-5 0 0,-8-11 0,-4-1 16,1-6 0,-2-1-16,-5-8 0,-2-1 0,1 6 0,-1-4 0,-11 18 0,3-17 0,6-36 1151,4-15-1151,-4-15 428,-11-17 1,10 13-1,-4-12 1</inkml:trace>
</inkml:ink>
</file>

<file path=ppt/ink/ink7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24:31.19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 24575,'52'11'0,"31"2"0,-34-3 0,7 1-1176,11-3 0,9 0 1,-4 1 1175,2 4 0,-1-1 0,21-2 0,-10 0 1102,-19 5-1102,-40-7 578,-18-1-578,-14 11 0,-5-1 0,-21 23 1847,-1-3-1847,-7 9 0,6-1 0,8-5 0,1 8 0,9-4 0,-1 5 0,13-10 0,-1 2 0,12-6 0,9 4 0,9-4 0,16-1 0,3-7 0,7-4 0,-4-7 0,-15-5 0,-13-3 0,-11-4 0,-7-1 0</inkml:trace>
</inkml:ink>
</file>

<file path=ppt/ink/ink7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27:30.35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3372 1 8191,'-89'0'0,"1"0"2052,24 0 0,-1 0-2052,12 2 0,1 0 0,-14-1 0,1 2 1327,14 0 0,1 1-1327,-48 4 0,0 0 0,19 0 0,-6 3 0,12-3 1867,4 7-1867,0 0 0,4 1 0,-7 6 6301,3 2-6301,2-4 0,-14 12 0,2 0 98,33-12 1,-1 2-99,-4 1 0,0 0 0,3 1 0,0 1 0,-7 3 0,-1 1 0,4 0 0,2 1 0,2-2 0,0 2 0,-3 3 0,1 0 0,5-4 0,0 1 0,-6 10 0,0 1 0,8-8 0,1 1 0,1 10 0,1 2 0,6-7 0,2 1 0,-7 13 0,2 1 0,5-7 0,1 1 0,-3 7 0,1 0 0,5-7 0,1 1 0,-3 5 0,0 1 0,1 1 0,0 1 0,-2 5 0,2 3-442,2 6 1,2 1 441,3-6 0,3 0 0,6 1 0,2 3 0,-2 13 0,2 0 0,7-17 0,2 1 0,-6 20 0,3 1-972,5-7 0,3-1 972,4 8 0,2 1 0,-2 0 0,3-1 0,4 0 0,2-4 0,-4-22 0,0-2-366,4 11 0,1-1 366,-2-17 0,1 0 0,1 13 0,1-1 0,12 23 0,-11-28 0,0 1 0,10 33 0,-8-37 0,0 1 0,-6-9 0,1 1 0,6 4 0,1 2 0,3 2 0,1 1 0,2 0 0,2-2 0,0-3 0,1-2 0,2-1 0,2 0 0,-1-3 0,3 0 0,7 6 0,0-1 0,-12-15 0,2 0 0,25 21 0,4-2 0,-19-22 0,1 0 0,18 16 0,2 0 0,-9-18 0,0-3-263,0 1 1,2-2 262,21 4 0,4-1-457,-1 4 1,2-1 456,9-1 0,1-2 0,-10-2 0,-1-2 0,-6-2 0,-2-1 416,-8-4 0,-1-1-416,-6-4 0,-1 0 0,-3-1 0,-2-1 0,-5-5 0,1-1 0,15 6 0,0-1 0,-14-4 0,1-1 0,16 4 0,0 0 0,-17-6 0,-1 0 0,11 4 0,0-2 0,35 1 0,-35-3 0,0-1 0,31-1 317,-39-2 1,-3 0-318,18-2 0,-9 0 1291,-21 0-1291,-13-4 2315,-12 3-2315,-6-2 1096,0 3-1096,-1 0 89,4 0-89,4 0 0,11 3 0,9 2 0,11 2 0,3 5 0,8-4 0,0 3 0,-3-7 0,-5 3 0,-18-6 0,-9 3 0,-14-1 0,-5 1 0,-3 14 0,0-8 0,3 25 0,-2-2 0,3 14 0,-1 9 0,-2-8 0,2 5 0,1-7 0,0 0 0,0-7 0,-1-5 0,-3-14 0,0-12 0,0-9 0,0-17 0,0-9 0,-3-12 0,2-6 0,-2-7 0,3 4 0,0-7 0,0 2 0,0 2 0,3 2 0,1 5 0,7 8 0,-2-1 0,8 7 0,3 3 0,7 1 0,6 6 0,-5 2 0,5 6 0,-3 1 0,8 7 0,8 0 0,10 4 0,11 9 0,-5 3 0,0 9 0,-24 2 0,-5 0 0,-13 4 0,2 4 0,-6 7 0,6 15 0,-6 6 0,12 13 0,0 5 0,3-6 0,-1-7 0,-14-11 0,-2-17 0,-10-2 0,0-15 0,-4 0 0,-7-4 0,-2-3 0,-9-1 0,1-3 0,-1 0 0,2-4 0,1-1 0,-1-3 0,5 0 0,-1 0 0,5 0 0,2 4 0,-1-3 0,1 2 0,-6-3 0,3 0 0,-10 0 0,-2 0 0,-7 0 0,-7 0 0,2 0 0,-2 0 0,3 0 0,7 0 0,2 0 0,10 0 0,1 0 0,10 4 0,2 0 0,7 0 0,-1-1 0,1 1 0,-1 0 0,1 0 0,-1 0 0,1-4 0,-4 3 0,3-2 0,-3 3 0,4-4 0,-1 3 0,1-2 0,-4 2 0,0-3 0</inkml:trace>
</inkml:ink>
</file>

<file path=ppt/ink/ink7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26:56.93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0 8191,'27'89'0,"-17"-36"0,0 1 641,2-4 1,-1 3-642,-3 13 0,-1 4 921,1 6 1,-1 2-922,-3 5 0,0 6 0,-2-2 0,0 7 0,-1-3 85,-1-10 0,0-2 1,0 4-86,-1-6 0,-1 5 0,1 0 0,0-4 0,0 6 0,1-3 0,-1 0 845,0 3 1,-1 1 0,0-6-846,2 6 0,0-7 1368,0-10 0,0-6-1368,4 26 0,0-48 0,0-19 1529,0-25-1529,-4-11 904,0-1 0,0 4 1,0 1-1</inkml:trace>
</inkml:ink>
</file>

<file path=ppt/ink/ink8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26:57.82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0 24575,'8'8'0,"16"10"0,1 16 0,17 14 0,3 24 0,11 8-720,-29-35 1,1 0 719,3 2 0,2 1 0,-1-2 0,0 0-117,0 1 1,0-1 116,27 33 0,-11-13 0,-21-31 0,-12-17 0,-12-15 0</inkml:trace>
</inkml:ink>
</file>

<file path=ppt/ink/ink8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26:58.36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0 24575,'36'0'0,"14"4"0,30 0 0,12 0 0,4 3 0,-15-6 0,-24 6 0,-28-7 0,-18 4 0</inkml:trace>
</inkml:ink>
</file>

<file path=ppt/ink/ink8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26:58.70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 24575,'16'0'0,"5"0"0,10 3 0,28 5 0,18 4 0,-18-4 0,5-1-1180,13 1 0,4 0 1180,-1-2 0,0 0 0,-2-2 0,-2-1 127,-5 0 0,-6-2-127,11-8 0,-3-1 0,-50-4 0,-12 4 0,-8 5 0</inkml:trace>
</inkml:ink>
</file>

<file path=ppt/ink/ink8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26:59.16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 24575,'14'32'0,"2"18"0,3 18 0,-6-12 0,-1 5-2284,-1-2 0,0 4 2284,3 29 0,-1 8-1181,-2-24 0,-1 2 1,-2 3 1180,0 13 0,-2 3 0,0-4 0,1-16 0,0-3 0,-2 0 135,-1 1 1,-2 1-1,1-6-135,3 4 0,-1-4-164,0-7 1,-1-2 163,2-2 0,-1-5 1675,-1 6-1675,-1-36 0,-3-28 4047,4-24-4047,-3 0 0,2 6 0,-3 15 0</inkml:trace>
</inkml:ink>
</file>

<file path=ppt/ink/ink8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26:59.88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85 24575,'48'-19'0,"1"8"0,10 1 0,27-2 0,9 3-2525,-18 3 0,3 2 1,3 0 2524,-10 1 0,1 1 0,3 0 0,-1 1 0,5 0 0,1 0 0,0 1 0,-2 2 0,22 2 0,-3 1 0,-5 0 715,-21-3 1,-4 0 0,-7 1-716,6 5 0,-23 3 0,-42-3 1205,-28 13-1205,-11-3 0,-44 24 0,22-22 0,-6 1-894,-7 7 0,-3 1 894,-18 4 0,1-1 0,23-6 0,2-1 1719,-2 3 0,4-3-1719,-7 7 0,14-1 0,30-12 0,17-4 0,14-1 2212,13 16-2212,18 7 0,36 23 0,-9-23 0,6 1-1208,-5-2 0,5 3 1208,0-2 0,7 3 0,-7-2 0,1 3 0,-6-1-10,3 1 0,-9 0 10,-7 9 0,-45-26 0,-13 2 0,-25-6 0,-12-1 2772,-9-7-2772,-23-2 24,22-9-24,-16-1 0,22-7 0,-1-5 0,3 0 0,5-2 0,7 5 0,9-5 0,3 6 0,3-3 0,5 3 0,4-3 0,7 3 0,0 0 0,4 5 0</inkml:trace>
</inkml:ink>
</file>

<file path=ppt/ink/ink8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27:00.35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36 0 24575,'-15'30'0,"6"12"0,-2 9 0,24 24 0,5-13 0,26 12 0,-8-30 0,-5-13 0,-13-21 0,-11-11 0,4-19 0,11-5 0,16-20 0,5 2 0,3-2 0,-15 7 0,-6 7 0,-16 8 0,-3 9 0,-6 6 0,0 1 0,0 3 0,0 0 0</inkml:trace>
</inkml:ink>
</file>

<file path=ppt/ink/ink8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27:00.71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0 24575,'11'29'0,"7"17"0,7 47 0,4 3-1485,-13-23 0,0 1 1485,-4-17 0,1 1 0,0 18 0,1 3 0,2-4 0,-1-2-32,-3-14 1,-1-1 31,3 2 0,-1-7 713,-1-5-713,-5-14 0,-3-20 0,-4-10 0</inkml:trace>
</inkml:ink>
</file>

<file path=ppt/ink/ink8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27:00.98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0 115 8191,'46'-16'0,"3"5"5063,-6 3-5063,5 1 2818,-3 3-2818,12 0 1719,1-3-1719,-1 3 6784,-8 0-6784,-11-3 0,-4 3 0,-7-4 0,26-3 0,-30 3 0,15 0 0,-35 5 0</inkml:trace>
</inkml:ink>
</file>

<file path=ppt/ink/ink8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27:01.55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920 1 8191,'-72'20'0,"0"0"0,-10 3 0,-4 4 1120,14-2 1,-2 3-1,3-1-1120,-14 8 0,5 1 0,2 4 0,10 0 2986,12 10-2986,33-8 1915,23-1-1915,19-5 0,29 6 0,25-12 0,11-3 2186,-20-8 0,4 0-2186,-1-1 0,6 0 0,-8-2 0,-10-6 0,-7-1 1811,29 8-1811,-50-9 0,-14 0 0,-16 20 0,-5-2 0,-4 33 0,4-14 0,8 8 1939,12-11-1939,7-10 0,4-6 0,3-7 0,-2-7 0,2-5 0,-7-3 0,-4-4 0,-4 0 0,-3 0 0,3-4 0,7-3 0,6-8 0,-7 5 0,-4 0 0</inkml:trace>
</inkml:ink>
</file>

<file path=ppt/ink/ink8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27:02.16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715 243 24575,'-25'-3'0,"-7"2"0,-36 8 0,3 6 0,16 4 0,-1 6-1732,-36 28 1732,26-1 0,2 5 0,18-17 0,3 2 0,-12 17 0,8 0 418,8 7-418,11 0 0,22-11 0,8-24 0,11-4 0,14-17 1314,3-14-1314,23-10 0,6-29 0,-21 13 0,0-4-301,-5 0 0,-1-3 301,0-4 0,-3-1 0,14-29 0,-27 25 0,-3-2 0,9-24 0,-5-23 0,-15 16 0,-8 10 0,-4 13 0,-4 25 0,4 25 0,0 19 0,8 34 602,3 15-602,8 24 0,11 12 0,6-16 0,5 8 0,5-16 0,0-6 0,-4-4 0,-7-20 0,-13-15 0,-10-13 0,-1-9 0,-3-2 0,10-3 0,23 0 0,4-3 0,-5 2 0,-12-3 0</inkml:trace>
</inkml:ink>
</file>

<file path=ppt/ink/ink8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27:02.71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258 123 24575,'-23'4'0,"-21"21"0,3 11 0,-10 19 0,3 22 0,23-11 0,3 10 0,18-9 0,12-18 0,0-11 0,6-16 0,-2-18 0,7-4 0,10-18 0,13-16 0,9-24 0,5-21 0,-9-10-658,-9 8 658,-19 29 0,-2 3 0,4-15 0,1-6 0,-14 37 0,-5 21 0,0 9 0,2 21 0,9 13 658,14 34-658,2 6 0,-2-22 0,0 0 0,12 25 0,14 1 0,-18-21 0,4 2 0,-15-15 0,0 4 0,-13-22 0,-1-4 0,-4-8 0,-2-3 0,5-4 0,8 0 0,20-11 0,13-1 0,26-21 0,-15 7 0,-12-1 0,-27 13 0</inkml:trace>
</inkml:ink>
</file>

<file path=ppt/ink/ink8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27:03.85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 24575,'0'19'0,"0"40"0,0 5 0,2-12 0,2 4-657,4 0 1,1-1 656,0-1 0,2-1 0,4 5 0,1-2 0,7 30 428,0-10-428,-1-16 218,-9-16-218,1-13 0,-10-14 0,0-12 0,-4-2 0</inkml:trace>
</inkml:ink>
</file>

<file path=ppt/ink/ink8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27:04.16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1 251 24575,'10'-7'0,"9"-4"0,8 2 0,14-5 0,9 2 0,36 0 0,-38 5 0,3 0 0,8 3 0,3 0-308,1-3 1,-1-1 307,-11 2 0,-1 0 0,33-5 152,-17-4-152,-23 4 0,-5-1 0,-9-3 0,1 4 0,8-5 115,5-5 1,-15 10 0,-7-2 0</inkml:trace>
</inkml:ink>
</file>

<file path=ppt/ink/ink8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27:04.53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0 24575,'0'30'0,"0"22"0,6 15 0,-1-16 0,0 2 0,11 32-669,-6-30 0,0 1 669,13 34 0,-12-40 0,0-2 0,11 37 436,-9-26-436,-2-18 222,-7-18-222,3-11 0,-3-5 0,4-10 0,-4 2 0,0-2 0</inkml:trace>
</inkml:ink>
</file>

<file path=ppt/ink/ink8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27:05.13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23 1 24575,'-7'42'0,"-1"10"0,4-11 0,0 11 0,4-16 0,0-15 0,0-15 0,10-28 0,10-19 0,18-4 0,8-4 0,10 15 0,-2 11 0,-7 12 0,-14 4 0,0 14 0,1 8 0,19 19 0,19 13 0,-31-18 0,2 0-203,1 0 0,1-3 203,42 17 0,2-7 0,-14-22 0,7-4 0,-31-17 0,3-15 0,-19-16 0,0-9 0,-9-6 0,-11 4 0,-7 13 0,-5 17 406,-3 16-406,7 36 0,1 1 0,8 12 0,-5-5 0,0-9 0,0-2 0,1-10 0,3-5 0,7-11 0,2-1 0,-7-3 0,-4 0 0</inkml:trace>
</inkml:ink>
</file>

<file path=ppt/ink/ink8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27:05.51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502 0 24575,'-36'7'0,"-15"12"0,-22 19 0,32-10 0,1 4 0,-5 2 0,2 2 0,6 2 0,4 2 0,-24 40 0,26 4 0,16-6 0,25-2 0,11-15 0,6-17 0,6-7 0,4-18 0,10-3 0,10-9 0,4-3 0,-11-8 0,-2-3 0,-13-5 0,-8-3 0,-5 0 0,-10-4 0,-1-4 0,0 0 0,4-7 0,-3 13 0,-1 3 0,-7 11 0</inkml:trace>
</inkml:ink>
</file>

<file path=ppt/ink/ink8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27:06.01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 24575,'11'43'0,"0"16"0,8 22 0,0 15 0,7-14 0,8 8 0,-2-23 0,5-2 0,-10-16 0,-4-17 0,-11-10 0,-2-11 0,-9-7 0,2 0 0</inkml:trace>
</inkml:ink>
</file>

<file path=ppt/ink/ink8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27:06.33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76 24575,'47'-4'0,"4"-3"0,21 6 0,4-2 0,-3 0 0,-4-2 0,-20 1 0,-15-3 0,-15 7 0,-2-4 0,6 1 0,15-5 0,12-4 0,-13 4 0,-9 1 0,-21 7 0</inkml:trace>
</inkml:ink>
</file>

<file path=ppt/ink/ink8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27:07.49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612 13 8191,'-59'-9'0,"-14"6"4471,-17 14-4471,35-3 0,-1 2 0,6 4 0,1 2 0,-40 14 2888,32 4-2888,30-3 1791,20 6-1791,25 6 6561,17 14-6561,22 2 0,-20-25 0,5 0-461,11 2 1,4 0 460,7 4 0,1-1 0,0-2 0,2 0 0,21 14 0,-3-3 0,-38-21 0,-3 0 0,15 9 0,-11-2 0,-25-14 0,-13 2 0,-13-7 0,-12 8 0,-12 1 1594,-16 6-1594,-17-3 0,0 0 0,2-4 0,13-11 0,11-1 0,0-11 0,2 4 0,-2-11 0,7 2 0,-3-13 0,2-1 0,4-1 0,2-9 0,10 6 0,5 2 0,3 7 0,4 11 0</inkml:trace>
</inkml:ink>
</file>

<file path=ppt/ink/ink8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27:08.11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328 5 24575,'-12'-4'0,"-6"7"0,-20 12 0,-13 13 0,-11 14 0,4 1 0,12 13 0,18-1 0,14 6 0,21 1 0,12 2 0,19-5 0,8-2 0,4-17 0,-5-10 0,-10-18 0,-12-6 0,-9-9 0,-6-1 0,3-7 0,0-1 0,8-6 0,7-15 0,2 3 0,29-24 0,-31 31 0,12-5 0,-34 24 0</inkml:trace>
</inkml:ink>
</file>

<file path=ppt/ink/ink8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27:08.44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806 0 24575,'-26'30'0,"-32"42"0,20-30 0,-4 5-1851,-16 22 0,-3 3 1851,6-11 0,0-1 0,-11 10 0,1-3 0,19-18 0,2-2 385,-2 0 0,3-3-385,-10 18 691,25-23-691,10-24 0,15-20 0,3-28 1912,7-6-1912,8-11 82,5 11 0,-4 17 0,-6 11 1</inkml:trace>
</inkml:ink>
</file>

<file path=ppt/ink/ink8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27:08.61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 19881,'43'0'0,"4"6"2194,-11 6-2194,5 8 798,-6 3-798,-2-3 411,-6-2-411,-4-2 1291,-8-8-1291,-4-1 0,-3-7 0,-1 0 0,4-3 0,-6 2 0,2-2 0</inkml:trace>
</inkml:ink>
</file>

<file path=ppt/ink/ink8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27:09.04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107 1 21030,'-30'37'0,"2"16"1522,0 13-1522,9 20 0,18-34 0,3 0 0,10 35 0,2-37 0,4-3 0,28 16 0,11-9 0,-2-20 651,-3-22-651,-14-16 334,-8-19-334,7-32 0,0-20 0,-2-8 0,-4-1 947,-15 24-947,-9 13 91,-7 7-91,-4 16 0,-4 9 0,0 12 0,1 7 0,3 0 0,0 0 0</inkml:trace>
</inkml:ink>
</file>

<file path=ppt/ink/ink8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27:09.32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8 24575,'15'-5'0,"-7"2"0,-1 3 0</inkml:trace>
</inkml:ink>
</file>

<file path=ppt/ink/ink8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27:09.56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16 24575,'9'-8'0,"1"4"0,-9 0 0,2 4 0</inkml:trace>
</inkml:ink>
</file>

<file path=ppt/ink/ink8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27:09.77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 24575,'0'0'0</inkml:trace>
</inkml:ink>
</file>

<file path=ppt/ink/ink8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27:09.98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 24575,'0'0'0</inkml:trace>
</inkml:ink>
</file>

<file path=ppt/ink/ink8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27:19.61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0 639 24575,'34'0'0,"7"0"0,19 0 0,21 0 0,-23 0 0,2 0-826,5 0 0,1 0 826,1 0 0,2 0 0,12 4 0,-1 0 0,-26-3 0,0 0 0,40 5 0,0 1 0,-33-4 0,0-1 0,28 2 0,2 1-959,-17 0 1,0 1 958,24 4 0,2 2 0,-17-3 0,3 1 0,2-2 0,8 0 0,-6 1 0,-21-1 0,-4 0 0,2 0 0,10-2 0,2 0 0,-2 2 0,-5 1 0,-1 2 0,-1 1 0,-2-1 0,0 1 0,0-2 0,-1-1 0,1-1 0,-1 0 0,31 6 0,0-1 0,-28-6 0,1-2 0,-3 0 0,14 1 0,0 1 0,-16-2 0,3 1 0,0-2 0,5 0 0,2-1 0,-3 0 0,20-1 0,3 0-981,-5 0 1,6 0 0,-5-1 980,-20 0 0,-3-2 0,2 1 0,16 0 0,3 0 0,-4 0 0,-16 0 0,-2 0 0,0 0-469,11 0 1,1 0-1,-4 0 469,10 0 0,0 0 0,-11-1 0,5-1 0,-5 0 0,7 0 0,-3 0 0,15-3 0,-1-1 0,-12 2 0,-5 0 0,-12-2 0,0 0 0,6 0 0,4 2 0,20-4 0,1 1 0,-15 0 0,1 0 0,-12 3 0,3-1 0,0-1 0,-4 0 0,-1 0 0,0 0-532,25-3 0,3-1 532,-7 1 0,5 0 0,-4 0-273,-18 3 1,-2 1-1,5-1 273,9-1 0,8-1 0,0 0 0,-6 1-160,-2 1 1,-5 1 0,4-1 159,1-1 0,4 0 0,2-1 0,-4 0 0,15-1 0,-2 0 0,0 1 0,-24 1 0,0 1 0,2 0 0,2-1 0,17-3 0,4 0 0,2-1 0,-3 1-548,-6 1 0,-1 1 1,1 0-1,3-1 548,-4 0 0,3 0 0,1 0 0,1 0 0,-3-1-356,-6 1 1,-2 0-1,1 0 1,0 0 0,2 0 355,-5 2 0,2 0 0,1 0 0,0 1 0,-1-1 0,-3-1 0,3-1 0,-2-1 0,-1-1 0,-1 1 0,3 0-156,6 1 1,2-1 0,1 1 0,-2 0 0,-4 0 155,2 0 0,-2 0 0,-3 0 0,1 0 23,-1 0 0,0-1 0,-1 0 0,-4 1-23,7 1 0,-4 1 0,-1-1 540,-4 0 1,-1-1 0,-4 0-541,9 0 0,-6 0 1476,-5 2 0,-2 0-1476,-9 0 0,-2 0 1816,-4 1 1,-2 0-1817,0 0 0,0 0 0,0 1 0,-1 0 0,40-3 0,6 0 0,-46 6 0,2 0 0,7-1 0,2-1 1106,8 2 1,3 0-1107,15-1 0,-1-1 0,-16-1 0,1 0 0,17 2 0,0-2 0,-19 0 0,-2 0 0,-3 0 0,2 2 0,15 0 0,0 0 0,-25 1 0,0 1 412,16-1 0,0 0-412,-19 2 0,-3-1 378,1 0 1,-2-1-379,33-1 0,4 2 0,-3-6 0,-13 6 0,25-6 0,-13 0 0,17 2 0,-8-5 0,-1 6 0,-16-4 507,-9 0-507,-24 1 332,-18 3 0,-12 0 0,-8 4 0</inkml:trace>
</inkml:ink>
</file>

<file path=ppt/ink/ink8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27:20.88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2094 0 24575,'-28'0'0,"-5"0"0,-9 4 0,-12 3 0,-12 5 0,0 8 0,-3 2 0,22-6 0,-2 1-592,-28 11 0,0 2 592,24-7 0,2 0 0,-4 2 0,-1 0 0,2 1 0,0 2 0,-9 8 0,2 2 0,10-6 0,1 1 0,-5 6 0,0 4 0,-5 10 0,1 2-847,4-2 0,1 3 847,-1 4 0,0 5 0,11-11 0,0 4 0,4-3 0,3 4 0,3 1 0,-1-3 0,-3 4 0,5-2 0,3 10 0,5-1 0,-3 6 0,2 2 0,4 6 0,3 0 0,5-10 0,4 0-503,2 3 0,5-2 503,7-14 0,5-2 0,8 2 0,7-2 0,8 3 0,7-2 0,16 6 0,6-2-830,-5-8 0,6-3 830,-4-12 0,5-1 0,2-4-747,-2-5 0,1-3 1,6-2 746,-2-1 0,5-1 0,2-1 0,-2-2 0,13 3 0,-2-3 0,3 0 0,-11-4 0,4 0 0,-2-1 0,-4-2 0,-2-2 0,-4-2 0,1 1-65,12 3 0,2 2 0,-7-3 65,-5-5 0,-6-2 378,2 4 1,-8-1-379,-16-7 1474,-18-4-1474,-18 0 3664,-10 0-3664,2-3 0,-3 6 0,4-2 0</inkml:trace>
</inkml:ink>
</file>

<file path=ppt/ink/ink8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27:21.48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17 102 24575,'3'22'0,"1"19"0,4 1 0,-4 34 0,-1-8 0,-3 10 0,0-13 0,-3-16 0,2-17 0,-6-13 0,3-13 0,0-9 0,0-8 0,4-8 0,-3-29 0,-1 0 0,-1-23 0,2 6 0,10 3 0,1 2 0,4 17 0,9-7 0,-1 17 0,17-4 0,5 17 0,23 3 0,-5 12 0,6 0 0,3 3 0,21 12 0,-24-6 0,-5 2 0,0 16 0,-27-9 0,-16 5 0,-14 4 0,-15 9 0,-6 9 0,-20 5 0,-6 1 0,-7 4 0,-7 7 0,-8 5 0,2-3 0,-5-2 0,6-11 0,8-15 0,14-8 0,22-16 0,15-3 0,21-11 0,-12 5 0,8-4 0</inkml:trace>
</inkml:ink>
</file>

<file path=ppt/ink/ink8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27:22.08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1 849 24575,'12'0'0,"-5"4"0,7 7 0,-2 19 0,18 20 0,3 28 0,8 5 0,-19-37 0,0 0 0,20 35 0,3-11 0,-6-9 0,-1-22 0,-12-13 0,0-11 0,-14-11 0,3 0 0,-1-18 0,12-9 0,6-20 0,16-17 0,-2-7 0,11-12-1041,-14 23 0,3-1 1041,-11 11 0,2 0 0,22-25 0,2-1 0,-15 18 0,0 0 0,18-21 0,2-1 0,-13 17 0,-1-1 0,-9 9 0,1-2 0,-3 3 0,1-2 0,-3 2-148,0-5 1,-4 2 147,5-11 0,-24 29 0,-2 14 0,-10 24 0,4-1 0,-4 5 0,-1-7 0</inkml:trace>
</inkml:ink>
</file>

<file path=ppt/ink/ink8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27:22.69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73 129 8191,'4'35'0,"-4"10"5063,-4 5-5063,-4 12 0,-4 37 0,3-4 847,1-27 1,0 2-848,3-9 0,1-1 0,0-2 0,1-3 1867,-4 33-1867,6-37 6301,-3-21-6301,8-19 0,-3-11 0,9-4 1458,2-14-1458,14-6 0,12-10 0,15-11 0,5 5 0,13-11-572,5 1 572,-33 19 0,1-2-529,2 1 1,0-2 528,8-4 0,0-2 0,1-1 0,-1 0 0,3 0 0,1-2 0,10-12 0,-1 1 0,-15 13 0,-3 0 0,5-6 0,-4 2 0,11-12 0,-23 15 0,-17 16 0,-13 11 0,-1 11 542,-6 4-542,5 1 1087,2 6-1087,0-3 0,0 0 0,-5 0 0</inkml:trace>
</inkml:ink>
</file>

<file path=ppt/ink/ink8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27:23.39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131 212 24575,'-7'23'0,"-4"11"0,-5 16 0,-3 12 0,-5 21 0,5-7 0,3 4 0,5-19 0,7-11 0,1-22 0,3-14 0,3-14 0,11-18 0,3 1 0,30-26 0,4-1 0,25-13-557,-34 26 0,1 0 557,4-1 0,2 0 0,5-3 0,1 0 0,0 0 0,0 1 0,1 1 0,-1 2 0,-7 4 0,-1 1 0,37-23 0,-9 0 0,-21 10 0,-6 5 0,-24 12 0,-6 10 0,-14 8 0,3 1 0,-6 7 0,2-4 0</inkml:trace>
</inkml:ink>
</file>

<file path=ppt/ink/ink8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27:39.18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1416 5 24575,'-11'-4'0,"-11"4"0,-17 8 0,-25 10 0,-31 10-1829,17-1 1,-5 3 1828,-5 0 0,-3 5-691,11 2 0,-3 5 1,3-1 690,16-8 0,2 0 0,2 4 0,-8 12 0,0 5 0,8-1 0,1 4 0,8 2-277,6 3 1,10 2 276,15-10 0,10-1 0,25 40 0,27-7 0,1-41 0,11-6-954,25 0 1,11-7 953,-25-12 0,3-3 0,8-3-396,13-1 1,10-3-1,2-3 1,-4-4 395,-19-3 0,-2-4 0,-1-2 0,4-1 0,-1 0 0,5 0 0,1-3 0,-4-1 0,-6-3 0,9-7 0,-8-4 0,-3-5 286,-1-7 0,-3-6 1,-10 0-287,-7-6 0,-9-4-54,-3-10 0,-9-3 54,-18 10 0,-6 1 1643,-6-43-1643,-15 3 0,-9 23 0,-7 8 0,4 13 0,-7 3 4326,3 10-4326,-14 4 0,-13-3 0,-12 9 0,-10 2 0,-11 11 0,8 7 0,10 12 475,27 1 0,24 2 0,15-3 1</inkml:trace>
</inkml:ink>
</file>

<file path=ppt/ink/ink8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27:39.61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 24575,'15'37'0,"4"26"0,-2 22-992,-7-30 1,-1 2 991,2 3 0,-2 0 0,-2-1 0,-1 1 0,1 6 0,0-1 0,-3-8 0,0-2 254,-1-1 0,1-3-254,4 29 358,-1-28-358,-2-26 0,-2-20 0,-3-10 0,0 1 0</inkml:trace>
</inkml:ink>
</file>

<file path=ppt/ink/ink8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27:39.96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65 24575,'15'-8'0,"4"4"0,7-3 0,27 1 0,14 2 0,8-5 0,13 5 0,-24-3 0,-3 2 0,-17-1 0,-24 5 0,-6-3 0,-10 4 0</inkml:trace>
</inkml:ink>
</file>

<file path=ppt/ink/ink8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27:40.32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1 622 8191,'16'24'0,"-5"-6"5063,-8-13-5063,-3-6 2818,0-17-2818,0-12 1719,3-23-1719,-2-6 6784,6-9-6784,-3 8 0,4 2 0,3 5 0,4 4 0,4 11 0,7 4 0,15 8 0,-1 3 0,33 0 0,-9 0 0,5 11 0,0-8 0,-24 14 0,-7-5 0,-21 7 0,-13 4 0</inkml:trace>
</inkml:ink>
</file>

<file path=ppt/ink/ink8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27:40.73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240 0 24575,'-34'26'0,"-5"9"0,-3 7 0,-1 22 0,5 10 0,10 18 0,13 1 0,18-12 0,23 1 0,24-19 0,19-8 0,15-21-519,14-23 519,-47-16 0,1-4 0,1-3 0,-2-4 0,-2-7 0,-4-3 0,21-25 0,-18-5 0,-25-4 0,-12-1 0,-11-1 0,-11-1 0,-6 12 519,-9 2-519,-5 11 0,0 8 0,-3 7 0,3 8 0,7 1 0,5 9 0,11-2 0,5 7 0</inkml:trace>
</inkml:ink>
</file>

<file path=ppt/ink/ink8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27:41.15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128 8 8191,'-23'-4'0,"-4"1"5063,3 3-5063,1 3 2818,8 1-2818,4 7 1719,6 12-1719,9 12 6784,21 15-6784,32 15 0,-12-27 0,6 0-1162,11 3 0,6 0 1162,16 9 0,2-1 0,-19-10 0,-1-1-120,1 3 0,-7-2 120,1 12 0,-31-13 0,-16-8 0,-28-4 0,-7-2 2293,-17 6-2293,-8-6 271,-11 3-271,-2-8 0,-9-3 0,5-5 0,-1-4 0,2-2 0,8-2 0,4 0 0,12-2 0,3 6 0,1-6 0,-4 6 0,-5-6 0,14 2 0,8-3 0,17 0 0</inkml:trace>
</inkml:ink>
</file>

<file path=ppt/ink/ink8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27:54.36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6977 281 8191,'-35'-7'0,"4"-1"5063,1 0-5063,3 1 2818,-4-1-2818,-6-3 1719,-3-1-1719,-6-3 6784,-3-3-6784,2 2 0,-3-3 0,-6 1 0,7 2 0,-7 0 0,10 5 0,0 4 0,3 3 0,-5-3 0,4 6 0,-9-6 0,-4 3 0,-2-4 0,-9 4 0,-5-2 0,-1 1 0,-2 1 0,-18-3 0,9 7-643,-11-7 643,41 5 0,1 0 0,-35-3 0,20 3 0,-1 1 0,-29 1 0,37 0 0,0 0 0,12 0 0,0 0 0,-8 0 0,0 0 0,-39 0 0,42-2 0,1 1 0,-31 0 0,3-3 0,0 4 0,8 0 0,5 0 0,0 0 0,8 0 0,3 4 0,-3-3 0,3 5 643,0-5-643,-6 3 0,-5-4 0,-1 3 0,-21-2 0,15 2 0,-24-3 0,21 0 0,-9 0 0,14 7 0,-5-2 0,2 10 0,-14-7 0,5 4-638,-9-5 638,-1 2 0,-3-4 0,5 0 0,2-5 0,7 0 0,-4 0 0,9 0 0,9 0 0,3 0 0,12 0 0,-11 4 0,9 0 638,-4 3-638,1-2 0,-1 5 0,-2-8 0,-2 8 0,0-6 0,5 4 0,7 0 0,1-1 0,6 4 0,1-2 0,1 5 0,2 2 0,-6 3 0,-5 4 0,-4 4 0,-3 0 0,-1 7 0,1 1 0,3 7 0,1-2 0,10 1 0,5-2 0,11-4 0,5-1 0,3 0 0,-4 5 0,0 7 0,3 4 0,-5 14 0,9-4 0,-3 8 0,0-7 0,7-3 0,1-7 0,0 4 0,7-14 0,0 15 0,5-3 0,6 6 0,5 3 0,3 5 0,5-1 0,2 1 0,1 0 0,4-13 0,0 3 0,0-3 0,3 0 0,4 0 0,5 0 0,10-1 0,4 4 0,12-2 0,0-5 0,4-8 0,-1-11 0,-6-8 0,17-1 0,-12-2 0,17 0 0,-8 2 0,11-3-457,6 3 457,3-3 0,4-2 0,-1-2-602,-35-5 0,3 0 602,-5-3 0,0-1 0,6 4 0,1-1-312,-8-6 1,-1-1 311,-2 3 0,0 0 0,14-2 0,-1-1 0,-9 1 0,-2 1 0,9 0 0,-1 0 0,-9 0 0,0 0 0,-1-2 0,3 0-855,31 1 0,3 1 855,-15 0 0,0-1 0,15 2 0,1-1 0,-8 0 0,0 0 0,1 0 0,1 0 0,-8-2 0,1 1 0,11 1 0,-3 1 0,-21-1 0,-2 0-315,5 0 1,1-1 314,-1 0 0,0-1 0,6 1 0,0 0 0,-9-2 0,2-1 0,16 2 0,-1 0 0,-23-2 0,-2 0 0,1 0 0,-1 0 0,0 0 0,-2 0 0,30 0 593,14 0-593,-17-4 0,-4 4 0,-4-7 0,16 6 0,-9-6 0,-22 1 0,3 0 0,-9 0 0,0-1 0,10-3 0,2-1-188,4-1 1,-1-1 187,-14 0 0,-2 0 0,6-1 0,-4-2 1642,23-13-1642,-10 2 0,1-3 0,18-7 0,-9 5 0,-28 12 0,0 1 0,29-11 0,-30 11 0,0 1 0,20-14 1123,6-6-1123,-22 0 483,-7-5-483,-8-2 1129,-1-4-1129,-6 3 28,3-7-28,-4 4 0,0-4 0,1 3 0,-4-6 0,-1 6 0,-7-10 0,-4 2 0,-4-2 0,-6-4 0,-2 2 0,-3 1 0,0 2 0,0-2 0,0 6 0,0-7 0,-3 8 0,-5-4 0,-1-5 0,-9 5 0,6-3 0,-7 8 0,3-2 0,1 4 0,3-2 0,-2-3 0,2 6 0,-4 3 0,1 0 0,0 15 0,-1-2 0,1 8 0,6 10 0,-1-2 0,6 10 0,-4-6 0,0 9 0,1-9 0,-1 12 0,0-4 0,4 2 0,-3 3 0,3-2 0,-7 0 0,-4-2 0,-12-2 0,-1-1 0,-13 4 0,5-3 0,-9 3 0,6-3 0,-3 2 0,3-1 0,1 5 0,-4-9 0,-1 5 0,1-6 0,-4 3 0,7 0 0,1-3 0,7 6 0,11-1 0,9 6 0,8 0 0</inkml:trace>
</inkml:ink>
</file>

<file path=ppt/ink/ink8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28:41.35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0 266 24575,'14'-5'0,"2"2"0,7 3 0,7 0 0,-2 0 0,9 0 0,-3 0 0,4 0 0,0 0 0,0 0 0,3 0 0,1 0 0,7 0 0,1-3 0,7 2 0,-3-2 0,2 3 0,0-4 0,2 3 0,3-2 0,3 3 0,-3 0 0,3-3 0,7 2 0,-4-3 0,4 1 0,-3 2 0,-7-6 0,3 3 0,-6 0 0,-5-3 0,-11 3 0,2 0 0,-9-3 0,10 6 0,0-6 0,5 7 0,3-7 0,4 3 0,-3-4 0,-1 4 0,-1-3 0,-6 6 0,7-5 0,-4 5 0,5-3 0,5 4 0,10 0 0,14 0-463,-29 0 1,2 0 462,-3 0 0,1 0 0,10 0 0,0 0 0,-11 0 0,-1 0 0,6 1 0,-2-2-41,33-2 41,-3 2 0,-11-2 0,-12-1 0,3 4 0,2-4 0,-5 4 923,8 0-923,-11 0 43,4 0-43,-2 0 0,-1 0 0,-5-3 0,-9-1 0,-6-1 0,-7-1 0,-4 1 0,0 1 0,4-3 0,1 7 0,6-7 0,8 6 0,1-2 0,10-1 0,-9 0 0,-2 0 0,-8-3 0,-10 6 0,-5-2 0,0-1 0,-6 4 0,6-4 0,-3 1 0,3 2 0,-6-2 0,5 3 0,-9 0 0,0-4 0,1 3 0,-1-2 0,14 3 0,4-3 0,12 2 0,0-3 0,10 4 0,-9-3 0,2 2 0,-11-2 0,-8 0 0,-10 2 0,-6-3 0,-10 1 0,3 2 0,-3-2 0,4 3 0,3 0 0,1 0 0,3 0 0,-3 0 0,-1 0 0,-4 0 0,1 0 0,-4-4 0,-1 4 0,-3-4 0</inkml:trace>
</inkml:ink>
</file>

<file path=ppt/ink/ink8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28:45.00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9 1 24575,'12'47'0,"-5"6"0,-7 23 0,-4 11 0,-4-8 0,4 8 0,-3-10 0,6-14 0,-2-7 0,3-18 0,0-7 0,0-11 0,0-6 0,0-9 0,0-2 0</inkml:trace>
</inkml:ink>
</file>

<file path=ppt/ink/ink8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28:45.36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0 24575,'25'4'0,"13"3"0,23 5 0,9 4 0,9-1 0,-17-7 0,-19 3 0,-26-10 0,-18 2 0,-13-3 0,-2-3 0,3 2 0,3-3 0</inkml:trace>
</inkml:ink>
</file>

<file path=ppt/ink/ink8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28:45.81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 24575,'8'25'0,"3"20"0,4 15 0,8 10 0,7-5 0,1-15 0,-1-15 0,0-16 0,-6-9 0,5-9 0,1-11 0,2-14 0,1-18 0,-6-7 0,-4 6 0,-8 2 0,-4 14 0,-7 4 0,0 8 0,-1 8 0,-2 3 0,2 4 0</inkml:trace>
</inkml:ink>
</file>

<file path=ppt/ink/ink8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28:46.73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1 285 24575,'14'11'0,"2"12"0,7 12 0,-4 15 0,3-2 0,-6-6 0,-1-23 0,-4-9 0,-3-10 0,-4-3 0,3-11 0,-3-20 0,10-31 0,-1-7 0,12-9 0,2 7 0,14 15 0,6 2 0,-1 23 0,-5 12 0,-17 14 0,1 12 0,-9 14 0,3 11 0,3 6 0,-10-5 0,6-3 0,-6-8 0,3 0 0,-3 0 0,-1-3 0,0 6 0,-6 1 0,8-2 0,-11 5 0,8-10 0,-6-4 0,4-5 0,3-11 0,11-7 0,-1-5 0,5-3 0,-11 4 0,-4 7 0,-3 5 0,-4 6 0,3-2 0,-3 6 0,0-3 0,3 4 0,-3-1 0,11-2 0,1-2 0,6-3 0,-2-7 0,-2 2 0,-3-9 0,-6 9 0,-2-2 0</inkml:trace>
</inkml:ink>
</file>

<file path=ppt/ink/ink8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28:47.01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47 24575,'8'-4'0,"3"-3"0,-3 6 0,7-9 0,-7 5 0,3-6 0,-3 3 0,-4 7 0,6 2 0,-8 7 0,4 0 0,-6-1 0,4-2 0,-3 1 0,2-1 0,-3 2 0,3 5 0,2 3 0,-1 1 0,-1-4 0,-3-5 0</inkml:trace>
</inkml:ink>
</file>

<file path=ppt/ink/ink8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28:47.46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220 0 8191,'-15'0'0,"-4"7"5063,-4 5-5063,-8 18 2818,-4 13-2818,4 11 1719,-3 15-1719,17-6 6784,3-2-6784,14-11 0,7-19 0,5-12 0,0-5 0,2-13 0,5-1 0,11-15 0,6-12 0,8-11 0,-1-7 0,-8-2 0,-2-5 0,-14-1 0,-4 6 0,-7 16 0,-5 14 0</inkml:trace>
</inkml:ink>
</file>

<file path=ppt/ink/ink8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28:47.71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0 24575,'10'42'0,"2"4"0,7 8 0,-3 4 0,2 15 0,-2-6 0,-8 0 0,2-14 0,-9-14 0,2-12 0,-3-5 0,0-7 0,0-3 0,0 0 0,0-5 0,0 1 0,0-4 0,0 0 0</inkml:trace>
</inkml:ink>
</file>

<file path=ppt/ink/ink8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28:48.63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 24575,'7'51'0,"-3"5"0,3 24 0,-6 9 0,6-6 0,-3 8 0,7-10 0,-3-3 0,3-6 0,-3-14 0,-4-15 0,-1-13 0,-3-15 0,0-4 0,-3-7 0,2 0 0,-2-4 0</inkml:trace>
</inkml:ink>
</file>

<file path=ppt/ink/ink8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28:49.01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38 8191,'87'-8'0,"-8"1"5063,-36-1-5063,-17 1 704,-12 2 1,-13 2-1,2 3 1</inkml:trace>
</inkml:ink>
</file>

<file path=ppt/ink/ink8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28:49.56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 74 24575,'-4'7'0,"1"1"0,3 0 0,6 6 0,3-1 0,6 6 0,4-4 0,0 4 0,7-3 0,4 3 0,8-4 0,-6-6 0,1-2 0,-17-7 0,2-4 0,-10 0 0,7-10 0,-7-2 0,7-7 0,-7-3 0,3-4 0,-4-2 0,-2-1 0,-2 9 0,-3 2 0,0 14 0,0 1 0</inkml:trace>
</inkml:ink>
</file>

<file path=ppt/ink/ink8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28:51.99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12 172 24575,'0'20'0,"0"22"0,0-4 0,0 23 0,-3-6 0,2-6 0,-3-10 0,4-12 0,0-15 0,0-9 0,-3-28 0,2-14 0,1-22 0,4-12 0,4 4 0,-1-2 0,8 20 0,-6 3 0,12 14 0,-12 11 0,6 4 0,-8 15 0,1 8 0,10 22 0,5 16 0,19 24 0,1 5 0,5 5 0,-2-11 0,1 8 0,-4-13 0,-1-1 0,-17-24 0,-4-17 0,-20-11 0,-2-7 0,-7 0 0,1 0 0,2 0 0,2 0 0</inkml:trace>
</inkml:ink>
</file>

<file path=ppt/ink/ink8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28:52.34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16 24575,'12'0'0,"-1"0"0,4 0 0,4 0 0,8 0 0,3 0 0,-6 0 0,1 0 0,-5 0 0,6-3 0,-6-1 0,-5-1 0,-8 2 0</inkml:trace>
</inkml:ink>
</file>

<file path=ppt/ink/ink8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28:52.71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0 125 24575,'9'30'0,"4"8"0,-1 13 0,11 7 0,4-4 0,6-1 0,-5-20 0,-5-11 0,-9-15 0,-6-11 0,3-10 0,4-20 0,1-9 0,-1-14 0,3 4 0,-2 3 0,7 5 0,0 3 0,-1 11 0,-6 2 0,2 9 0,-10 5 0,0 4 0,-5 4 0,1 2 0,0 2 0,0 0 0,0 2 0,-4-3 0</inkml:trace>
</inkml:ink>
</file>

<file path=ppt/ink/ink8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28:53.12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301 0 24575,'-37'22'0,"-3"6"0,-17 21 0,5 9 0,3 11 0,14 5 0,12-1 0,15-4 0,19-11 0,6-9 0,9-14 0,-7-8 0,0-15 0,-4-5 0,0-7 0,0-4 0,1 0 0,-5-4 0,0 1 0,-3 3 0,-4-3 0,0 6 0,-4-2 0</inkml:trace>
</inkml:ink>
</file>

<file path=ppt/ink/ink8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28:54.77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0 24575,'4'26'0,"0"12"0,3 20 0,-2 26 0,-2 2 0,-3-33 0,0 0 0,-2-3 0,1 0 0,0 47 0,-3-3 0,4-10 0,0-9 0,0-7 0,4-14 0,-4-15 0,7-9 0,-6-15 0,2-7 0,-3-5 0</inkml:trace>
</inkml:ink>
</file>

<file path=ppt/ink/ink8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28:55.41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 24575,'11'0'0,"0"3"0,-3 1 0,-4 7 0,6 8 0,-8 15 0,8 10 0,-9 6 0,2 3 0,-3-9 0,0-6 0,0-12 0,0-10 0,0-5 0,4-7 0,-3 3 0,5-6 0,-2 2 0,1-3 0,-2 0 0</inkml:trace>
</inkml:ink>
</file>

<file path=ppt/ink/ink8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28:57.13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0 24575,'45'4'0,"4"0"0,-2 7 0,-9-6 0,-12 5 0,-11-5 0,-8 6 0,1-3 0,3 10 0,-6-2 0,5 8 0,-9-1 0,-1-4 0,-4 3 0,-7-5 0,2 1 0,-6-2 0,7-8 0,0 3 0,5-7 0,3 4 0,0 3 0,7 4 0,4 5 0,9 6 0,3-2 0,3 6 0,-6-6 0,5 2 0,-12-6 0,5-1 0,-13-7 0,5 2 0,-9-2 0,2 7 0,-13-3 0,-3 3 0,-10-7 0,3-1 0,5-7 0,4 0 0,3-4 0,0 0 0,1 0 0,-1 0 0,0 0 0,4 0 0,1 0 0</inkml:trace>
</inkml:ink>
</file>

<file path=ppt/ink/ink8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28:57.50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40 1 24575,'19'36'0,"-7"8"0,-2 14 0,-9 10 0,2-2 0,-3 0 0,-3-2 0,-2-13 0,-2-5 0,-1-12 0,0-14 0,1-5 0,-4-11 0,2-1 0,-2-3 0,3 0 0,4 0 0,1 0 0</inkml:trace>
</inkml:ink>
</file>

<file path=ppt/ink/ink8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28:57.85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70 0 24575,'-3'27'0,"-5"-3"0,-4 6 0,-3-6 0,3-1 0,1-5 0,3-6 0,7-4 0,22-1 0,19-3 0,18 0 0,13 0 0,-9-4 0,3 0 0,-19-7 0,-6 5 0,-16-4 0,-9 2 0,-8 4 0,-7-4 0</inkml:trace>
</inkml:ink>
</file>

<file path=ppt/ink/ink8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28:58.18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0 24575,'4'16'0,"3"2"0,-6 2 0,2 0 0,-3 2 0,0-2 0,0-1 0,0 3 0,0-5 0,0 1 0,0-6 0,0 0 0,0-5 0,4 1 0,-3 0 0,2-4 0,-3-1 0</inkml:trace>
</inkml:ink>
</file>

<file path=ppt/ink/ink8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28:58.74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 24575,'5'7'0,"8"11"0,-4 3 0,13 13 0,-6-2 0,-1 5 0,-4-5 0,-3 5 0,-4-2 0,0 4 0,-4-4 0,0 2 0,0-5 0,-7-1 0,5-8 0,-8-8 0,6-4 0,-4-3 0,0-4 0,0 0 0,1-4 0,-4-7 0,2 5 0,1-5 0,5 7 0</inkml:trace>
</inkml:ink>
</file>

<file path=ppt/ink/ink8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28:59.98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0 24575,'27'0'0,"-4"0"0,-8 4 0,-8 0 0,0 7 0,-3 8 0,1 12 0,-2 8 0,-6 4 0,-2 2 0,-6-3 0,-1 8 0,-3-3 0,3 2 0,1-6 0,7-5 0,3-7 0,9-8 0,4-4 0,6-4 0,12 4 0,12 1 0,15 3 0,15-7 0,-5 2 0,-3-9 0,-22-2 0,-19-3 0,-13-4 0</inkml:trace>
</inkml:ink>
</file>

<file path=ppt/ink/ink8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29:39.19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137 16 8191,'42'-8'0,"-7"4"5063,31 1-5063,-19 6 2818,-5 1-2818,-12 4 1719,-18 0-1719,-2-1 6784,-3 8-6784,2 5 0,-2 7 0,0 7 0,-10-2 0,3 2 0,-12-3 0,4-4 0,-7-4 0,7-4 0,-3-7 0,7-1 0,0 0 0,7 4 0,2 12 0,6 8 0,-3 11 0,6 11 0,-2 10 0,0-4 0,2 9 0,-5-16 0,2 1 0,-4-1 0,-2-8 0,-2 5 0,-7-7 0,-7-3 0,-5-5 0,-14-4 0,-1-10 0,-11 2 0,-4-17 0,-1 1 0,-6-13 0,6-5 0,4 0 0,9-3 0,11 3 0,8 4 0,4 1 0,3 3 0,0 0 0,-3 0 0,3-4 0,0 4 0,5-4 0</inkml:trace>
</inkml:ink>
</file>

<file path=ppt/ink/ink8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29:40.79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0 348 24575,'15'-5'0,"11"-1"0,16 5 0,44-7 0,-11 5 0,9 1-1516,-15-1 0,4-1 0,2 0 1516,7 1 0,2-1 0,7 2-758,-15 0 1,6 1 0,2 0-1,0 0 1,-3 0 757,4-2 0,-2-1 0,0 0 0,5 2 0,0 1 0,4 1 0,2 0 0,1 0 0,-1-1 0,-3-2 0,0 0 0,-1-1 0,1 0 0,-1 2 0,-3 1 0,-1 1 0,0 0 0,0 0 0,0-1 0,-2-1 0,-1 0 0,1-1 0,-1 0 0,-1 0-541,1 1 0,0 0 1,0 0-1,-4-1 1,-6 0 540,10-1 0,-7-1 0,1 0-411,10 0 1,1 0 0,-9-1 410,-14-1 0,-6 0 851,-6 3 0,-4-1-851,10-6 3934,-14 0-3934,-7 6 3964,3-5-3964,5 9 2669,7-2-2669,11 3 0,5 0 0,7 0 0,3 0 0,-2 0 0,-4 0 0,-9 0 0,-21 0 0,-17-3 0,-16-2 0,-20-9 0,4 5 0,-23-29 0,8 11 0,1-4 0,6 14 0</inkml:trace>
</inkml:ink>
</file>

<file path=ppt/ink/ink8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29:44.56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16 24575,'15'-4'0,"3"0"0,9 1 0,7 2 0,8-2 0,4 3 0,-4 3 0,-1 1 0,-13 4 0,1 3 0,-10 5 0,1 0 0,2 13 0,0-1 0,-2 10 0,2 1 0,-10 3 0,-1-3 0,-7 3 0,-4 3 0,-7-5 0,-16 5 0,-1-3 0,-10-6 0,-1 5 0,0-6 0,7-3 0,-1 4 0,13-11 0,-3 2 0,7-9 0,5-6 0,3-1 0,4-3 0,0 0 0,0-1 0,3-2 0,5 2 0,7-3 0,5 4 0,2-1 0,1-3 0,0 0 0,-4-4 0,0 0 0,-7 0 0,-1 0 0,-4 0 0,1 0 0,6 0 0,2-3 0,7 2 0,-4-3 0,3 1 0,-9 2 0,5-6 0,-10 7 0,0-4 0,-5 4 0</inkml:trace>
</inkml:ink>
</file>

<file path=ppt/ink/ink8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29:46.81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977 50 8191,'-21'-3'0,"0"2"5063,12-2-5063,-5 3 2818,2 0-2818,-7 0 1719,3 0-1719,-6 0 6784,2 0-6784,-3 3 0,-7 1 0,-2 7 0,-6-2 0,0 5 0,-4 2 0,-1 3 0,-3 4 0,0 0 0,3 4 0,1 0 0,4 4 0,0 0 0,-4-1 0,3 1 0,0 3 0,5-2 0,7 2 0,4-3 0,0 3 0,7 1 0,-3 0 0,4 6 0,3-2 0,1 4 0,0 6 0,6-6 0,-2 7 0,7-1 0,0-2 0,0 3 0,0-1 0,0 1 0,0 1 0,3 2 0,2-6 0,2 9 0,4-2 0,-2 1 0,2-2 0,-1 0 0,6-5 0,0 5 0,2-7 0,1-4 0,-3 0 0,6-7 0,-6-1 0,2-6 0,-3-5 0,1-8 0,-1 0 0,0-7 0,0 3 0,0 0 0,4 1 0,4 4 0,0-1 0,13 4 0,0-6 0,9 1 0,4-10 0,4-4 0,8-7 0,11-15 0,4-3-435,-15 2 1,0-2 434,28-6 0,-32 10 0,-4 1 0,8-2 0,-2-1 0,-18 0 0,-1 4 0,-10-3 0,-7-1 869,7-7-869,-3-12 0,3-1 0,-3-6 0,-4 4 0,-5-4 0,-2-1 0,-5-6 0,0 5 0,-3-8 0,-4 5 0,-1-7 0,-3-6 0,0-2 0,-3-8 0,-1 11 0,-4-6 0,0 24 0,1-13 0,-1 17 0,0-5 0,1 8 0,-4-1 0,-1 3 0,-4-5 0,-6 2 0,5-1 0,-12 6 0,5-4 0,-3 9 0,-3-5 0,2 7 0,-2 3 0,-4 0 0,-8 5 0,-2 2 0,-9 5 0,3 4 0,-4 4 0,0 2 0,-3 2 0,-1 3 0,0 7 0,1-2 0,7 9 0,0-2 0,4 11 0,7-3 0,1 7 0,21-15 0,3-1 0</inkml:trace>
</inkml:ink>
</file>

<file path=ppt/ink/ink8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28:32.65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 24575,'15'10'0,"0"6"0,-3 22 0,2 9 0,-9 7 0,5 7 0,-5-6 0,2-2 0,-3 4 0,0-6 0,-4 6 0,0-3 0,0-4 0,0-4 0,-4-4 0,3-10 0,-2 4 0,3-8 0,0 7 0,0-8 0,0-1 0,0-3 0,0-3 0,-3-1 0,2-4 0,-3-3 0,4-1 0,0-6 0,0-2 0</inkml:trace>
</inkml:ink>
</file>

<file path=ppt/ink/ink8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28:33.33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 24575,'7'27'0,"1"3"0,-1 0 0,1 2 0,-4-1 0,0-12 0,-4-4 0,0-7 0,3-4 0,-2-1 0,2-3 0</inkml:trace>
</inkml:ink>
</file>

<file path=ppt/ink/ink8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28:34.06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80 35 24575,'29'-7'0,"6"-4"0,18 6 0,-9-6 0,-7 11 0,-22 0 0,-8 7 0,-7 12 0,-3 5 0,-5 10 0,-7 5 0,-5 3 0,-13 8 0,-6 7 0,-8-2 0,4 6 0,5-4 0,14-10 0,9-5 0,5-12 0,9-14 0,-2-1 0,6-7 0,1-1 0,7 4 0,11 1 0,9 4 0,15-1 0,3-6 0,-2-3 0,-9-6 0,-12 0 0,-11 0 0,-4 0 0,3-3 0,-8 2 0,4-2 0</inkml:trace>
</inkml:ink>
</file>

<file path=ppt/ink/ink8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28:34.44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0 24575,'8'34'0,"-4"5"0,0 18 0,-4 2 0,0 2 0,0 0 0,6-6 0,-1-9 0,6-5 0,-6-20 0,1-3 0,-1-14 0,6 0 0,4-8 0,4 0 0,-6 0 0,-3 0 0</inkml:trace>
</inkml:ink>
</file>

<file path=ppt/ink/ink8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28:35.12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 24575,'29'0'0,"23"7"0,29 5 0,-21 1 0,2 1 0,-11-1 0,-1-1 0,3 2 0,-5 0 0,-5 1 0,-19-4 0,-24-3 0,-11 3 0,-19 5 0,-7 3 0,-5 1 0,11-1 0,12-7 0,8-1 0,7-4 0,0 4 0,4 5 0,7 10 0,15 9 0,14 8 0,20 3 0,2 3 0,3-5 0,-15 5 0,-12-10 0,-19 3 0,-12 0 0,-17-3 0,-10-1 0,-25-4 0,-3-10 0,-16-1 0,6-15 0,7-1 0,7-10 0,9-5 0,4 0 0,8-3 0,5 3 0,6 0 0,4 4 0,1-3 0,7 0 0,4-5 0,1 4 0,2 1 0</inkml:trace>
</inkml:ink>
</file>

<file path=ppt/ink/ink8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28:35.47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15 1 24575,'0'34'0,"-3"8"0,-1 5 0,-1 7 0,2 3 0,3-6 0,0-2 0,3-14 0,2-8 0,-1-8 0,6-4 0,8-3 0,10-1 0,27-7 0,-9-4 0,-8-1 0,-17-2 0</inkml:trace>
</inkml:ink>
</file>

<file path=ppt/ink/ink8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28:36.85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426 1 24575,'-32'0'0,"-5"3"0,-27 5 0,-6 7 0,-4 9 0,9 3 0,19 7 0,19 1 0,16 3 0,18 11 0,9-5 0,24 13 0,18-3 0,15-7-633,10 2 633,4-11 0,-13-3 0,-16-11 0,-29-6 0,-15-13 0,-13 5 0,-2 2 0,-6 7 0,-9 4 633,-7 1-633,-1-5 0,-5 3 0,-2-2 0,-8 3 0,-3-3 0,-8-2 0,7-6 0,-3 0 0,11-8 0,1-4 0,7-8 0,4-10 0,8-9 0,0-8 0,10 14 0,-2 4 0</inkml:trace>
</inkml:ink>
</file>

<file path=ppt/ink/ink8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28:37.22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46 24575,'18'-3'0,"9"2"0,11-6 0,15 6 0,5-5 0,13 1 0,-6-2 0,-10-1 0,-18 4 0,-22 1 0,-12 3 0</inkml:trace>
</inkml:ink>
</file>

<file path=ppt/ink/ink8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28:35.86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0 24575,'18'34'0,"5"12"0,1 16 0,2 15 0,-7 3 0,0 5 0,-7 6 0,-5-12 0,-4-3 0,-6-19 0,-1-15 0,-4-11 0,0-12 0,1-12 0,-1-3 0,0-8 0,4 4 0,1-4 0</inkml:trace>
</inkml:ink>
</file>

<file path=ppt/ink/ink8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28:36.25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0 24575,'8'27'0,"-1"10"0,1 4 0,0 11 0,-1-1 0,-3-1 0,0-4 0,-4-7 0,0-12 0,0-8 0,7-11 0,11-5 0,20-3 0,16-3 0,-3-5 0,-9 0 0,-17-7 0,-13 7 0,-1-3 0,-4 3 0,-2 4 0,-2 1 0</inkml:trace>
</inkml:ink>
</file>

<file path=ppt/ink/ink8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28:37.86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0 24575,'8'4'0,"3"7"0,-11 8 0,7 12 0,-3 8 0,1 0 0,1 3 0,-5-11 0,6 3 0,-3-11 0,0 4 0,6-1 0,-8 2 0,12-1 0,-9 6 0,6-4 0,-7-2 0,-1-8 0,-3-5 0,0-9 0,0 2 0</inkml:trace>
</inkml:ink>
</file>

<file path=ppt/ink/ink8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29:19.33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3694 1 8191,'-56'0'0,"-14"3"4636,-15 5-4636,37-1 0,-4 3 0,-41 8 0,-6 4 89,13 0 1,-5 3-90,0-2 0,-8 3 0,2 0-126,13-1 0,1 0 1,-3 1 125,11-3 0,-3 1 0,-1 1 0,-1 0 54,-2 1 1,-1 0 0,0 1-1,1-1-54,0 1 0,0-1 0,0 1 0,-1 1 0,-4 2 0,-1 2 0,1-1 0,3-2-481,-13 3 0,3-1 0,1-1 481,3 1 0,1 1 0,3-3 283,17-9 1,3-1 0,3-2-284,-13 6 0,5-3 1115,14-4 1,4-1-1116,-21 8 4759,24-7-4759,25-5 3430,21-4-3430,8 1 1705,11 3-1705,-3 1 195,7 4-195,-4-5 0,0-3 0,-3-4 0,-1-4 0,-7 0 0,0 0 0</inkml:trace>
</inkml:ink>
</file>

<file path=ppt/ink/ink8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29:19.71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 24575,'8'21'0,"3"14"0,7 26 0,11 18 0,9 6 0,6 1 0,-2-16 0,-1-10 0,-6-17 0,-5-12 0,-7-6 0,-4-12 0,-11-5 0,-1-9 0,-11-10 0,0 3 0,-4-10 0,-3 5 0,3-2 0,0 8 0,5 3 0</inkml:trace>
</inkml:ink>
</file>

<file path=ppt/ink/ink8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29:16.88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83 24575,'15'46'0,"-6"8"0,9 33 0,-13 5 0,5-2 0,-6-3 0,4-10 0,-1-15 0,-2-16 0,-2-19 0,0-16 0,-2-11 0,3-11 0,-4-15 0,0-13 0,0-18 0,-4-1 0,3-13 0,3-9 0,6 8 0,12-7 0,14 22 0,9 3 0,10 16 0,7 5 0,-9 17 0,1 5 0,-10 11 0,-1 14 0,1 17 0,10 19 0,-5 13 0,2-4 0,-11-3 0,-7-20 0,-12-10 0,-5-11 0,-9-14 0,1-2 0,2-20 0,7-14 0,11-19 0,2-11 0,9 4 0,1 1 0,1 14 0,-5 11 0,-7 13 0,-12 14 0,-4 5 0,-4 3 0,1 4 0,6 10 0,9 17 0,5 12 0,6 14 0,-1 11 0,-2 0 0,3 7 0,-4-5 0,-3-8 0,0-5 0,-8-8 0,0-13 0,-11-9 0,2-16 0,-6-8 0,14-6 0,-1-5 0,-1 3 0,-6-1 0</inkml:trace>
</inkml:ink>
</file>

<file path=ppt/ink/ink8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29:17.38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309 1 24575,'-19'14'0,"-7"6"0,-16 21 0,-6 13 0,-13 20 0,14 10-671,5 1 671,22 3 0,17-7 0,18-8 0,12-5 166,14-13-166,9-9 0,10-19 0,5-13 0,-10-20 0,-7-14 0,-11-24 0,-9-11 505,2-13-505,-18-7 0,-2 5 0,-13-2 0,-5 8 0,-7 7 0,-5 7 0,-6 5 0,2 17 0,-6 0 0,6 15 0,-2-1 0,3 10 0,3 0 0,5 4 0,7 0 0,5 0 0</inkml:trace>
</inkml:ink>
</file>

<file path=ppt/ink/ink8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29:18.36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123 588 24575,'-26'26'0,"-1"9"0,-1 8 0,5 3 0,11-4 0,5-7 0,14-1 0,2 0 0,9-5 0,2 1 0,-1-18 0,-4 2 0,-4-13 0,-7-1 0,3-8 0,4-7 0,5-18 0,14-13 0,4-16 0,2-9 0,4-2 0,-9-3 0,-4-3 0,-5 6 0,-7-9 0,-3 12 0,-4-5 0,-2 7 0,-5 13 0,3 7 0,-4 24 0,0 13 0,0 19 0,3 15 0,-2 22 0,6 7 0,-2 28 0,7-5 0,-2 4 0,1-7 0,-4-7 0,-3-3 0,3-4 0,-6 2 0,2-13 0,-6 10 0,-1-7 0,-7 0 0,2-10 0,1-17 0,5-13 0</inkml:trace>
</inkml:ink>
</file>

<file path=ppt/ink/ink8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29:20.56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0 24575,'15'45'0,"-7"9"0,2 5 0,-9 2 0,6-3 0,-6-15 0,2 2 0,-3-21 0,0 2 0,0-11 0,0-3 0,0-4 0,0-5 0</inkml:trace>
</inkml:ink>
</file>

<file path=ppt/ink/ink8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29:21.94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0 8191,'8'63'0,"0"0"0,0 1 0,-2 2 1547,1 12 1,-1 1-1548,-3 0 0,0-2 1154,0-13 1,1-1-1155,-4-2 0,0 0 1003,2-4 0,0-4-1003,-2 11 5700,0-20-5700,0-33 2212,3-22-2212,1-22 1052,4-25-1052,3-8 0,9-24-607,9 3 607,11 0 0,0 17 0,18 16 0,-5 25 0,21 4 0,-2 17 0,2 15 0,-3 9 0,-10 12 0,-11 2 0,-16-2 617,-8 1-617,-11-8 0,0-2 0,0-5 0,-3-9 0,-5-1 0,0-5 0,1-19 0,14-5 0,19-24 0,21-1 0,-3 3 0,-3 17 0,-32 19 0,-7 16 0,-10 20 0,5 25 0,3 13 0,0 17 0,-3-10 0,2-8 0,-5-13 0,2-17 0,-4-10 0,1-14 0,0-5 0,2-6 0,12-8 0,10-5 0,0-4 0,-10 8 0,-11 6 0</inkml:trace>
</inkml:ink>
</file>

<file path=ppt/ink/ink8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29:22.31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81 0 24575,'-14'25'0,"-2"11"0,-7 25 0,10 13 0,-1 4 0,13-10 0,5-8 0,4-21 0,7-8 0,-3-13 0,-1-10 0,0-21 0,-3-15 0,7-19 0,-10-6 0,2 7 0,-11-5 0,0 14 0,-7 7 0,2 9 0,-5 12 0,2 2 0,-4 4 0,4 3 0,5 0 0,3 0 0</inkml:trace>
</inkml:ink>
</file>

<file path=ppt/ink/ink8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29:22.96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671 440 8191,'-61'-9'0,"-4"2"4630,-26 29-4630,6 4 0,32 0 0,-1 6 996,0 9 0,3 4-996,11-5 0,5 3 0,-2 7 0,8 1 1883,13 22-1883,25-15 6242,21-13-6242,19-18 461,16-15-461,18-22 0,-21-13 0,1-8-173,-4-5 0,-1-3 173,7-7 0,-3-3 0,-7-3 0,-6-1 0,-11 6 0,-2 1-337,1-4 0,-4 0 337,-6 1 0,-4 0 0,12-43-247,-10 4 247,-17 12 0,-1 19 0,-7 16 1447,-3 18-1447,2 15 719,-6 9-719,6 24 277,-2 18-277,10 20 0,1 20 0,11 9-575,-3 5 575,2-1 0,-3 2 0,-3-14 0,-4-11 0,-5-19 0,-3-23 0,-7-9 0,2-6 0,-6-4 0,7-5 0,0-3 0</inkml:trace>
</inkml:ink>
</file>

<file path=ppt/ink/ink8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29:23.85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2940 63 24575,'-18'-11'0,"-13"2"0,-27-2 0,-27 0-1341,32 7 1,-4 0 1340,-8 0 0,-6 0-826,1 2 0,-6 1 0,0 1 826,7-1 0,0 1 0,-4 1-374,-1 1 0,-5 2 0,0 0 0,3 0 374,-5 2 0,2-1 0,2 3 0,2 2 0,0 1 0,5 1-514,-15 4 0,5 1 514,15 1 0,3 1 252,10-2 0,2 1-252,0 4 0,1 0 0,1-2 0,1 0 0,1 4 0,0 0 0,-3-4 0,0 1 0,2 2 0,2 1 0,-41 25 0,11-1 0,6 8 2114,22-9-2114,6 2 2953,14 1-2953,0-7 1476,8 6-1476,0 0 636,7-4-636,4 0 0,5-11 0,3-3 0,0-1 0,3 1 0,1 0 0,4 10 0,0-1 0,-1 6 0,-3-4 0,3-11 0,-3-8 0,-3-11 0,-2-9 0,-3-6 0,-6-2 0,8 1 0,-5 1 0</inkml:trace>
</inkml:ink>
</file>

<file path=ppt/ink/ink8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29:24.53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61 1 8191,'53'8'0,"0"-1"0,2 2 0,0-1 2423,2-3 1,-1-1-2424,33 8 2845,-40-8-2845,-23 1 1745,-15-5-1745,-11-1 6704,-8-6-6704,-11 3 243,-5 0-243,-17-3 0,-9 6 0,-12 1 0,-7 4 0,7 7 0,8-2 0,9 2 0,17-3 0,9-1 0,12 1 0,10 0 0,2-1 0,-1 1 0,-4-4 0,-8 0 0,-4-4 0,-3 0 0,-1 0 0,5 0 0,-4-4 0,10 4 0,-2-4 0</inkml:trace>
</inkml:ink>
</file>

<file path=ppt/ink/ink8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29:25.88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156 1 24575,'-8'40'0,"-6"14"0,1 20 0,-9 14-1303,2-3 1303,5-27 0,-1 0 0,-5 26 0,10-32 0,2-3 425,2-1-425,7-22 0,0-20 216,3-34-216,10-29 0,3-16 0,-3 22 0,2 0 0,15-31 0,15-7 0,16 19 0,12 9 0,-26 38 0,3 5 0,2 6 0,1 4-305,-2 3 0,0 4 305,6 9 0,-1 7 0,27 21 0,-9 10 0,-20 13 641,-22-8-641,-6 3 0,-11-8 0,-4-15 0,-7-12 0,3-11 631,-6-8-631,2-8 0,0-14 0,15-12 0,10-9 0,21-13 0,12 9 0,4 1 0,-3 19 0,-3 13 0,-23 11 0,0 9 0,-13 13 0,3 16 0,1 16 0,7 17 0,-3 3 0,0 5 0,-5-3 0,-7-11 0,-4-12 0,-7-9 0,-1-20 0,-3-7 0,3-10 0,14-8 0,11-7 0,-10 5 0,2-4 0</inkml:trace>
</inkml:ink>
</file>

<file path=ppt/ink/ink8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29:26.31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255 0 24575,'-30'14'0,"-5"13"0,-11 24 0,-1 21 0,1 3-909,14 12 909,13-5 0,26-8 298,10-7-298,23-18 151,7-17-151,10-14 0,14-21 0,-8-20 0,4-19 0,-17-15 0,-12-5 0,-12-5 0,-14 2 0,-5 7 460,-17-1-460,-10 16 0,-12 5 0,-6 12 0,-4 11 0,-1 7 0,-3 5 0,0 6 0,7 1 0,8 1 0,16-2 0,8-3 0</inkml:trace>
</inkml:ink>
</file>

<file path=ppt/ink/ink8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29:26.93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400 561 24575,'-22'7'0,"-19"15"0,-11 18 0,7-2 0,1 5-2022,-20 29 2022,23-23 0,5 1 0,4 28 651,10-4-651,25-13 334,13-16-334,18-21 0,11-9 0,29-25 0,17-21-145,-39 9 0,0-6 145,3-9 0,-3-5 0,-6-3 0,-4-3 0,-4 1 0,-3-3 0,-4-13 0,-5-2-386,-11 15 1,-2 0 385,-2-12 0,-3 0 0,-5 9 0,-3 2-83,0-42 83,-3 9 0,2 16 0,-6 18 0,6 8 1267,-5 23-1267,5 12 821,-3 15-821,8 24 93,7 23-93,5 23 0,-2-22 0,3 2-534,-3-1 1,1 1 533,3 5 0,0-1 0,-3-5 0,-1-2 0,12 40 0,-3-17 0,-7-17 0,-2-12 0,-10-21 0,0-6 0,-4-11 1067,-4-7-1067,0 0 0,-4-4 0,4 0 0,0 0 0</inkml:trace>
</inkml:ink>
</file>

<file path=ppt/ink/ink8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29:27.75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1419 228 24575,'-4'-11'0,"-6"0"0,-2 0 0,-15 2 0,-8-8 0,-18 7 0,-6-7 0,-20 5 0,31 4 0,-4 1-479,-7-1 1,-1 0 478,-1 1 0,-1-1 0,-5-1 0,1 0 0,12-1 0,2 0 0,-4 1 0,2-1 0,-31-5 0,20 7 0,23 5 0,20 3 0,11 0 0,-4 0 957,-5 7-957,-10 1 0,-9 11 0,3-6 0,2 5 0,11-6 0,8-4 0,7-1 0,5-7 0</inkml:trace>
</inkml:ink>
</file>

<file path=ppt/ink/ink8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29:28.44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97 1 24575,'0'26'0,"0"8"0,0-1 0,3 4 0,1-9 0,0-9 0,0-4 0,-1-11 0,-2-14 0,2-17 0,-3-9 0,0-9 0,0 14 0,0 5 0,0 18 0,0 12 0,-3 26 0,-1 6 0,-7 14 0,-5-4 0,-3-3 0,-1-8 0,5-9 0,0-10 0,17-12 0,3-5 0,34-13 0,6 1 0,19-5 0,-20 6 0,-8 4 0,-27 8 0,-10 5 0,-22 2 0,-12 4 0,-15 1 0,-11 4 0,15-8 0,13-1 0,23-7 0</inkml:trace>
</inkml:ink>
</file>

<file path=ppt/ink/ink8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29:50.30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1198 68 24575,'-3'-8'0,"-5"-2"0,-10 2 0,-6 0 0,-7-3 0,-10 3 0,1 4 0,-17-3 0,-4 6 0,-5-2 0,-3 3 0,4 3 0,10 2 0,6-1 0,7 3 0,4 1 0,3 0 0,1 7 0,3 0 0,0 8 0,-3 8 0,-1 4 0,0 3 0,-6 7 0,8-1 0,-4 5 0,10-3 0,0 0 0,4 0 0,0 11 0,3-2 0,2 10 0,6 3 0,-3-1 0,10 5 0,-5 5 0,9-9 0,-3 8 0,4-7 0,4-2 0,0 1 0,4-3 0,3-6 0,0 1 0,8-6 0,-3 0 0,6-4 0,1 3 0,0-6 0,7-1 0,-3 3 0,3-9 0,-3-2 0,3-1 0,-7-16 0,7 8 0,-7-16 0,7 2 0,-3-8 0,10 1 0,2 0 0,10-1 0,4-2 0,1 5 0,5-8 0,-8 4 0,-2-6 0,-14 0 0,-3-6 0,-8 1 0,2-10 0,0 0 0,-2-1 0,5-6 0,-2-1 0,0-4 0,3-3 0,-3 0 0,3-1 0,1 4 0,2-9 0,2 8 0,-1-13 0,3 6 0,-5-2 0,5-1 0,-6-4 0,3 0 0,-7-3 0,-1 2 0,-3-5 0,-1 9 0,-6-13 0,-5 9 0,-7-12 0,-4 1 0,-4-4 0,0-1 0,-7-2 0,-1-1 0,0 2 0,-6-4 0,5 10 0,-6-6 0,-6 3 0,7 3 0,-11 5 0,9 4 0,-3 7 0,0 7 0,0 1 0,7 11 0,1 4 0,8 4 0,-1 7 0,4 0 0,0 4 0</inkml:trace>
</inkml:ink>
</file>

<file path=ppt/ink/ink8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31:08.80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0 249 24575,'15'0'0,"1"0"0,2-3 0,8 2 0,12-6 0,19-1 0,25-8 0,4-4 0,-28 6 0,-1-1-982,28-9 982,8-3 0,-28 1 0,-4 6 0,2-6 0,-2 14 0,4-3 0,-4 8 0,-11 3 0,-12 0 245,-15 4 1,-13 0-1,-6 0 1</inkml:trace>
</inkml:ink>
</file>

<file path=ppt/ink/ink8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31:09.42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0 247 20858,'11'41'0,"1"9"1765,3 6-1765,-3 8 0,-1-13 629,-3-8-629,-1-20 323,1-17-323,-1-10 1000,1-17-1000,-4-7 0,0-17 0,-4-8 0,0-5 0,0-2 0,0 6 0,-4 5 0,3 8 0,-5 3 0,5 6 0,-3 6 0,8 8 0,3 6 0,12-2 0,8 5 0,4-2 0,-4 7 0,-5 1 0,-14 6 0,2 1 0,5 14 0,5 13 0,10 9 0,1 13 0,-1-6 0,-3 2 0,-1-2 0,-6-8 0,-5-2 0,-8-13 0,-7-5 0,-7-4 0,-9-3 0,0 0 0,-6-1 0,-1-7 0,-1-1 0,-3 1 0,4-3 0,7 2 0,2-3 0,6 0 0,0 0 0,0 0 0,4 0 0,1 0 0</inkml:trace>
</inkml:ink>
</file>

<file path=ppt/ink/ink8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31:11.91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0 24575,'0'73'0,"0"-5"0,3 29 0,1-11 0,0 9 0,3-19 0,-6-1 0,2-32 0,1-9 0,-3-11 0,2-8 0,-3-7 0,0-5 0</inkml:trace>
</inkml:ink>
</file>

<file path=ppt/ink/ink8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31:04.87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32 0 24575,'7'12'0,"-2"3"0,1-3 0,-5 3 0,6 7 0,-3 6 0,0 3 0,0 24 0,-8 1 0,3 14 0,-9 8 0,8-17 0,-8 2 0,6-6 0,-4-9 0,1-2 0,-1-9 0,4-6 0,-3-4 0,6 0 0,-2-1 0,3 1 0,0 8 0,0 0 0,0-4 0,0-1 0,0-20 0,0-11 0,0-15 0</inkml:trace>
</inkml:ink>
</file>

<file path=ppt/ink/ink8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31:07.02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 24575,'12'0'0,"2"0"0,-5 0 0,2 0 0,-4 3 0,4-2 0,1 9 0,10-1 0,-2 9 0,10 6 0,-3 10 0,0 2 0,-1 5 0,3 5 0,-1 0 0,9 12 0,-6 0 0,0-1 0,-5-3 0,0-4 0,-6-14 0,2-7 0,-10-13 0,-1-9 0,-7 0 0,3-6 0,-3 2 0,0 1 0,6 0 0,-5 7 0,6 1 0,-3 4 0,-1-1 0,1 0 0,0 4 0,-1-6 0,-3 1 0,0-6 0,-1-4 0,-2 3 0,6-3 0,-6 1 0,2-2 0</inkml:trace>
</inkml:ink>
</file>

<file path=ppt/ink/ink9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31:07.79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53 24575,'8'-4'0,"-1"0"0,4 8 0,11 0 0,3 0 0,8 3 0,-2-6 0,-1-1 0,-3-4 0,-1-7 0,-10 2 0,-1-1 0,-5 2 0,-1 4 0,5-3 0,-2 6 0,3-6 0,-3 7 0,-1-4 0,-3 4 0,-4 0 0,-1 0 0</inkml:trace>
</inkml:ink>
</file>

<file path=ppt/ink/ink9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31:15.73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0 24575,'18'23'0,"-2"1"0,3 13 0,-4 2 0,0 4 0,-3 2 0,-1-9 0,-7-2 0,3-4 0,-3 1 0,0 4 0,7 3 0,-6-6 0,2 1 0,0-12 0,-6-2 0,2-12 0,-3-3 0</inkml:trace>
</inkml:ink>
</file>

<file path=ppt/ink/ink9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31:16.53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54 24575,'33'-19'0,"13"7"0,15-3 0,30 11 0,7 1 0,-46 4 0,-1 1 0,33 6 0,-34 0 0,-25 3 0,-18-3 0,-7 7 0,-10 1 0,-10 14 0,-11-5 0,-11 11 0,-1-8 0,4 7 0,1-12 0,11 3 0,7-13 0,6 1 0,10-6 0,0 0 0,11 3 0,11 4 0,14 8 0,10 5 0,-3 2 0,-2 1 0,-14-4 0,-4 3 0,-8 1 0,-7 1 0,-1 2 0,-3-7 0,-3 3 0,-5-10 0,-4 3 0,-3-11 0,3-1 0,1-7 0,0-1 0,-1-3 0,-4 0 0,1 0 0,-4 0 0,3 0 0,-3-3 0,7 2 0,-6-9 0,6 5 0,-4-6 0,2 0 0,5-4 0,1-1 0,5 4 0,3 5 0</inkml:trace>
</inkml:ink>
</file>

<file path=ppt/ink/ink9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31:16.96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 24575,'11'19'0,"0"7"0,-3 9 0,0 8 0,3 13 0,-3-4 0,3 9 0,0-8 0,-6-2 0,5-5 0,-6-11 0,4-9 0,-4-10 0,-1-12 0,-6-5 0,-1-10 0,-1 6 0,2-2 0</inkml:trace>
</inkml:ink>
</file>

<file path=ppt/ink/ink9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31:17.62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8 8191,'51'-4'0,"7"0"4450,34 12-4450,-21-2 2890,-6 6-2890,-36-8 0,-21 3 1793,-2-3-1793,-1 7 6553,-1 5-6553,-8 3 698,-1 4-698,-13 0 0,5-3 0,1-1 0,2-7 0,6-1 0,0-3 0,0 3 0,4 1 0,0 6 0,4 5 0,3 5 0,5 2 0,3 5 0,0 0 0,1 3 0,-1 0 0,3 8 0,-5-3 0,1 7 0,-10-8 0,0 0 0,-8-7 0,-3-7 0,-5-10 0,-4-10 0,4-4 0,-5-8 0,-3 0 0,-11-4 0,0 1 0,-4 3 0,8 0 0,1 1 0,9 2 0,3-2 0,6 3 0,0 0 0,1-7 0,-1 2 0,4-3 0,0 5 0</inkml:trace>
</inkml:ink>
</file>

<file path=ppt/ink/ink9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31:21.69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85 0 24575,'-19'0'0,"-1"3"0,-3 2 0,11-1 0,1-1 0</inkml:trace>
</inkml:ink>
</file>

<file path=ppt/ink/ink9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31:20.66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0 133 24575,'8'23'0,"-4"0"0,6 7 0,-8-2 0,8 3 0,-6-4 0,4-8 0,-4 3 0,-1-5 0,1 1 0,-4-2 0,7-4 0,-6 2 0,2-5 0,1-2 0,-3 0 0,2-9 0,-6-2 0,-2-15 0,-6-5 0,3-3 0,0-2 0,1 12 0,6-4 0,-2 13 0,3-3 0,0 3 0,0 0 0,0-3 0,7 0 0,-6-4 0,9-1 0,-5 1 0,2 0 0,-3 3 0,3-2 0,-6 5 0,6-2 0,-6 4 0,2-1 0,0 1 0,-2-1 0,3 1 0,-4-1 0,3 0 0,8-3 0,-2 6 0,12-5 0,15 3 0,27-5 0,23 0 0,-23 8 0,2 0-960,-8 1 0,0 0 960,10 2 0,-1 1 0,-13-2 0,-3 0 0,25 2 0,-26 4 0,-30 0 0,-9 0 0,-6 7 0,4 1 1920,-4 7-1920,-1 8 0,-3 0 0,0 4 0,-6 3 0,-3-2 0,-10 5 0,0-5 0,-11 9 0,-2-9 0,-13 9 0,-2-9 0,-18 1 0,-2-5 0,-14-6 0,-3-3 0,35-12 0,-1-2 0,-38 6 0,0-3 0,30-4 0,20 0 0,16-4 0,14-4 0,5 0 0,3-4 0,13-2 0,7-2 0,15-3 0,-11 3 0,-6 4 0,-15 5 0</inkml:trace>
</inkml:ink>
</file>

<file path=ppt/ink/ink9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31:21.14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100 0 24575,'-15'15'0,"-7"8"0,1 15 0,-2 16 0,8 8 0,12 15 0,11 5 0,9-6 0,10-5 0,6-14 0,-4-16 0,4-12 0,-21-14 0,2-11 0,-10 0 0,4-8 0,3-3 0,-3-2 0,0-8 0,-5 11 0,-3-4 0</inkml:trace>
</inkml:ink>
</file>

<file path=ppt/ink/ink9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31:21.43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0 142 24575,'12'0'0,"9"0"-9831,-11 0 9086,69-5 0,14-3 745,-33 1 1409,30 1 0,-8-2-1409,-56 1 0,18-5 0,-15-4 1719,6-4-1719,-15-7 0,-19 17 0,4-5 0</inkml:trace>
</inkml:ink>
</file>

<file path=ppt/ink/ink9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31:22.23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0 24575,'12'0'0,"2"0"0,8 4 0,16 0 0,30 4 0,15-4 0,-30-2 0,1-1 0,41-4 0,-13 2 0,-37-6 0,-20 6 0,-21-2 0,-1 3 0</inkml:trace>
</inkml:ink>
</file>

<file path=ppt/ink/ink9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31:22.73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8 24575,'15'0'0,"7"0"0,5 0 0,7 0 0,8 0 0,-4 0 0,10-3 0,2 2 0,16-3 0,-7 4 0,-8 0 0,-25 0 0,-16 0 0</inkml:trace>
</inkml:ink>
</file>

<file path=ppt/ink/ink9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31:24.81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178 1 24575,'0'53'0,"-4"8"0,0 2 0,-4 12 0,-3-8 0,3 12 0,-7-12 0,3 18 0,-3-16 0,-4 21 0,-1-14 0,1 8 0,0-7 0,7-7 0,4-12 0,5-17 0,3-14 0,0-19 0,0-8 0,3-15 0,5-8 0,4-4 0,3-10 0,-7 18 0,-1-1 0</inkml:trace>
</inkml:ink>
</file>

<file path=ppt/ink/ink9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31:25.31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0 24575,'8'8'0,"3"6"0,0-1 0,8 16 0,0-1 0,4 14 0,-3 1 0,1 6 0,-1 5 0,3 11 0,-4-2 0,3 12 0,-3-5 0,4 10 0,0-9 0,-4-3 0,-4-15 0,0-7 0,-7-11 0,0-8 0,-5-15 0,-3-5 0</inkml:trace>
</inkml:ink>
</file>

<file path=ppt/ink/ink9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31:25.72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76 24575,'41'-8'0,"5"1"0,1 3 0,-2-3 0,-18 3 0,-5-1 0,-10-1 0,-1 5 0,-4-6 0,-3 3 0,3 0 0,-3-3 0,1 3 0,-2-1 0,-3 2 0</inkml:trace>
</inkml:ink>
</file>

<file path=ppt/ink/ink9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31:26.48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0 24575,'0'19'0,"3"-3"0,-2 7 0,6 0 0,-3 1 0,4 2 0,-1 4 0,1 5 0,-4 8 0,-1 6 0,-3 5 0,4 0 0,-3 0 0,2-8 0,0-7 0,2-12 0,-1-5 0,-1-10 0,-3-8 0,0-15 0,0 5 0,0-8 0</inkml:trace>
</inkml:ink>
</file>

<file path=ppt/ink/ink9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31:27.18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38 8191,'64'-11'0,"4"-4"5063,-6 10-5063,-8-1 2818,-24 6-2818,-16 3 1719,-10 1-1719,-4 7 6784,-7 5-6784,-5 3 0,-15 4 0,3-3 0,-6-1 0,7-4 0,6-3 0,3-4 0,6-1 0,4-3 0,1 4 0,13 10 0,6 5 0,11 12 0,0 4 0,-8-8 0,-5 13 0,-6-11 0,-4 16 0,-4-10 0,-8 6 0,-7-2 0,-1-7 0,-6-3 0,2-10 0,0-3 0,5-5 0,4-7 0,3-5 0,1-10 0,-1-1 0,0-11 0,0 3 0,4-2 0,1 10 0,3 1 0</inkml:trace>
</inkml:ink>
</file>

<file path=ppt/ink/ink9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31:28.40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224 0 24575,'-30'0'0,"-2"4"0,1 0 0,-3 0 0,14 3 0,-6-3 0,13 4 0,2 0 0,8-1 0,0 1 0,2 7 0,-6 1 0,6 10 0,-6-2 0,6 9 0,-2 2 0,3 8 0,3 7 0,5-7 0,7 12 0,4-10 0,4 8 0,3-7 0,5-7 0,0-8 0,6-9 0,-6-10 0,-4-4 0,-8-5 0,-8-3 0,-4-3 0,11-5 0,2-4 0,-3 4 0,-4 1 0</inkml:trace>
</inkml:ink>
</file>

<file path=ppt/ink/ink9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31:28.86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289 1 8191,'-39'11'0,"1"8"5063,-11 8-5063,2 15 0,0 1 0,9 14 2818,18-6-2818,9 16 1719,15-11-1719,11 8 0,19-10 0,12 3 0,29-4 0,1-3 3085,-28-29 1,2-2-3086,32 8 0,-6-8 0,-23-11 0,-16-8 0,-21-5 0,1-9 0,-9-5 0,11-8 0,-6 3 0,-3 9 0,-6 8 0</inkml:trace>
</inkml:ink>
</file>

<file path=ppt/ink/ink9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31:29.73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0 122 24575,'7'22'0,"-2"2"0,6 17 0,0 3 0,-2 9 0,2 1 0,-4-10 0,-3-7 0,3-17 0,-6-12 0,2-9 0,-3-10 0,0-1 0,0-7 0,-3 0 0,2-7 0,-2-4 0,3-5 0,0 0 0,0 2 0,0 6 0,0-3 0,0 7 0,3-7 0,1 10 0,4-2 0,-1 7 0,4 0 0,5-1 0,3 5 0,10-4 0,13 7 0,8-3 0,18 7 0,-1 4 0,-2 11 0,-14 2 0,-10 12 0,-18-4 0,6 19 0,-9-3 0,0 12 0,-3 7 0,-12-7 0,2 14 0,-17-12 0,-10 3 0,-15-8 0,-4-8 0,-3-7 0,0-4 0,3-8 0,-3 0 0,7-7 0,8-4 0,8-5 0,11-6 0,2 2 0,5-6 0,1-4 0,7-2 0,2-2 0,-2 8 0,-3 3 0</inkml:trace>
</inkml:ink>
</file>

<file path=ppt/ink/ink9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31:30.11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0 24575,'7'34'0,"-5"1"0,11 17 0,-8-3 0,6 18 0,-3-15 0,-1-2 0,-2-16 0,-2-14 0,-3-13 0,3-4 0,1-17 0,7-2 0,1-7 0,0 0 0,-4 11 0,-5 6 0</inkml:trace>
</inkml:ink>
</file>

<file path=ppt/ink/ink9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31:30.47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46 24575,'16'0'0,"6"-4"0,1 4 0,18-7 0,2 6 0,13-9 0,-2 8 0,-1-11 0,-14 11 0,-13-5 0,-15 7 0,-8 0 0</inkml:trace>
</inkml:ink>
</file>

<file path=ppt/ink/ink9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31:30.91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0 24575,'29'0'0,"16"0"0,16 0 0,6 0 0,4 0 0,-17 0 0,-2 0 0,-20 0 0,-10 0 0,-15 0 0</inkml:trace>
</inkml:ink>
</file>

<file path=ppt/ink/ink9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31:31.35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16 24575,'22'0'0,"-2"0"0,2-3 0,4 2 0,5-2 0,14 3 0,8 0 0,35 0 0,-10 0-279,-27 0 0,0 0 279,38 0 0,-11 0 0,-5-4 0,-27 3 0,-20-2 0,-15 3 0,-8 0 0</inkml:trace>
</inkml:ink>
</file>

<file path=ppt/ink/ink9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31:44.46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1 171 24575,'25'-7'0,"3"-1"0,17-3 0,8 3 0,8-3 0,4 3 0,3 4 0,-10 0 0,-5 1 0,-15 2 0,-9-2 0,-9 3 0,-2 0 0,-2 0 0,-1 0 0,0-4 0,0 4 0,4-4 0,0 4 0,0 0 0,-3 0 0,-9-3 0,0 2 0,-6-6 0,9 0 0,-8-2 0,8-5 0,-6-1 0,0 2 0,-1-1 0,1 10 0,-3 4 0,12 24 0,0 13 0,10 21 0,-4-3 0,0-3 0,-8-9 0,4-8 0,-10-19 0,1-10 0,-6-30 0,-3-1 0,-5-23 0,0-2 0,-3 3 0,3 2 0,4 15 0,4 7 0,11 4 0,8 7 0,8 5 0,3 4 0,1 6 0,-4 1 0,-1 11 0,-7 1 0,3 7 0,-6 7 0,6 1 0,-6 8 0,-4 3 0,-5 7 0,-7-1 0,-4 8 0,-7-9 0,-2-4 0,-2-16 0,7-12 0,5-12 0</inkml:trace>
</inkml:ink>
</file>

<file path=ppt/ink/ink9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31:45.45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0 311 8191,'8'-4'0,"3"0"5063,4 4-5063,8-3 2818,21 2-2818,17-2 0,20 3 0,13 3 0,-5-2 0,6 2 0,-27-3 1719,-15-3-1719,-27 2 6784,-19 1-6784,3 8 0,2 7 0,4 1 0,-1 0 0,-4-9 0,-3-3 0,-4-7 0,-1-2 0,1-2 0,-3-14 0,2-17 0,0-14 0,-2-8 0,3 6 0,2 9 0,3 10 0,3 13 0,2 7 0,-6 11 0,3 1 0,4 13 0,7 6 0,23 22 0,10 9 0,13 11 0,-13-7 0,-7-3 0,-21-13 0,-8-7 0,-8-3 0,-7-5 0,-1-1 0,-10 4 0,-1-7 0,-8 3 0,-2-7 0,5-1 0,-5-4 0,9-2 0,-5 2 0,2-3 0,-4 0 0,8 3 0,1-6 0,7 2 0</inkml:trace>
</inkml:ink>
</file>

<file path=ppt/ink/ink9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32:03.32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827 68 24575,'-8'-15'0,"-3"3"0,-8-6 0,-1 12 0,-30-10 0,0 21 0,-32 0 0,-3 25-589,33-9 0,-1 4 589,2 3 0,1 2 0,-2 4 0,3 1-195,7-1 1,3 1 194,-22 34 0,26-14 0,17-6 0,25-11 0,12-7 1154,19-3-1154,37-1 0,10-14 0,-32-6 0,2-1 206,-4-5 1,-2-2-207,29-7 0,-22 0 0,-30 4 0,-19 11 0,-18 23 0,-2 14 0,1 7 0,15 5 0,20-2 0,19 0 0,16-7 0,13-2 0,3-21 0,-9-1 0,-23-16 0,-17-3 0,-11-14 0,12-6 0,23-25 0,-17 18 0,3-5 0,-32 24 0</inkml:trace>
</inkml:ink>
</file>

<file path=ppt/ink/ink9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32:03.89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24 282 24575,'11'30'0,"-6"5"0,2 14 0,-7-1 0,0 5 0,0-17 0,0-6 0,0-22 0,-10-52 0,4-6 0,-9-46 0,7 23 0,4-3 0,1 12 0,9 3 0,6 18 0,14 7 0,6 20 0,9 5 0,4 14 0,12 9 0,4 15 0,8 7 0,-11 9 0,-9 0 0,-22-8 0,-13-5 0,-11-4 0,-13 5 0,-6 4 0,-15-4 0,-4 10 0,-7-2 0,-4 4 0,-1 2 0,-2-10 0,3-4 0,10-8 0,9-7 0,16-12 0,18-5 0,6-6 0</inkml:trace>
</inkml:ink>
</file>

<file path=ppt/ink/ink9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32:04.81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0 137 24575,'4'37'0,"-4"0"0,4 19 0,-4-1 0,-4-1 0,4-4 0,-4-15 0,4-19 0,0-13 0,0-19 0,0-30 0,0 0 0,7-28 0,1 12 0,7 5 0,4 4 0,-3 15 0,6 4 0,-6 11 0,3 8 0,-8 7 0,0 2 0,-3 5 0,-4 1 0,6 14 0,9 14 0,9 18 0,16 12 0,3 7 0,6 1 0,7-1 0,-12-14 0,-4-13 0,-24-16 0,-10-14 0,-10-5 0</inkml:trace>
</inkml:ink>
</file>

<file path=ppt/ink/ink9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32:05.06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84 24575,'53'-15'0,"7"-3"0,9 2 0,11-3 0,-37 11 0,-6 1 0</inkml:trace>
</inkml:ink>
</file>

<file path=ppt/ink/ink9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32:05.54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0 231 24575,'12'11'0,"2"4"0,-2 9 0,0-1 0,-1 4 0,-7-11 0,3-5 0,-6-11 0,2-4 0,-3-10 0,-3-9 0,-5-15 0,3-5 0,-2-6 0,7 7 0,0 1 0,10 10 0,10 1 0,11 11 0,10 7 0,5 2 0,3 9 0,4 4 0,1 9 0,-1 11 0,-7 5 0,-8-1 0,-12-4 0,-7 3 0,-8-2 0,0 10 0,-6 4 0,1 5 0,-5-1 0,3 4 0,-8-7 0,0-4 0,-7-5 0,2-10 0,-2-5 0,3-4 0,1-7 0,-4 3 0,-12-6 0,-22 2 0,-18-3 0,20 0 0,5 0 0</inkml:trace>
</inkml:ink>
</file>

<file path=ppt/ink/ink9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32:06.61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161 0 24575,'-3'51'0,"-1"5"0,-4-1 0,0 3 0,1-1 0,-1-3 0,0-11 0,-3 5 0,-1-15 0,-6 8 0,1-6 0,2 0 0,0 2 0,7-9 0,-3 2 0,7-10 0,0-8 0,4-5 0</inkml:trace>
</inkml:ink>
</file>

<file path=ppt/ink/ink9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32:07.53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406 58 24575,'12'0'0,"26"3"0,-17-2 0,19 2 0,-28 1 0,-2-3 0,-26 2 0,-6-3 0,-27-3 0,-9-1 0,-11-7 0,-8 2 0,3-2 0,5 4 0,15-1 0,19 4 0,20 0 0,16 4 0,14 7 0,11 2 0,8 6 0,12 1 0,0 2 0,3-1 0,-3 5 0,-4-3 0,3 4 0,0 1 0,-2-1 0,2 0 0,-14-7 0,-8-2 0,-9-9 0,-10-5 0,3-5 0,-3-2 0,0-7 0,7 4 0,-6-11 0,2 5 0,3-7 0,-5-3 0,6 3 0,-3-3 0,3 3 0,-3 7 0,3-2 0,-3 13 0,-4-5 0,-1 2 0,-3 3 0,0-2 0</inkml:trace>
</inkml:ink>
</file>

<file path=ppt/ink/ink9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32:09.26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465 1 24575,'-69'25'0,"-4"10"0,3 16-1134,1 13 1134,34-21 0,2 3 185,6-3 0,2 2-185,3 4 0,3 1 0,0 42 0,16-7 0,24 6 0,11-13-248,24-2 248,13-22 0,7-12 0,21-19 0,-10-12 0,7-17 0,-18-14 0,-22-4 0,-17-12 562,-19 8-562,-17-13 0,-12 2 0,-6-6 450,-20 3-450,5 4 0,-7 11 0,5 5 0,10 14 0,2 1 0,10 7 0,4 0 0,5 0 0</inkml:trace>
</inkml:ink>
</file>

<file path=ppt/ink/ink9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32:09.96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330 63 24575,'-12'15'0,"1"4"0,3-3 0,4 10 0,1-2 0,3 17 0,3 9 0,1 19 0,12 28 0,1-11 0,-4-35 0,1-2 0,10 10 0,-5-17 0,-4-24 0,-11-18 0,9-18 0,10-23 0,9-18 0,9-17 0,-9 0 0,-3 4 0,-13-7 0,-2 16 0,-9 7 0,-5 19 0,-5 10 0,-9 5 0,-16-1 0,-10 0 0,-28 4 0,-6 0 0,-11 11 0,1 1 0,7 7 0,15 3 0,16 2 0,20 2 0,15-2 0,7-2 0</inkml:trace>
</inkml:ink>
</file>

<file path=ppt/ink/ink9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32:10.71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54 8191,'58'-20'0,"-9"-1"5063,-18 16-5063,-9-2 2818,-11 7-2818,4 7 1719,7 11-1719,9 14 6784,11 21-6784,7 12 0,1 16 0,-4 1 0,-5-5 0,-14-9 0,-5-14 0,-7-8 0,-3-11 0,-1-12 0,-7-8 0,0-11 0,-8-4 0,0-8 0</inkml:trace>
</inkml:ink>
</file>

<file path=ppt/ink/ink9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32:10.99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0 274 24575,'8'-4'0,"6"-7"0,6 3 0,13-7 0,13-4 0,1 3 0,2-2 0,-4-4 0,-7 2 0,4-7 0,-1-2 0,-2-2 0,-5 3 0,-14 9 0,-10 13 0</inkml:trace>
</inkml:ink>
</file>

<file path=ppt/ink/ink9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32:11.36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 82 24575,'-3'40'0,"2"14"0,-2 17 0,10-21 0,4 2 0,10 33 0,0-36 0,5-2 0,27 25 0,5-20 0,6-15 0,-13-21 0,-7-20 0,-3-22 0,-6-20 0,0-16 0,-9-16 0,-11 4 0,-7-9 0,-12 11 0,-8 3 0,-7 12 0,-4 15 0,-4 6 0,-4 15 0,-10-1 0,-6 14 0,-10 1 0,-5 7 0,-8 7 0,17 2 0,14-1 0,25-1 0</inkml:trace>
</inkml:ink>
</file>

<file path=ppt/ink/ink9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30:49.46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244 0 24575,'0'47'0,"0"26"0,-4-17 0,-2 3-1034,-1 0 1,-2 1 1033,-4 6 0,-1 1 0,-4 1 0,-1-1 0,1-7 0,0 0 0,1 6 0,0-2 0,2-14 0,0-4 665,-4 35-665,3-13 341,5-28-341,7-11 0,0-24 0,4-6 1061,4-34-1061,3-6 0,5-27 0,-3 30 0,-3 7 0</inkml:trace>
</inkml:ink>
</file>

<file path=ppt/ink/ink9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30:49.94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 24575,'30'18'0,"8"16"0,11 24 0,-17-19 0,1 3-791,-1 4 1,1 2 790,3 2 0,0 0 0,-3 0 0,-2 0 0,2 6 0,-2-1 0,-5-7 0,-1 0 0,-2 5 0,-2 0 0,10 29 100,-2 4-100,-9-11 360,2-10-360,-7-9 0,-3-16 0,-1-13 0,-7-12 0,0-12 0</inkml:trace>
</inkml:ink>
</file>

<file path=ppt/ink/ink9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30:50.34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92 24575,'33'-8'0,"19"-3"0,18 3 0,18-6 0,6 2 0,-15 0 0,-15-2 0,-34 9 0,-16-2 0</inkml:trace>
</inkml:ink>
</file>

<file path=ppt/ink/ink9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30:50.88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0 24575,'7'26'0,"2"9"0,2 22 0,0 23 0,-3 3-757,-4 15 757,3-9 0,-5-39 0,0 0 0,9 40 0,1 6 187,0-22-187,-1-13 0,-7-19 0,-1-19 0,1-12 0,-4-11 142,0-14 1,0 7-1,-4-6 1</inkml:trace>
</inkml:ink>
</file>

<file path=ppt/ink/ink9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30:51.66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35 18805,'44'-16'0,"10"2"2126,35 9-2126,-39 6 0,2 2 0,14 3 0,0 3 0,-9 1 0,-3 1 0,-2 2 0,-5 0 1136,10 7-1136,-24-1 597,-18-4-597,-7 7 1601,-9-1-1601,-6 8 310,-9-1-310,-7 3 0,-4-1 0,-11 4 0,3 1 0,-7 4 0,7-4 0,1-1 0,13-10 0,3-5 0,14-8 0,0-4 0,4 1 0,7 3 0,8 5 0,16 7 0,8 4 0,3 0 0,-11-4 0,-9 0 0,-11-7 0,-4 13 0,-2-1 0,-9 14 0,-8 0 0,-11-2 0,-4-3 0,-11-9 0,-1-5 0,-4-8 0,1-7 0,1-5 0,-2-3 0,-7-3 0,7-1 0,-2-1 0,16 2 0,4 3 0,13-3 0,1 2 0,3-3 0,4 1 0,-3 2 0,6-6 0,1 7 0,11-11 0,-2 10 0,2-6 0,-7 7 0</inkml:trace>
</inkml:ink>
</file>

<file path=ppt/ink/ink9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30:52.37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365 0 24575,'-26'19'0,"-15"18"0,-10 7 0,-15 21 0,4 4 0,8 5 0,16-4 0,18 7 0,13-11 0,15 0 0,14-2 0,9-10 0,8-7 0,9-6 0,-2-17 0,7-2 0,4-13 0,-3-3 0,-8-6 0,-12 0 0,-16 0 0,-7 0 0,-6-3 0,5-1 0,-2-7 0,11 3 0,0-7 0,4 3 0,0-3 0,-4 0 0,-4 3 0,-7 5 0,-5 3 0</inkml:trace>
</inkml:ink>
</file>

<file path=ppt/ink/ink9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30:54.56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70 107 24575,'7'16'0,"1"2"0,3 12 0,-3 16 0,3 16 0,0 5 0,-6 1 0,5-6 0,-9-11 0,2-3 0,1-9 0,-3-4 0,2-1 0,-3 0 0,0-2 0,0-1 0,3-8 0,-2-8 0,3-11 0,-4-5 0,0-23 0,-9-26 0,4-33 0,-8-16 0,9 47 0,0 0 0,0-48 0,1 17 0,3 6 0,3 21 0,8 10 0,2 12 0,12 8 0,5 7 0,9 7 0,17 5 0,2 7 0,20 11 0,-4 2 0,17 14 0,-23-6 0,-7 3 0,-30-5 0,-14 3 0,-9 16 0,-4 10 0,-4 16 0,-8 9 0,-4-3 0,-6 13 0,-5-16 0,-5-5 0,-16-4 0,-1-20 0,-15 3 0,-8-18 0,-10-4 0,-3-7 0,-18-5 0,26-3 0,-3-4 0,36 0 0,15 0 0,17 3 0,15-2 0,-5 3 0,9-4 0</inkml:trace>
</inkml:ink>
</file>

<file path=ppt/ink/ink9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30:55.18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189 1 24575,'-12'16'0,"-13"19"0,-3 12 0,-11 20 0,0 23-1434,15 4 1434,6 0 0,14 2 0,11-12 395,9-3-395,7-15 0,22 19 254,-11-40-254,12 15 0,-19-37 0,-8-11 728,-12-9-728,0-11 57,-3-7-57,4-1 0,-4 4 0,0 6 0</inkml:trace>
</inkml:ink>
</file>

<file path=ppt/ink/ink9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30:55.52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55 24575,'36'0'0,"21"0"0,17 0 0,20 0 0,-22 0 0,-4-6 0,-2-2 0,-11 1 0,40-8 0,-80 8 0,-8 3 0,-7 0 0,0 0 0</inkml:trace>
</inkml:ink>
</file>

<file path=ppt/ink/ink9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30:55.96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8 24575,'29'-4'0,"-4"0"0,28 4 0,2 0 0,27 0 0,3 0 0,-20 0 0,-12 0 0,-34 0 0,-9 0 0</inkml:trace>
</inkml:ink>
</file>

<file path=ppt/ink/ink9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30:56.69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99 17960,'22'0'0,"-5"-4"2986,5 0-2986,-10 0 1132,-1 1-1132,0 3 594,0 0-594,11-4 1903,2 0-1903,3-4 0,-1 4 0,-10-3 0,-2 7 0,-9-7 0,1 6 0,2-6 0,7 3 0,11-3 0,2-1 0,16 0 0,-11 4 0,7-3 0,-20 7 0,-5-4 0,-12 4 0</inkml:trace>
</inkml:ink>
</file>

<file path=ppt/ink/ink9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32:20.92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0 130 19687,'50'-4'0,"5"-3"2277,-4-1-2277,-1 0 831,-9-3-831,-7 3 430,-11 4-430,-1 1 1350,-10-1-1350,-1 3 0,-3-2 0,-1 3 0,1 0 0,3-3 0,-3 2 0,3-3 0,-3 4 0,3 0 0,-3 0 0,6 0 0,-5 0 0,2-3 0,0 2 0,1-5 0,3 5 0,-3-3 0,-1 1 0,0 2 0,-3-2 0,6-1 0,-5 4 0,5-7 0,-6 6 0,3-2 0,-3 3 0,0-4 0,-1 3 0,1-2 0,-1 3 0,1 0 0,0 0 0,-1-3 0,4 2 0,-2-3 0,5 4 0,-6-3 0,3 2 0,-7-2 0,0 3 0</inkml:trace>
</inkml:ink>
</file>

<file path=ppt/ink/ink9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32:27.75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1 247 24575,'25'0'0,"6"0"0,31-4 0,16-3 0,-29 1 0,5 0-1122,16-3 1,3-2 1121,0 2 0,3-1 0,-13 2 0,4-1 0,5 2-1430,20 0 1,7 2-1,2 0 1430,-20 0 0,1 0 0,1 0 0,2 1 0,8-1 0,1 1 0,2 1 0,1-1 0,-16 2 0,1 1 0,0-1 0,-1 0 0,0-1 0,14-2 0,0-2 0,-1 0 0,-3 2 0,-9 2 0,-1 2 0,-2 0 0,-2-2-511,16-4 1,-3-2 0,-8 1 510,-3 4 0,-10 0 0,29-11 0,-31 10 282,-26-5 0,-25 9 0,-6-2 1</inkml:trace>
</inkml:ink>
</file>

<file path=ppt/ink/ink9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32:36.93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9 1 24575,'0'54'0,"0"7"0,-4 33 0,4 0-1734,-4 2 1734,3-42 0,2 1 0,6 40 0,-3-34 0,2 1 0,3-7 0,1-1 0,-2 1 0,1-1 525,10 38-525,-4-20 295,-3-25-295,-1-13 0,-7-19 0,-1-7 0,-3-5 0</inkml:trace>
</inkml:ink>
</file>

<file path=ppt/ink/ink9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32:37.36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84 24575,'30'-3'0,"14"-1"0,0-4 0,15-3 0,-1-1 0,6 0 0,-3-2 0,-7 9 0,-16-5 0,-19 9 0,-12-2 0</inkml:trace>
</inkml:ink>
</file>

<file path=ppt/ink/ink9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32:37.82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 24575,'14'44'0,"9"0"0,8 17 0,17 0 0,3 2 0,20 5 0,5-16 0,5-7-697,5-22 697,1-12 0,-2-11 0,-5-7 172,-19-8-172,-23 2 0,-16-5 0,-11 6 0,0-6 0,-3 2 525,6-9-525,-5 4 0,2-8 0,-4 2 0,-2 3 0,1-8 0,-5 18 0,3-4 0,-4 15 0</inkml:trace>
</inkml:ink>
</file>

<file path=ppt/ink/ink9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32:38.31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 24575,'12'49'0,"-1"12"0,-3 23 0,-1 10-798,-5-43 0,1 0 798,7 49 0,-10-31 0,1-1 0,13 31 0,-13-39 0,-1-5 518,11-2-518,-11-19 0,4-18 0,-4-9 0</inkml:trace>
</inkml:ink>
</file>

<file path=ppt/ink/ink9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32:38.66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0 24575,'47'0'0,"11"4"0,32 0 0,1 0 0,0 7 0,-26-10 0,-24 6 0,-23-7 0,-11 0 0</inkml:trace>
</inkml:ink>
</file>

<file path=ppt/ink/ink9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23:32:39.03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57 24575,'4'39'0,"3"-1"0,5-3 0,7 6 0,3-5 0,-1-1 0,4-8 0,-9-12 0,-1-4 0,-4-7 0,-3 0 0,3-4 0,0-4 0,5 0 0,2-10 0,5-9 0,-3-1 0,5-13 0,-8 10 0,1-7 0,-6 4 0,-1-4 0,-4 6 0,-2-2 0,1 8 0,-5 6 0,3 5 0,-4 7 0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70CBCD-7E92-76B4-E0E5-2132E20B11B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2596912-AC1C-2A82-7C78-29DF37C5A7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8EE1E3-4754-0A02-6F6B-8D9BE6B5C7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AD2461-9295-5F4F-A770-25875D832C7A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D9718C-CD3D-DEAC-4BA6-7A21A2A9C5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F25122-5193-FBFD-2C64-787BC39E89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F60751-4A30-AD40-9D29-E10652BD3C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4532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55316F-A9AE-3B4A-9AE8-CB32084858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E77799-BE55-1313-74F7-C5FC26B953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8EC8050-46A6-3B83-BA51-DEAB0A79EE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AD2461-9295-5F4F-A770-25875D832C7A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EF597D-3BD7-240F-2A7C-FB90ACBEEC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D41483-A84F-42A9-BFE5-AB711D67C3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F60751-4A30-AD40-9D29-E10652BD3C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890922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58CE9A-A7F7-587B-A68E-83266DDF3D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DCDF7F3-CBCC-49F8-F597-016CED51F8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93C87F-3470-194A-BB7A-58FFE7B425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AD2461-9295-5F4F-A770-25875D832C7A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EC5F9E-3365-3597-A5D5-30056C4AA7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5D8522-CC4F-13B2-FACD-664BC6EE39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F60751-4A30-AD40-9D29-E10652BD3C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774281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512C2B-9861-8D6B-5166-90E57EE49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0D02BF-E737-BF95-7696-CF498D0C338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A889A5A-22E2-E8DB-9A8C-B59C523139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2687973-CC41-BF08-921B-0FBCC9C94D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AD2461-9295-5F4F-A770-25875D832C7A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D9824D5-4EE5-EAB3-1DCD-87E332D9D6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ED46B80-BC63-8E55-9361-BC89A490C9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F60751-4A30-AD40-9D29-E10652BD3C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470660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EF7A21-FE95-0F07-57B4-C6D622386A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FDB2449-5D40-FCD7-63F8-908C8D6D3F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7355E6E-90D1-261B-1646-D9D7AF5F7F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A662D3A-16C7-F97D-3AAB-CD21C83E5FF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7B2FE5D-C5E2-5E7D-242B-BE5A8829E31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3454E1C-C114-129B-4F66-3C7DA11B04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AD2461-9295-5F4F-A770-25875D832C7A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AA8584C-92CD-1DEB-0B4E-8FB08F8F57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277016C-1D80-142B-2F34-1C7C4E37D3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F60751-4A30-AD40-9D29-E10652BD3C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0899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4BE05A-5322-C21E-0D91-F83863F489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AE65D19-D3DA-3A19-BC23-736D17CCD9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AD2461-9295-5F4F-A770-25875D832C7A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834D6C9-D936-1195-6ECD-A23FD8E146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CDE161E-2A80-AA02-F7D7-7D4A8B0E91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F60751-4A30-AD40-9D29-E10652BD3C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07034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09F77F9-9B33-55ED-2E87-7427B2E3D9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AD2461-9295-5F4F-A770-25875D832C7A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C3B2E29-A8AD-B966-B151-A4866D0211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06DA70-6CD4-D279-A2D1-63C5ADD4F7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F60751-4A30-AD40-9D29-E10652BD3C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521990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F30E72-E530-9139-7307-E2D317280D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870BDE-8467-550C-F633-DC72B36D15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D78CB42-3391-BA1E-3E84-8EC0ABA7A06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5133DE4-27C5-6FF0-51D2-E535F8FE3C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AD2461-9295-5F4F-A770-25875D832C7A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627BB92-868A-1A01-4912-4E25E36D9D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9D47396-5538-A154-CF32-CF7C16BDF0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F60751-4A30-AD40-9D29-E10652BD3C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42152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6E642B-AB2C-4E0C-56A4-784B8611AB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DC3BF2D-E79E-8515-B5A0-412BCE3E0AAC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8E1FBCA-EC03-AF2F-0F61-660E45D33B3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7485E66-B5A0-2CFB-8CE9-80973355E7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AD2461-9295-5F4F-A770-25875D832C7A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C94432-5E9B-576D-F3A4-961766C901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4190963-F1A0-C609-03A5-ED1E80EBAB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F60751-4A30-AD40-9D29-E10652BD3C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83112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73EEED-BFD8-11A9-A71F-3E527FDCF1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60C611A-CA1D-4581-3414-CBA3E0C3CF2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B1221C7-676D-A9D0-D2E6-624D79A484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AD2461-9295-5F4F-A770-25875D832C7A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6A3145-0112-18BC-ECEB-7C37E63D4F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6F09D7-57D5-76AC-32BC-FDFB86276C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F60751-4A30-AD40-9D29-E10652BD3C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64417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69BCED7-F929-86E2-FE3F-8B313A86FFF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F6668ED-417D-AE94-10B4-BD401712D33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646C29-3732-A822-A053-29FEC86C6D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AD2461-9295-5F4F-A770-25875D832C7A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5E9C22D-F781-D840-B773-32A14CAA4F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CDCDD4-7FD3-97FD-A965-CC6B683265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F60751-4A30-AD40-9D29-E10652BD3C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78557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E26C859-5570-DE61-C9EE-5FE22D11CC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BBF76C5-5E96-FA80-CF41-B9B124A501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C862BF-F5E9-582E-0743-0C2E010713E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7AD2461-9295-5F4F-A770-25875D832C7A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793CDF5-5EEC-A258-25A8-B697DE44C4C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74BF81C-BD55-7AF3-7A58-BD1E849158C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6F60751-4A30-AD40-9D29-E10652BD3C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505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3" Type="http://schemas.openxmlformats.org/officeDocument/2006/relationships/image" Target="../media/image6.png"/><Relationship Id="rId18" Type="http://schemas.openxmlformats.org/officeDocument/2006/relationships/customXml" Target="../ink/ink9.xml"/><Relationship Id="rId26" Type="http://schemas.openxmlformats.org/officeDocument/2006/relationships/customXml" Target="../ink/ink13.xml"/><Relationship Id="rId39" Type="http://schemas.openxmlformats.org/officeDocument/2006/relationships/image" Target="../media/image19.png"/><Relationship Id="rId21" Type="http://schemas.openxmlformats.org/officeDocument/2006/relationships/image" Target="../media/image10.png"/><Relationship Id="rId34" Type="http://schemas.openxmlformats.org/officeDocument/2006/relationships/customXml" Target="../ink/ink17.xml"/><Relationship Id="rId42" Type="http://schemas.openxmlformats.org/officeDocument/2006/relationships/customXml" Target="../ink/ink21.xml"/><Relationship Id="rId7" Type="http://schemas.openxmlformats.org/officeDocument/2006/relationships/image" Target="../media/image3.png"/><Relationship Id="rId2" Type="http://schemas.openxmlformats.org/officeDocument/2006/relationships/customXml" Target="../ink/ink1.xml"/><Relationship Id="rId16" Type="http://schemas.openxmlformats.org/officeDocument/2006/relationships/customXml" Target="../ink/ink8.xml"/><Relationship Id="rId29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3.xml"/><Relationship Id="rId11" Type="http://schemas.openxmlformats.org/officeDocument/2006/relationships/image" Target="../media/image5.png"/><Relationship Id="rId24" Type="http://schemas.openxmlformats.org/officeDocument/2006/relationships/customXml" Target="../ink/ink12.xml"/><Relationship Id="rId32" Type="http://schemas.openxmlformats.org/officeDocument/2006/relationships/customXml" Target="../ink/ink16.xml"/><Relationship Id="rId37" Type="http://schemas.openxmlformats.org/officeDocument/2006/relationships/image" Target="../media/image18.png"/><Relationship Id="rId40" Type="http://schemas.openxmlformats.org/officeDocument/2006/relationships/customXml" Target="../ink/ink20.xml"/><Relationship Id="rId45" Type="http://schemas.openxmlformats.org/officeDocument/2006/relationships/image" Target="../media/image22.png"/><Relationship Id="rId5" Type="http://schemas.openxmlformats.org/officeDocument/2006/relationships/image" Target="../media/image2.png"/><Relationship Id="rId15" Type="http://schemas.openxmlformats.org/officeDocument/2006/relationships/image" Target="../media/image7.png"/><Relationship Id="rId23" Type="http://schemas.openxmlformats.org/officeDocument/2006/relationships/image" Target="../media/image11.png"/><Relationship Id="rId28" Type="http://schemas.openxmlformats.org/officeDocument/2006/relationships/customXml" Target="../ink/ink14.xml"/><Relationship Id="rId36" Type="http://schemas.openxmlformats.org/officeDocument/2006/relationships/customXml" Target="../ink/ink18.xml"/><Relationship Id="rId10" Type="http://schemas.openxmlformats.org/officeDocument/2006/relationships/customXml" Target="../ink/ink5.xml"/><Relationship Id="rId19" Type="http://schemas.openxmlformats.org/officeDocument/2006/relationships/image" Target="../media/image9.png"/><Relationship Id="rId31" Type="http://schemas.openxmlformats.org/officeDocument/2006/relationships/image" Target="../media/image15.png"/><Relationship Id="rId44" Type="http://schemas.openxmlformats.org/officeDocument/2006/relationships/customXml" Target="../ink/ink22.xml"/><Relationship Id="rId4" Type="http://schemas.openxmlformats.org/officeDocument/2006/relationships/customXml" Target="../ink/ink2.xml"/><Relationship Id="rId9" Type="http://schemas.openxmlformats.org/officeDocument/2006/relationships/image" Target="../media/image4.png"/><Relationship Id="rId14" Type="http://schemas.openxmlformats.org/officeDocument/2006/relationships/customXml" Target="../ink/ink7.xml"/><Relationship Id="rId22" Type="http://schemas.openxmlformats.org/officeDocument/2006/relationships/customXml" Target="../ink/ink11.xml"/><Relationship Id="rId27" Type="http://schemas.openxmlformats.org/officeDocument/2006/relationships/image" Target="../media/image13.png"/><Relationship Id="rId30" Type="http://schemas.openxmlformats.org/officeDocument/2006/relationships/customXml" Target="../ink/ink15.xml"/><Relationship Id="rId35" Type="http://schemas.openxmlformats.org/officeDocument/2006/relationships/image" Target="../media/image17.png"/><Relationship Id="rId43" Type="http://schemas.openxmlformats.org/officeDocument/2006/relationships/image" Target="../media/image21.png"/><Relationship Id="rId8" Type="http://schemas.openxmlformats.org/officeDocument/2006/relationships/customXml" Target="../ink/ink4.xml"/><Relationship Id="rId3" Type="http://schemas.openxmlformats.org/officeDocument/2006/relationships/image" Target="../media/image1.png"/><Relationship Id="rId12" Type="http://schemas.openxmlformats.org/officeDocument/2006/relationships/customXml" Target="../ink/ink6.xml"/><Relationship Id="rId17" Type="http://schemas.openxmlformats.org/officeDocument/2006/relationships/image" Target="../media/image8.png"/><Relationship Id="rId25" Type="http://schemas.openxmlformats.org/officeDocument/2006/relationships/image" Target="../media/image12.png"/><Relationship Id="rId33" Type="http://schemas.openxmlformats.org/officeDocument/2006/relationships/image" Target="../media/image16.png"/><Relationship Id="rId38" Type="http://schemas.openxmlformats.org/officeDocument/2006/relationships/customXml" Target="../ink/ink19.xml"/><Relationship Id="rId20" Type="http://schemas.openxmlformats.org/officeDocument/2006/relationships/customXml" Target="../ink/ink10.xml"/><Relationship Id="rId41" Type="http://schemas.openxmlformats.org/officeDocument/2006/relationships/image" Target="../media/image20.png"/></Relationships>
</file>

<file path=ppt/slides/_rels/slide3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80.png"/><Relationship Id="rId21" Type="http://schemas.openxmlformats.org/officeDocument/2006/relationships/image" Target="../media/image32.png"/><Relationship Id="rId42" Type="http://schemas.openxmlformats.org/officeDocument/2006/relationships/customXml" Target="../ink/ink43.xml"/><Relationship Id="rId63" Type="http://schemas.openxmlformats.org/officeDocument/2006/relationships/image" Target="../media/image53.png"/><Relationship Id="rId84" Type="http://schemas.openxmlformats.org/officeDocument/2006/relationships/customXml" Target="../ink/ink64.xml"/><Relationship Id="rId138" Type="http://schemas.openxmlformats.org/officeDocument/2006/relationships/customXml" Target="../ink/ink91.xml"/><Relationship Id="rId159" Type="http://schemas.openxmlformats.org/officeDocument/2006/relationships/image" Target="../media/image101.png"/><Relationship Id="rId170" Type="http://schemas.openxmlformats.org/officeDocument/2006/relationships/customXml" Target="../ink/ink107.xml"/><Relationship Id="rId107" Type="http://schemas.openxmlformats.org/officeDocument/2006/relationships/image" Target="../media/image75.png"/><Relationship Id="rId11" Type="http://schemas.openxmlformats.org/officeDocument/2006/relationships/image" Target="../media/image27.png"/><Relationship Id="rId32" Type="http://schemas.openxmlformats.org/officeDocument/2006/relationships/customXml" Target="../ink/ink38.xml"/><Relationship Id="rId53" Type="http://schemas.openxmlformats.org/officeDocument/2006/relationships/image" Target="../media/image48.png"/><Relationship Id="rId74" Type="http://schemas.openxmlformats.org/officeDocument/2006/relationships/customXml" Target="../ink/ink59.xml"/><Relationship Id="rId128" Type="http://schemas.openxmlformats.org/officeDocument/2006/relationships/customXml" Target="../ink/ink86.xml"/><Relationship Id="rId149" Type="http://schemas.openxmlformats.org/officeDocument/2006/relationships/image" Target="../media/image96.png"/><Relationship Id="rId5" Type="http://schemas.openxmlformats.org/officeDocument/2006/relationships/image" Target="../media/image24.png"/><Relationship Id="rId95" Type="http://schemas.openxmlformats.org/officeDocument/2006/relationships/image" Target="../media/image69.png"/><Relationship Id="rId160" Type="http://schemas.openxmlformats.org/officeDocument/2006/relationships/customXml" Target="../ink/ink102.xml"/><Relationship Id="rId181" Type="http://schemas.openxmlformats.org/officeDocument/2006/relationships/image" Target="../media/image112.png"/><Relationship Id="rId22" Type="http://schemas.openxmlformats.org/officeDocument/2006/relationships/customXml" Target="../ink/ink33.xml"/><Relationship Id="rId43" Type="http://schemas.openxmlformats.org/officeDocument/2006/relationships/image" Target="../media/image43.png"/><Relationship Id="rId64" Type="http://schemas.openxmlformats.org/officeDocument/2006/relationships/customXml" Target="../ink/ink54.xml"/><Relationship Id="rId118" Type="http://schemas.openxmlformats.org/officeDocument/2006/relationships/customXml" Target="../ink/ink81.xml"/><Relationship Id="rId139" Type="http://schemas.openxmlformats.org/officeDocument/2006/relationships/image" Target="../media/image91.png"/><Relationship Id="rId85" Type="http://schemas.openxmlformats.org/officeDocument/2006/relationships/image" Target="../media/image64.png"/><Relationship Id="rId150" Type="http://schemas.openxmlformats.org/officeDocument/2006/relationships/customXml" Target="../ink/ink97.xml"/><Relationship Id="rId171" Type="http://schemas.openxmlformats.org/officeDocument/2006/relationships/image" Target="../media/image107.png"/><Relationship Id="rId12" Type="http://schemas.openxmlformats.org/officeDocument/2006/relationships/customXml" Target="../ink/ink28.xml"/><Relationship Id="rId33" Type="http://schemas.openxmlformats.org/officeDocument/2006/relationships/image" Target="../media/image38.png"/><Relationship Id="rId108" Type="http://schemas.openxmlformats.org/officeDocument/2006/relationships/customXml" Target="../ink/ink76.xml"/><Relationship Id="rId129" Type="http://schemas.openxmlformats.org/officeDocument/2006/relationships/image" Target="../media/image86.png"/><Relationship Id="rId54" Type="http://schemas.openxmlformats.org/officeDocument/2006/relationships/customXml" Target="../ink/ink49.xml"/><Relationship Id="rId75" Type="http://schemas.openxmlformats.org/officeDocument/2006/relationships/image" Target="../media/image59.png"/><Relationship Id="rId96" Type="http://schemas.openxmlformats.org/officeDocument/2006/relationships/customXml" Target="../ink/ink70.xml"/><Relationship Id="rId140" Type="http://schemas.openxmlformats.org/officeDocument/2006/relationships/customXml" Target="../ink/ink92.xml"/><Relationship Id="rId161" Type="http://schemas.openxmlformats.org/officeDocument/2006/relationships/image" Target="../media/image102.png"/><Relationship Id="rId182" Type="http://schemas.openxmlformats.org/officeDocument/2006/relationships/customXml" Target="../ink/ink113.xml"/><Relationship Id="rId6" Type="http://schemas.openxmlformats.org/officeDocument/2006/relationships/customXml" Target="../ink/ink25.xml"/><Relationship Id="rId23" Type="http://schemas.openxmlformats.org/officeDocument/2006/relationships/image" Target="../media/image33.png"/><Relationship Id="rId119" Type="http://schemas.openxmlformats.org/officeDocument/2006/relationships/image" Target="../media/image81.png"/><Relationship Id="rId44" Type="http://schemas.openxmlformats.org/officeDocument/2006/relationships/customXml" Target="../ink/ink44.xml"/><Relationship Id="rId60" Type="http://schemas.openxmlformats.org/officeDocument/2006/relationships/customXml" Target="../ink/ink52.xml"/><Relationship Id="rId65" Type="http://schemas.openxmlformats.org/officeDocument/2006/relationships/image" Target="../media/image54.png"/><Relationship Id="rId81" Type="http://schemas.openxmlformats.org/officeDocument/2006/relationships/image" Target="../media/image62.png"/><Relationship Id="rId86" Type="http://schemas.openxmlformats.org/officeDocument/2006/relationships/customXml" Target="../ink/ink65.xml"/><Relationship Id="rId130" Type="http://schemas.openxmlformats.org/officeDocument/2006/relationships/customXml" Target="../ink/ink87.xml"/><Relationship Id="rId135" Type="http://schemas.openxmlformats.org/officeDocument/2006/relationships/image" Target="../media/image89.png"/><Relationship Id="rId151" Type="http://schemas.openxmlformats.org/officeDocument/2006/relationships/image" Target="../media/image97.png"/><Relationship Id="rId156" Type="http://schemas.openxmlformats.org/officeDocument/2006/relationships/customXml" Target="../ink/ink100.xml"/><Relationship Id="rId177" Type="http://schemas.openxmlformats.org/officeDocument/2006/relationships/image" Target="../media/image110.png"/><Relationship Id="rId172" Type="http://schemas.openxmlformats.org/officeDocument/2006/relationships/customXml" Target="../ink/ink108.xml"/><Relationship Id="rId13" Type="http://schemas.openxmlformats.org/officeDocument/2006/relationships/image" Target="../media/image28.png"/><Relationship Id="rId18" Type="http://schemas.openxmlformats.org/officeDocument/2006/relationships/customXml" Target="../ink/ink31.xml"/><Relationship Id="rId39" Type="http://schemas.openxmlformats.org/officeDocument/2006/relationships/image" Target="../media/image41.png"/><Relationship Id="rId109" Type="http://schemas.openxmlformats.org/officeDocument/2006/relationships/image" Target="../media/image76.png"/><Relationship Id="rId34" Type="http://schemas.openxmlformats.org/officeDocument/2006/relationships/customXml" Target="../ink/ink39.xml"/><Relationship Id="rId50" Type="http://schemas.openxmlformats.org/officeDocument/2006/relationships/customXml" Target="../ink/ink47.xml"/><Relationship Id="rId55" Type="http://schemas.openxmlformats.org/officeDocument/2006/relationships/image" Target="../media/image49.png"/><Relationship Id="rId76" Type="http://schemas.openxmlformats.org/officeDocument/2006/relationships/customXml" Target="../ink/ink60.xml"/><Relationship Id="rId97" Type="http://schemas.openxmlformats.org/officeDocument/2006/relationships/image" Target="../media/image70.png"/><Relationship Id="rId104" Type="http://schemas.openxmlformats.org/officeDocument/2006/relationships/customXml" Target="../ink/ink74.xml"/><Relationship Id="rId120" Type="http://schemas.openxmlformats.org/officeDocument/2006/relationships/customXml" Target="../ink/ink82.xml"/><Relationship Id="rId125" Type="http://schemas.openxmlformats.org/officeDocument/2006/relationships/image" Target="../media/image84.png"/><Relationship Id="rId141" Type="http://schemas.openxmlformats.org/officeDocument/2006/relationships/image" Target="../media/image92.png"/><Relationship Id="rId146" Type="http://schemas.openxmlformats.org/officeDocument/2006/relationships/customXml" Target="../ink/ink95.xml"/><Relationship Id="rId167" Type="http://schemas.openxmlformats.org/officeDocument/2006/relationships/image" Target="../media/image105.png"/><Relationship Id="rId7" Type="http://schemas.openxmlformats.org/officeDocument/2006/relationships/image" Target="../media/image25.png"/><Relationship Id="rId71" Type="http://schemas.openxmlformats.org/officeDocument/2006/relationships/image" Target="../media/image57.png"/><Relationship Id="rId92" Type="http://schemas.openxmlformats.org/officeDocument/2006/relationships/customXml" Target="../ink/ink68.xml"/><Relationship Id="rId162" Type="http://schemas.openxmlformats.org/officeDocument/2006/relationships/customXml" Target="../ink/ink103.xml"/><Relationship Id="rId183" Type="http://schemas.openxmlformats.org/officeDocument/2006/relationships/image" Target="../media/image113.png"/><Relationship Id="rId2" Type="http://schemas.openxmlformats.org/officeDocument/2006/relationships/customXml" Target="../ink/ink23.xml"/><Relationship Id="rId29" Type="http://schemas.openxmlformats.org/officeDocument/2006/relationships/image" Target="../media/image36.png"/><Relationship Id="rId24" Type="http://schemas.openxmlformats.org/officeDocument/2006/relationships/customXml" Target="../ink/ink34.xml"/><Relationship Id="rId40" Type="http://schemas.openxmlformats.org/officeDocument/2006/relationships/customXml" Target="../ink/ink42.xml"/><Relationship Id="rId45" Type="http://schemas.openxmlformats.org/officeDocument/2006/relationships/image" Target="../media/image44.png"/><Relationship Id="rId66" Type="http://schemas.openxmlformats.org/officeDocument/2006/relationships/customXml" Target="../ink/ink55.xml"/><Relationship Id="rId87" Type="http://schemas.openxmlformats.org/officeDocument/2006/relationships/image" Target="../media/image65.png"/><Relationship Id="rId110" Type="http://schemas.openxmlformats.org/officeDocument/2006/relationships/customXml" Target="../ink/ink77.xml"/><Relationship Id="rId115" Type="http://schemas.openxmlformats.org/officeDocument/2006/relationships/image" Target="../media/image79.png"/><Relationship Id="rId131" Type="http://schemas.openxmlformats.org/officeDocument/2006/relationships/image" Target="../media/image87.png"/><Relationship Id="rId136" Type="http://schemas.openxmlformats.org/officeDocument/2006/relationships/customXml" Target="../ink/ink90.xml"/><Relationship Id="rId157" Type="http://schemas.openxmlformats.org/officeDocument/2006/relationships/image" Target="../media/image100.png"/><Relationship Id="rId178" Type="http://schemas.openxmlformats.org/officeDocument/2006/relationships/customXml" Target="../ink/ink111.xml"/><Relationship Id="rId61" Type="http://schemas.openxmlformats.org/officeDocument/2006/relationships/image" Target="../media/image52.png"/><Relationship Id="rId82" Type="http://schemas.openxmlformats.org/officeDocument/2006/relationships/customXml" Target="../ink/ink63.xml"/><Relationship Id="rId152" Type="http://schemas.openxmlformats.org/officeDocument/2006/relationships/customXml" Target="../ink/ink98.xml"/><Relationship Id="rId173" Type="http://schemas.openxmlformats.org/officeDocument/2006/relationships/image" Target="../media/image108.png"/><Relationship Id="rId19" Type="http://schemas.openxmlformats.org/officeDocument/2006/relationships/image" Target="../media/image31.png"/><Relationship Id="rId14" Type="http://schemas.openxmlformats.org/officeDocument/2006/relationships/customXml" Target="../ink/ink29.xml"/><Relationship Id="rId30" Type="http://schemas.openxmlformats.org/officeDocument/2006/relationships/customXml" Target="../ink/ink37.xml"/><Relationship Id="rId35" Type="http://schemas.openxmlformats.org/officeDocument/2006/relationships/image" Target="../media/image39.png"/><Relationship Id="rId56" Type="http://schemas.openxmlformats.org/officeDocument/2006/relationships/customXml" Target="../ink/ink50.xml"/><Relationship Id="rId77" Type="http://schemas.openxmlformats.org/officeDocument/2006/relationships/image" Target="../media/image60.png"/><Relationship Id="rId100" Type="http://schemas.openxmlformats.org/officeDocument/2006/relationships/customXml" Target="../ink/ink72.xml"/><Relationship Id="rId105" Type="http://schemas.openxmlformats.org/officeDocument/2006/relationships/image" Target="../media/image74.png"/><Relationship Id="rId126" Type="http://schemas.openxmlformats.org/officeDocument/2006/relationships/customXml" Target="../ink/ink85.xml"/><Relationship Id="rId147" Type="http://schemas.openxmlformats.org/officeDocument/2006/relationships/image" Target="../media/image95.png"/><Relationship Id="rId168" Type="http://schemas.openxmlformats.org/officeDocument/2006/relationships/customXml" Target="../ink/ink106.xml"/><Relationship Id="rId8" Type="http://schemas.openxmlformats.org/officeDocument/2006/relationships/customXml" Target="../ink/ink26.xml"/><Relationship Id="rId51" Type="http://schemas.openxmlformats.org/officeDocument/2006/relationships/image" Target="../media/image47.png"/><Relationship Id="rId72" Type="http://schemas.openxmlformats.org/officeDocument/2006/relationships/customXml" Target="../ink/ink58.xml"/><Relationship Id="rId93" Type="http://schemas.openxmlformats.org/officeDocument/2006/relationships/image" Target="../media/image68.png"/><Relationship Id="rId98" Type="http://schemas.openxmlformats.org/officeDocument/2006/relationships/customXml" Target="../ink/ink71.xml"/><Relationship Id="rId121" Type="http://schemas.openxmlformats.org/officeDocument/2006/relationships/image" Target="../media/image82.png"/><Relationship Id="rId142" Type="http://schemas.openxmlformats.org/officeDocument/2006/relationships/customXml" Target="../ink/ink93.xml"/><Relationship Id="rId163" Type="http://schemas.openxmlformats.org/officeDocument/2006/relationships/image" Target="../media/image103.png"/><Relationship Id="rId3" Type="http://schemas.openxmlformats.org/officeDocument/2006/relationships/image" Target="../media/image23.png"/><Relationship Id="rId25" Type="http://schemas.openxmlformats.org/officeDocument/2006/relationships/image" Target="../media/image34.png"/><Relationship Id="rId46" Type="http://schemas.openxmlformats.org/officeDocument/2006/relationships/customXml" Target="../ink/ink45.xml"/><Relationship Id="rId67" Type="http://schemas.openxmlformats.org/officeDocument/2006/relationships/image" Target="../media/image55.png"/><Relationship Id="rId116" Type="http://schemas.openxmlformats.org/officeDocument/2006/relationships/customXml" Target="../ink/ink80.xml"/><Relationship Id="rId137" Type="http://schemas.openxmlformats.org/officeDocument/2006/relationships/image" Target="../media/image90.png"/><Relationship Id="rId158" Type="http://schemas.openxmlformats.org/officeDocument/2006/relationships/customXml" Target="../ink/ink101.xml"/><Relationship Id="rId20" Type="http://schemas.openxmlformats.org/officeDocument/2006/relationships/customXml" Target="../ink/ink32.xml"/><Relationship Id="rId41" Type="http://schemas.openxmlformats.org/officeDocument/2006/relationships/image" Target="../media/image42.png"/><Relationship Id="rId62" Type="http://schemas.openxmlformats.org/officeDocument/2006/relationships/customXml" Target="../ink/ink53.xml"/><Relationship Id="rId83" Type="http://schemas.openxmlformats.org/officeDocument/2006/relationships/image" Target="../media/image63.png"/><Relationship Id="rId88" Type="http://schemas.openxmlformats.org/officeDocument/2006/relationships/customXml" Target="../ink/ink66.xml"/><Relationship Id="rId111" Type="http://schemas.openxmlformats.org/officeDocument/2006/relationships/image" Target="../media/image77.png"/><Relationship Id="rId132" Type="http://schemas.openxmlformats.org/officeDocument/2006/relationships/customXml" Target="../ink/ink88.xml"/><Relationship Id="rId153" Type="http://schemas.openxmlformats.org/officeDocument/2006/relationships/image" Target="../media/image98.png"/><Relationship Id="rId174" Type="http://schemas.openxmlformats.org/officeDocument/2006/relationships/customXml" Target="../ink/ink109.xml"/><Relationship Id="rId179" Type="http://schemas.openxmlformats.org/officeDocument/2006/relationships/image" Target="../media/image111.png"/><Relationship Id="rId15" Type="http://schemas.openxmlformats.org/officeDocument/2006/relationships/image" Target="../media/image29.png"/><Relationship Id="rId36" Type="http://schemas.openxmlformats.org/officeDocument/2006/relationships/customXml" Target="../ink/ink40.xml"/><Relationship Id="rId57" Type="http://schemas.openxmlformats.org/officeDocument/2006/relationships/image" Target="../media/image50.png"/><Relationship Id="rId106" Type="http://schemas.openxmlformats.org/officeDocument/2006/relationships/customXml" Target="../ink/ink75.xml"/><Relationship Id="rId127" Type="http://schemas.openxmlformats.org/officeDocument/2006/relationships/image" Target="../media/image85.png"/><Relationship Id="rId10" Type="http://schemas.openxmlformats.org/officeDocument/2006/relationships/customXml" Target="../ink/ink27.xml"/><Relationship Id="rId31" Type="http://schemas.openxmlformats.org/officeDocument/2006/relationships/image" Target="../media/image37.png"/><Relationship Id="rId52" Type="http://schemas.openxmlformats.org/officeDocument/2006/relationships/customXml" Target="../ink/ink48.xml"/><Relationship Id="rId73" Type="http://schemas.openxmlformats.org/officeDocument/2006/relationships/image" Target="../media/image58.png"/><Relationship Id="rId78" Type="http://schemas.openxmlformats.org/officeDocument/2006/relationships/customXml" Target="../ink/ink61.xml"/><Relationship Id="rId94" Type="http://schemas.openxmlformats.org/officeDocument/2006/relationships/customXml" Target="../ink/ink69.xml"/><Relationship Id="rId99" Type="http://schemas.openxmlformats.org/officeDocument/2006/relationships/image" Target="../media/image71.png"/><Relationship Id="rId101" Type="http://schemas.openxmlformats.org/officeDocument/2006/relationships/image" Target="../media/image72.png"/><Relationship Id="rId122" Type="http://schemas.openxmlformats.org/officeDocument/2006/relationships/customXml" Target="../ink/ink83.xml"/><Relationship Id="rId143" Type="http://schemas.openxmlformats.org/officeDocument/2006/relationships/image" Target="../media/image93.png"/><Relationship Id="rId148" Type="http://schemas.openxmlformats.org/officeDocument/2006/relationships/customXml" Target="../ink/ink96.xml"/><Relationship Id="rId164" Type="http://schemas.openxmlformats.org/officeDocument/2006/relationships/customXml" Target="../ink/ink104.xml"/><Relationship Id="rId169" Type="http://schemas.openxmlformats.org/officeDocument/2006/relationships/image" Target="../media/image106.png"/><Relationship Id="rId4" Type="http://schemas.openxmlformats.org/officeDocument/2006/relationships/customXml" Target="../ink/ink24.xml"/><Relationship Id="rId9" Type="http://schemas.openxmlformats.org/officeDocument/2006/relationships/image" Target="../media/image26.png"/><Relationship Id="rId180" Type="http://schemas.openxmlformats.org/officeDocument/2006/relationships/customXml" Target="../ink/ink112.xml"/><Relationship Id="rId26" Type="http://schemas.openxmlformats.org/officeDocument/2006/relationships/customXml" Target="../ink/ink35.xml"/><Relationship Id="rId47" Type="http://schemas.openxmlformats.org/officeDocument/2006/relationships/image" Target="../media/image45.png"/><Relationship Id="rId68" Type="http://schemas.openxmlformats.org/officeDocument/2006/relationships/customXml" Target="../ink/ink56.xml"/><Relationship Id="rId89" Type="http://schemas.openxmlformats.org/officeDocument/2006/relationships/image" Target="../media/image66.png"/><Relationship Id="rId112" Type="http://schemas.openxmlformats.org/officeDocument/2006/relationships/customXml" Target="../ink/ink78.xml"/><Relationship Id="rId133" Type="http://schemas.openxmlformats.org/officeDocument/2006/relationships/image" Target="../media/image88.png"/><Relationship Id="rId154" Type="http://schemas.openxmlformats.org/officeDocument/2006/relationships/customXml" Target="../ink/ink99.xml"/><Relationship Id="rId175" Type="http://schemas.openxmlformats.org/officeDocument/2006/relationships/image" Target="../media/image109.png"/><Relationship Id="rId16" Type="http://schemas.openxmlformats.org/officeDocument/2006/relationships/customXml" Target="../ink/ink30.xml"/><Relationship Id="rId37" Type="http://schemas.openxmlformats.org/officeDocument/2006/relationships/image" Target="../media/image40.png"/><Relationship Id="rId58" Type="http://schemas.openxmlformats.org/officeDocument/2006/relationships/customXml" Target="../ink/ink51.xml"/><Relationship Id="rId79" Type="http://schemas.openxmlformats.org/officeDocument/2006/relationships/image" Target="../media/image61.png"/><Relationship Id="rId102" Type="http://schemas.openxmlformats.org/officeDocument/2006/relationships/customXml" Target="../ink/ink73.xml"/><Relationship Id="rId123" Type="http://schemas.openxmlformats.org/officeDocument/2006/relationships/image" Target="../media/image83.png"/><Relationship Id="rId144" Type="http://schemas.openxmlformats.org/officeDocument/2006/relationships/customXml" Target="../ink/ink94.xml"/><Relationship Id="rId90" Type="http://schemas.openxmlformats.org/officeDocument/2006/relationships/customXml" Target="../ink/ink67.xml"/><Relationship Id="rId165" Type="http://schemas.openxmlformats.org/officeDocument/2006/relationships/image" Target="../media/image104.png"/><Relationship Id="rId27" Type="http://schemas.openxmlformats.org/officeDocument/2006/relationships/image" Target="../media/image35.png"/><Relationship Id="rId48" Type="http://schemas.openxmlformats.org/officeDocument/2006/relationships/customXml" Target="../ink/ink46.xml"/><Relationship Id="rId69" Type="http://schemas.openxmlformats.org/officeDocument/2006/relationships/image" Target="../media/image56.png"/><Relationship Id="rId113" Type="http://schemas.openxmlformats.org/officeDocument/2006/relationships/image" Target="../media/image78.png"/><Relationship Id="rId134" Type="http://schemas.openxmlformats.org/officeDocument/2006/relationships/customXml" Target="../ink/ink89.xml"/><Relationship Id="rId80" Type="http://schemas.openxmlformats.org/officeDocument/2006/relationships/customXml" Target="../ink/ink62.xml"/><Relationship Id="rId155" Type="http://schemas.openxmlformats.org/officeDocument/2006/relationships/image" Target="../media/image99.png"/><Relationship Id="rId176" Type="http://schemas.openxmlformats.org/officeDocument/2006/relationships/customXml" Target="../ink/ink110.xml"/><Relationship Id="rId17" Type="http://schemas.openxmlformats.org/officeDocument/2006/relationships/image" Target="../media/image30.png"/><Relationship Id="rId38" Type="http://schemas.openxmlformats.org/officeDocument/2006/relationships/customXml" Target="../ink/ink41.xml"/><Relationship Id="rId59" Type="http://schemas.openxmlformats.org/officeDocument/2006/relationships/image" Target="../media/image51.png"/><Relationship Id="rId103" Type="http://schemas.openxmlformats.org/officeDocument/2006/relationships/image" Target="../media/image73.png"/><Relationship Id="rId124" Type="http://schemas.openxmlformats.org/officeDocument/2006/relationships/customXml" Target="../ink/ink84.xml"/><Relationship Id="rId70" Type="http://schemas.openxmlformats.org/officeDocument/2006/relationships/customXml" Target="../ink/ink57.xml"/><Relationship Id="rId91" Type="http://schemas.openxmlformats.org/officeDocument/2006/relationships/image" Target="../media/image67.png"/><Relationship Id="rId145" Type="http://schemas.openxmlformats.org/officeDocument/2006/relationships/image" Target="../media/image94.png"/><Relationship Id="rId166" Type="http://schemas.openxmlformats.org/officeDocument/2006/relationships/customXml" Target="../ink/ink105.xml"/><Relationship Id="rId1" Type="http://schemas.openxmlformats.org/officeDocument/2006/relationships/slideLayout" Target="../slideLayouts/slideLayout2.xml"/><Relationship Id="rId28" Type="http://schemas.openxmlformats.org/officeDocument/2006/relationships/customXml" Target="../ink/ink36.xml"/><Relationship Id="rId49" Type="http://schemas.openxmlformats.org/officeDocument/2006/relationships/image" Target="../media/image46.png"/><Relationship Id="rId114" Type="http://schemas.openxmlformats.org/officeDocument/2006/relationships/customXml" Target="../ink/ink79.xml"/></Relationships>
</file>

<file path=ppt/slides/_rels/slide4.xml.rels><?xml version="1.0" encoding="UTF-8" standalone="yes"?>
<Relationships xmlns="http://schemas.openxmlformats.org/package/2006/relationships"><Relationship Id="rId26" Type="http://schemas.openxmlformats.org/officeDocument/2006/relationships/customXml" Target="../ink/ink126.xml"/><Relationship Id="rId117" Type="http://schemas.openxmlformats.org/officeDocument/2006/relationships/image" Target="../media/image171.png"/><Relationship Id="rId21" Type="http://schemas.openxmlformats.org/officeDocument/2006/relationships/image" Target="../media/image123.png"/><Relationship Id="rId42" Type="http://schemas.openxmlformats.org/officeDocument/2006/relationships/customXml" Target="../ink/ink134.xml"/><Relationship Id="rId47" Type="http://schemas.openxmlformats.org/officeDocument/2006/relationships/image" Target="../media/image136.png"/><Relationship Id="rId63" Type="http://schemas.openxmlformats.org/officeDocument/2006/relationships/image" Target="../media/image144.png"/><Relationship Id="rId68" Type="http://schemas.openxmlformats.org/officeDocument/2006/relationships/customXml" Target="../ink/ink147.xml"/><Relationship Id="rId84" Type="http://schemas.openxmlformats.org/officeDocument/2006/relationships/customXml" Target="../ink/ink155.xml"/><Relationship Id="rId89" Type="http://schemas.openxmlformats.org/officeDocument/2006/relationships/image" Target="../media/image157.png"/><Relationship Id="rId112" Type="http://schemas.openxmlformats.org/officeDocument/2006/relationships/customXml" Target="../ink/ink169.xml"/><Relationship Id="rId16" Type="http://schemas.openxmlformats.org/officeDocument/2006/relationships/customXml" Target="../ink/ink121.xml"/><Relationship Id="rId107" Type="http://schemas.openxmlformats.org/officeDocument/2006/relationships/image" Target="../media/image166.png"/><Relationship Id="rId11" Type="http://schemas.openxmlformats.org/officeDocument/2006/relationships/image" Target="../media/image118.png"/><Relationship Id="rId32" Type="http://schemas.openxmlformats.org/officeDocument/2006/relationships/customXml" Target="../ink/ink129.xml"/><Relationship Id="rId37" Type="http://schemas.openxmlformats.org/officeDocument/2006/relationships/image" Target="../media/image131.png"/><Relationship Id="rId53" Type="http://schemas.openxmlformats.org/officeDocument/2006/relationships/image" Target="../media/image139.png"/><Relationship Id="rId58" Type="http://schemas.openxmlformats.org/officeDocument/2006/relationships/customXml" Target="../ink/ink142.xml"/><Relationship Id="rId74" Type="http://schemas.openxmlformats.org/officeDocument/2006/relationships/customXml" Target="../ink/ink150.xml"/><Relationship Id="rId79" Type="http://schemas.openxmlformats.org/officeDocument/2006/relationships/image" Target="../media/image152.png"/><Relationship Id="rId102" Type="http://schemas.openxmlformats.org/officeDocument/2006/relationships/customXml" Target="../ink/ink164.xml"/><Relationship Id="rId5" Type="http://schemas.openxmlformats.org/officeDocument/2006/relationships/image" Target="../media/image115.png"/><Relationship Id="rId90" Type="http://schemas.openxmlformats.org/officeDocument/2006/relationships/customXml" Target="../ink/ink158.xml"/><Relationship Id="rId95" Type="http://schemas.openxmlformats.org/officeDocument/2006/relationships/image" Target="../media/image160.png"/><Relationship Id="rId22" Type="http://schemas.openxmlformats.org/officeDocument/2006/relationships/customXml" Target="../ink/ink124.xml"/><Relationship Id="rId27" Type="http://schemas.openxmlformats.org/officeDocument/2006/relationships/image" Target="../media/image126.png"/><Relationship Id="rId43" Type="http://schemas.openxmlformats.org/officeDocument/2006/relationships/image" Target="../media/image134.png"/><Relationship Id="rId48" Type="http://schemas.openxmlformats.org/officeDocument/2006/relationships/customXml" Target="../ink/ink137.xml"/><Relationship Id="rId64" Type="http://schemas.openxmlformats.org/officeDocument/2006/relationships/customXml" Target="../ink/ink145.xml"/><Relationship Id="rId69" Type="http://schemas.openxmlformats.org/officeDocument/2006/relationships/image" Target="../media/image147.png"/><Relationship Id="rId113" Type="http://schemas.openxmlformats.org/officeDocument/2006/relationships/image" Target="../media/image169.png"/><Relationship Id="rId118" Type="http://schemas.openxmlformats.org/officeDocument/2006/relationships/customXml" Target="../ink/ink172.xml"/><Relationship Id="rId80" Type="http://schemas.openxmlformats.org/officeDocument/2006/relationships/customXml" Target="../ink/ink153.xml"/><Relationship Id="rId85" Type="http://schemas.openxmlformats.org/officeDocument/2006/relationships/image" Target="../media/image155.png"/><Relationship Id="rId12" Type="http://schemas.openxmlformats.org/officeDocument/2006/relationships/customXml" Target="../ink/ink119.xml"/><Relationship Id="rId17" Type="http://schemas.openxmlformats.org/officeDocument/2006/relationships/image" Target="../media/image121.png"/><Relationship Id="rId33" Type="http://schemas.openxmlformats.org/officeDocument/2006/relationships/image" Target="../media/image129.png"/><Relationship Id="rId38" Type="http://schemas.openxmlformats.org/officeDocument/2006/relationships/customXml" Target="../ink/ink132.xml"/><Relationship Id="rId59" Type="http://schemas.openxmlformats.org/officeDocument/2006/relationships/image" Target="../media/image142.png"/><Relationship Id="rId103" Type="http://schemas.openxmlformats.org/officeDocument/2006/relationships/image" Target="../media/image164.png"/><Relationship Id="rId108" Type="http://schemas.openxmlformats.org/officeDocument/2006/relationships/customXml" Target="../ink/ink167.xml"/><Relationship Id="rId54" Type="http://schemas.openxmlformats.org/officeDocument/2006/relationships/customXml" Target="../ink/ink140.xml"/><Relationship Id="rId70" Type="http://schemas.openxmlformats.org/officeDocument/2006/relationships/customXml" Target="../ink/ink148.xml"/><Relationship Id="rId75" Type="http://schemas.openxmlformats.org/officeDocument/2006/relationships/image" Target="../media/image150.png"/><Relationship Id="rId91" Type="http://schemas.openxmlformats.org/officeDocument/2006/relationships/image" Target="../media/image158.png"/><Relationship Id="rId96" Type="http://schemas.openxmlformats.org/officeDocument/2006/relationships/customXml" Target="../ink/ink161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116.xml"/><Relationship Id="rId23" Type="http://schemas.openxmlformats.org/officeDocument/2006/relationships/image" Target="../media/image124.png"/><Relationship Id="rId28" Type="http://schemas.openxmlformats.org/officeDocument/2006/relationships/customXml" Target="../ink/ink127.xml"/><Relationship Id="rId49" Type="http://schemas.openxmlformats.org/officeDocument/2006/relationships/image" Target="../media/image137.png"/><Relationship Id="rId114" Type="http://schemas.openxmlformats.org/officeDocument/2006/relationships/customXml" Target="../ink/ink170.xml"/><Relationship Id="rId119" Type="http://schemas.openxmlformats.org/officeDocument/2006/relationships/image" Target="../media/image172.png"/><Relationship Id="rId44" Type="http://schemas.openxmlformats.org/officeDocument/2006/relationships/customXml" Target="../ink/ink135.xml"/><Relationship Id="rId60" Type="http://schemas.openxmlformats.org/officeDocument/2006/relationships/customXml" Target="../ink/ink143.xml"/><Relationship Id="rId65" Type="http://schemas.openxmlformats.org/officeDocument/2006/relationships/image" Target="../media/image145.png"/><Relationship Id="rId81" Type="http://schemas.openxmlformats.org/officeDocument/2006/relationships/image" Target="../media/image153.png"/><Relationship Id="rId86" Type="http://schemas.openxmlformats.org/officeDocument/2006/relationships/customXml" Target="../ink/ink156.xml"/><Relationship Id="rId4" Type="http://schemas.openxmlformats.org/officeDocument/2006/relationships/customXml" Target="../ink/ink115.xml"/><Relationship Id="rId9" Type="http://schemas.openxmlformats.org/officeDocument/2006/relationships/image" Target="../media/image117.png"/><Relationship Id="rId13" Type="http://schemas.openxmlformats.org/officeDocument/2006/relationships/image" Target="../media/image119.png"/><Relationship Id="rId18" Type="http://schemas.openxmlformats.org/officeDocument/2006/relationships/customXml" Target="../ink/ink122.xml"/><Relationship Id="rId39" Type="http://schemas.openxmlformats.org/officeDocument/2006/relationships/image" Target="../media/image132.png"/><Relationship Id="rId109" Type="http://schemas.openxmlformats.org/officeDocument/2006/relationships/image" Target="../media/image167.png"/><Relationship Id="rId34" Type="http://schemas.openxmlformats.org/officeDocument/2006/relationships/customXml" Target="../ink/ink130.xml"/><Relationship Id="rId50" Type="http://schemas.openxmlformats.org/officeDocument/2006/relationships/customXml" Target="../ink/ink138.xml"/><Relationship Id="rId55" Type="http://schemas.openxmlformats.org/officeDocument/2006/relationships/image" Target="../media/image140.png"/><Relationship Id="rId76" Type="http://schemas.openxmlformats.org/officeDocument/2006/relationships/customXml" Target="../ink/ink151.xml"/><Relationship Id="rId97" Type="http://schemas.openxmlformats.org/officeDocument/2006/relationships/image" Target="../media/image161.png"/><Relationship Id="rId104" Type="http://schemas.openxmlformats.org/officeDocument/2006/relationships/customXml" Target="../ink/ink165.xml"/><Relationship Id="rId120" Type="http://schemas.openxmlformats.org/officeDocument/2006/relationships/customXml" Target="../ink/ink173.xml"/><Relationship Id="rId7" Type="http://schemas.openxmlformats.org/officeDocument/2006/relationships/image" Target="../media/image116.png"/><Relationship Id="rId71" Type="http://schemas.openxmlformats.org/officeDocument/2006/relationships/image" Target="../media/image148.png"/><Relationship Id="rId92" Type="http://schemas.openxmlformats.org/officeDocument/2006/relationships/customXml" Target="../ink/ink159.xml"/><Relationship Id="rId2" Type="http://schemas.openxmlformats.org/officeDocument/2006/relationships/customXml" Target="../ink/ink114.xml"/><Relationship Id="rId29" Type="http://schemas.openxmlformats.org/officeDocument/2006/relationships/image" Target="../media/image127.png"/><Relationship Id="rId24" Type="http://schemas.openxmlformats.org/officeDocument/2006/relationships/customXml" Target="../ink/ink125.xml"/><Relationship Id="rId40" Type="http://schemas.openxmlformats.org/officeDocument/2006/relationships/customXml" Target="../ink/ink133.xml"/><Relationship Id="rId45" Type="http://schemas.openxmlformats.org/officeDocument/2006/relationships/image" Target="../media/image135.png"/><Relationship Id="rId66" Type="http://schemas.openxmlformats.org/officeDocument/2006/relationships/customXml" Target="../ink/ink146.xml"/><Relationship Id="rId87" Type="http://schemas.openxmlformats.org/officeDocument/2006/relationships/image" Target="../media/image156.png"/><Relationship Id="rId110" Type="http://schemas.openxmlformats.org/officeDocument/2006/relationships/customXml" Target="../ink/ink168.xml"/><Relationship Id="rId115" Type="http://schemas.openxmlformats.org/officeDocument/2006/relationships/image" Target="../media/image170.png"/><Relationship Id="rId61" Type="http://schemas.openxmlformats.org/officeDocument/2006/relationships/image" Target="../media/image143.png"/><Relationship Id="rId82" Type="http://schemas.openxmlformats.org/officeDocument/2006/relationships/customXml" Target="../ink/ink154.xml"/><Relationship Id="rId19" Type="http://schemas.openxmlformats.org/officeDocument/2006/relationships/image" Target="../media/image122.png"/><Relationship Id="rId14" Type="http://schemas.openxmlformats.org/officeDocument/2006/relationships/customXml" Target="../ink/ink120.xml"/><Relationship Id="rId30" Type="http://schemas.openxmlformats.org/officeDocument/2006/relationships/customXml" Target="../ink/ink128.xml"/><Relationship Id="rId35" Type="http://schemas.openxmlformats.org/officeDocument/2006/relationships/image" Target="../media/image130.png"/><Relationship Id="rId56" Type="http://schemas.openxmlformats.org/officeDocument/2006/relationships/customXml" Target="../ink/ink141.xml"/><Relationship Id="rId77" Type="http://schemas.openxmlformats.org/officeDocument/2006/relationships/image" Target="../media/image151.png"/><Relationship Id="rId100" Type="http://schemas.openxmlformats.org/officeDocument/2006/relationships/customXml" Target="../ink/ink163.xml"/><Relationship Id="rId105" Type="http://schemas.openxmlformats.org/officeDocument/2006/relationships/image" Target="../media/image165.png"/><Relationship Id="rId8" Type="http://schemas.openxmlformats.org/officeDocument/2006/relationships/customXml" Target="../ink/ink117.xml"/><Relationship Id="rId51" Type="http://schemas.openxmlformats.org/officeDocument/2006/relationships/image" Target="../media/image138.png"/><Relationship Id="rId72" Type="http://schemas.openxmlformats.org/officeDocument/2006/relationships/customXml" Target="../ink/ink149.xml"/><Relationship Id="rId93" Type="http://schemas.openxmlformats.org/officeDocument/2006/relationships/image" Target="../media/image159.png"/><Relationship Id="rId98" Type="http://schemas.openxmlformats.org/officeDocument/2006/relationships/customXml" Target="../ink/ink162.xml"/><Relationship Id="rId121" Type="http://schemas.openxmlformats.org/officeDocument/2006/relationships/image" Target="../media/image173.png"/><Relationship Id="rId3" Type="http://schemas.openxmlformats.org/officeDocument/2006/relationships/image" Target="../media/image114.png"/><Relationship Id="rId25" Type="http://schemas.openxmlformats.org/officeDocument/2006/relationships/image" Target="../media/image125.png"/><Relationship Id="rId46" Type="http://schemas.openxmlformats.org/officeDocument/2006/relationships/customXml" Target="../ink/ink136.xml"/><Relationship Id="rId67" Type="http://schemas.openxmlformats.org/officeDocument/2006/relationships/image" Target="../media/image146.png"/><Relationship Id="rId116" Type="http://schemas.openxmlformats.org/officeDocument/2006/relationships/customXml" Target="../ink/ink171.xml"/><Relationship Id="rId20" Type="http://schemas.openxmlformats.org/officeDocument/2006/relationships/customXml" Target="../ink/ink123.xml"/><Relationship Id="rId41" Type="http://schemas.openxmlformats.org/officeDocument/2006/relationships/image" Target="../media/image133.png"/><Relationship Id="rId62" Type="http://schemas.openxmlformats.org/officeDocument/2006/relationships/customXml" Target="../ink/ink144.xml"/><Relationship Id="rId83" Type="http://schemas.openxmlformats.org/officeDocument/2006/relationships/image" Target="../media/image154.png"/><Relationship Id="rId88" Type="http://schemas.openxmlformats.org/officeDocument/2006/relationships/customXml" Target="../ink/ink157.xml"/><Relationship Id="rId111" Type="http://schemas.openxmlformats.org/officeDocument/2006/relationships/image" Target="../media/image168.png"/><Relationship Id="rId15" Type="http://schemas.openxmlformats.org/officeDocument/2006/relationships/image" Target="../media/image120.png"/><Relationship Id="rId36" Type="http://schemas.openxmlformats.org/officeDocument/2006/relationships/customXml" Target="../ink/ink131.xml"/><Relationship Id="rId57" Type="http://schemas.openxmlformats.org/officeDocument/2006/relationships/image" Target="../media/image141.png"/><Relationship Id="rId106" Type="http://schemas.openxmlformats.org/officeDocument/2006/relationships/customXml" Target="../ink/ink166.xml"/><Relationship Id="rId10" Type="http://schemas.openxmlformats.org/officeDocument/2006/relationships/customXml" Target="../ink/ink118.xml"/><Relationship Id="rId31" Type="http://schemas.openxmlformats.org/officeDocument/2006/relationships/image" Target="../media/image128.png"/><Relationship Id="rId52" Type="http://schemas.openxmlformats.org/officeDocument/2006/relationships/customXml" Target="../ink/ink139.xml"/><Relationship Id="rId73" Type="http://schemas.openxmlformats.org/officeDocument/2006/relationships/image" Target="../media/image149.png"/><Relationship Id="rId78" Type="http://schemas.openxmlformats.org/officeDocument/2006/relationships/customXml" Target="../ink/ink152.xml"/><Relationship Id="rId94" Type="http://schemas.openxmlformats.org/officeDocument/2006/relationships/customXml" Target="../ink/ink160.xml"/><Relationship Id="rId99" Type="http://schemas.openxmlformats.org/officeDocument/2006/relationships/image" Target="../media/image162.png"/><Relationship Id="rId101" Type="http://schemas.openxmlformats.org/officeDocument/2006/relationships/image" Target="../media/image163.png"/></Relationships>
</file>

<file path=ppt/slides/_rels/slide5.xml.rels><?xml version="1.0" encoding="UTF-8" standalone="yes"?>
<Relationships xmlns="http://schemas.openxmlformats.org/package/2006/relationships"><Relationship Id="rId26" Type="http://schemas.openxmlformats.org/officeDocument/2006/relationships/customXml" Target="../ink/ink186.xml"/><Relationship Id="rId21" Type="http://schemas.openxmlformats.org/officeDocument/2006/relationships/image" Target="../media/image183.png"/><Relationship Id="rId42" Type="http://schemas.openxmlformats.org/officeDocument/2006/relationships/customXml" Target="../ink/ink194.xml"/><Relationship Id="rId47" Type="http://schemas.openxmlformats.org/officeDocument/2006/relationships/image" Target="../media/image196.png"/><Relationship Id="rId63" Type="http://schemas.openxmlformats.org/officeDocument/2006/relationships/image" Target="../media/image204.png"/><Relationship Id="rId68" Type="http://schemas.openxmlformats.org/officeDocument/2006/relationships/customXml" Target="../ink/ink207.xml"/><Relationship Id="rId84" Type="http://schemas.openxmlformats.org/officeDocument/2006/relationships/customXml" Target="../ink/ink215.xml"/><Relationship Id="rId89" Type="http://schemas.openxmlformats.org/officeDocument/2006/relationships/image" Target="../media/image217.png"/><Relationship Id="rId16" Type="http://schemas.openxmlformats.org/officeDocument/2006/relationships/customXml" Target="../ink/ink181.xml"/><Relationship Id="rId11" Type="http://schemas.openxmlformats.org/officeDocument/2006/relationships/image" Target="../media/image178.png"/><Relationship Id="rId32" Type="http://schemas.openxmlformats.org/officeDocument/2006/relationships/customXml" Target="../ink/ink189.xml"/><Relationship Id="rId37" Type="http://schemas.openxmlformats.org/officeDocument/2006/relationships/image" Target="../media/image191.png"/><Relationship Id="rId53" Type="http://schemas.openxmlformats.org/officeDocument/2006/relationships/image" Target="../media/image199.png"/><Relationship Id="rId58" Type="http://schemas.openxmlformats.org/officeDocument/2006/relationships/customXml" Target="../ink/ink202.xml"/><Relationship Id="rId74" Type="http://schemas.openxmlformats.org/officeDocument/2006/relationships/customXml" Target="../ink/ink210.xml"/><Relationship Id="rId79" Type="http://schemas.openxmlformats.org/officeDocument/2006/relationships/image" Target="../media/image212.png"/><Relationship Id="rId5" Type="http://schemas.openxmlformats.org/officeDocument/2006/relationships/image" Target="../media/image175.png"/><Relationship Id="rId90" Type="http://schemas.openxmlformats.org/officeDocument/2006/relationships/customXml" Target="../ink/ink218.xml"/><Relationship Id="rId95" Type="http://schemas.openxmlformats.org/officeDocument/2006/relationships/image" Target="../media/image220.png"/><Relationship Id="rId22" Type="http://schemas.openxmlformats.org/officeDocument/2006/relationships/customXml" Target="../ink/ink184.xml"/><Relationship Id="rId27" Type="http://schemas.openxmlformats.org/officeDocument/2006/relationships/image" Target="../media/image186.png"/><Relationship Id="rId43" Type="http://schemas.openxmlformats.org/officeDocument/2006/relationships/image" Target="../media/image194.png"/><Relationship Id="rId48" Type="http://schemas.openxmlformats.org/officeDocument/2006/relationships/customXml" Target="../ink/ink197.xml"/><Relationship Id="rId64" Type="http://schemas.openxmlformats.org/officeDocument/2006/relationships/customXml" Target="../ink/ink205.xml"/><Relationship Id="rId69" Type="http://schemas.openxmlformats.org/officeDocument/2006/relationships/image" Target="../media/image207.png"/><Relationship Id="rId80" Type="http://schemas.openxmlformats.org/officeDocument/2006/relationships/customXml" Target="../ink/ink213.xml"/><Relationship Id="rId85" Type="http://schemas.openxmlformats.org/officeDocument/2006/relationships/image" Target="../media/image215.png"/><Relationship Id="rId3" Type="http://schemas.openxmlformats.org/officeDocument/2006/relationships/image" Target="../media/image174.png"/><Relationship Id="rId12" Type="http://schemas.openxmlformats.org/officeDocument/2006/relationships/customXml" Target="../ink/ink179.xml"/><Relationship Id="rId17" Type="http://schemas.openxmlformats.org/officeDocument/2006/relationships/image" Target="../media/image181.png"/><Relationship Id="rId25" Type="http://schemas.openxmlformats.org/officeDocument/2006/relationships/image" Target="../media/image185.png"/><Relationship Id="rId33" Type="http://schemas.openxmlformats.org/officeDocument/2006/relationships/image" Target="../media/image189.png"/><Relationship Id="rId38" Type="http://schemas.openxmlformats.org/officeDocument/2006/relationships/customXml" Target="../ink/ink192.xml"/><Relationship Id="rId46" Type="http://schemas.openxmlformats.org/officeDocument/2006/relationships/customXml" Target="../ink/ink196.xml"/><Relationship Id="rId59" Type="http://schemas.openxmlformats.org/officeDocument/2006/relationships/image" Target="../media/image202.png"/><Relationship Id="rId67" Type="http://schemas.openxmlformats.org/officeDocument/2006/relationships/image" Target="../media/image206.png"/><Relationship Id="rId20" Type="http://schemas.openxmlformats.org/officeDocument/2006/relationships/customXml" Target="../ink/ink183.xml"/><Relationship Id="rId41" Type="http://schemas.openxmlformats.org/officeDocument/2006/relationships/image" Target="../media/image193.png"/><Relationship Id="rId54" Type="http://schemas.openxmlformats.org/officeDocument/2006/relationships/customXml" Target="../ink/ink200.xml"/><Relationship Id="rId62" Type="http://schemas.openxmlformats.org/officeDocument/2006/relationships/customXml" Target="../ink/ink204.xml"/><Relationship Id="rId70" Type="http://schemas.openxmlformats.org/officeDocument/2006/relationships/customXml" Target="../ink/ink208.xml"/><Relationship Id="rId75" Type="http://schemas.openxmlformats.org/officeDocument/2006/relationships/image" Target="../media/image210.png"/><Relationship Id="rId83" Type="http://schemas.openxmlformats.org/officeDocument/2006/relationships/image" Target="../media/image214.png"/><Relationship Id="rId88" Type="http://schemas.openxmlformats.org/officeDocument/2006/relationships/customXml" Target="../ink/ink217.xml"/><Relationship Id="rId91" Type="http://schemas.openxmlformats.org/officeDocument/2006/relationships/image" Target="../media/image218.png"/><Relationship Id="rId96" Type="http://schemas.openxmlformats.org/officeDocument/2006/relationships/customXml" Target="../ink/ink221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176.xml"/><Relationship Id="rId15" Type="http://schemas.openxmlformats.org/officeDocument/2006/relationships/image" Target="../media/image180.png"/><Relationship Id="rId23" Type="http://schemas.openxmlformats.org/officeDocument/2006/relationships/image" Target="../media/image184.png"/><Relationship Id="rId28" Type="http://schemas.openxmlformats.org/officeDocument/2006/relationships/customXml" Target="../ink/ink187.xml"/><Relationship Id="rId36" Type="http://schemas.openxmlformats.org/officeDocument/2006/relationships/customXml" Target="../ink/ink191.xml"/><Relationship Id="rId49" Type="http://schemas.openxmlformats.org/officeDocument/2006/relationships/image" Target="../media/image197.png"/><Relationship Id="rId57" Type="http://schemas.openxmlformats.org/officeDocument/2006/relationships/image" Target="../media/image201.png"/><Relationship Id="rId10" Type="http://schemas.openxmlformats.org/officeDocument/2006/relationships/customXml" Target="../ink/ink178.xml"/><Relationship Id="rId31" Type="http://schemas.openxmlformats.org/officeDocument/2006/relationships/image" Target="../media/image188.png"/><Relationship Id="rId44" Type="http://schemas.openxmlformats.org/officeDocument/2006/relationships/customXml" Target="../ink/ink195.xml"/><Relationship Id="rId52" Type="http://schemas.openxmlformats.org/officeDocument/2006/relationships/customXml" Target="../ink/ink199.xml"/><Relationship Id="rId60" Type="http://schemas.openxmlformats.org/officeDocument/2006/relationships/customXml" Target="../ink/ink203.xml"/><Relationship Id="rId65" Type="http://schemas.openxmlformats.org/officeDocument/2006/relationships/image" Target="../media/image205.png"/><Relationship Id="rId73" Type="http://schemas.openxmlformats.org/officeDocument/2006/relationships/image" Target="../media/image209.png"/><Relationship Id="rId78" Type="http://schemas.openxmlformats.org/officeDocument/2006/relationships/customXml" Target="../ink/ink212.xml"/><Relationship Id="rId81" Type="http://schemas.openxmlformats.org/officeDocument/2006/relationships/image" Target="../media/image213.png"/><Relationship Id="rId86" Type="http://schemas.openxmlformats.org/officeDocument/2006/relationships/customXml" Target="../ink/ink216.xml"/><Relationship Id="rId94" Type="http://schemas.openxmlformats.org/officeDocument/2006/relationships/customXml" Target="../ink/ink220.xml"/><Relationship Id="rId4" Type="http://schemas.openxmlformats.org/officeDocument/2006/relationships/customXml" Target="../ink/ink175.xml"/><Relationship Id="rId9" Type="http://schemas.openxmlformats.org/officeDocument/2006/relationships/image" Target="../media/image177.png"/><Relationship Id="rId13" Type="http://schemas.openxmlformats.org/officeDocument/2006/relationships/image" Target="../media/image179.png"/><Relationship Id="rId18" Type="http://schemas.openxmlformats.org/officeDocument/2006/relationships/customXml" Target="../ink/ink182.xml"/><Relationship Id="rId39" Type="http://schemas.openxmlformats.org/officeDocument/2006/relationships/image" Target="../media/image192.png"/><Relationship Id="rId34" Type="http://schemas.openxmlformats.org/officeDocument/2006/relationships/customXml" Target="../ink/ink190.xml"/><Relationship Id="rId50" Type="http://schemas.openxmlformats.org/officeDocument/2006/relationships/customXml" Target="../ink/ink198.xml"/><Relationship Id="rId55" Type="http://schemas.openxmlformats.org/officeDocument/2006/relationships/image" Target="../media/image200.png"/><Relationship Id="rId76" Type="http://schemas.openxmlformats.org/officeDocument/2006/relationships/customXml" Target="../ink/ink211.xml"/><Relationship Id="rId97" Type="http://schemas.openxmlformats.org/officeDocument/2006/relationships/image" Target="../media/image221.png"/><Relationship Id="rId7" Type="http://schemas.openxmlformats.org/officeDocument/2006/relationships/image" Target="../media/image176.png"/><Relationship Id="rId71" Type="http://schemas.openxmlformats.org/officeDocument/2006/relationships/image" Target="../media/image208.png"/><Relationship Id="rId92" Type="http://schemas.openxmlformats.org/officeDocument/2006/relationships/customXml" Target="../ink/ink219.xml"/><Relationship Id="rId2" Type="http://schemas.openxmlformats.org/officeDocument/2006/relationships/customXml" Target="../ink/ink174.xml"/><Relationship Id="rId29" Type="http://schemas.openxmlformats.org/officeDocument/2006/relationships/image" Target="../media/image187.png"/><Relationship Id="rId24" Type="http://schemas.openxmlformats.org/officeDocument/2006/relationships/customXml" Target="../ink/ink185.xml"/><Relationship Id="rId40" Type="http://schemas.openxmlformats.org/officeDocument/2006/relationships/customXml" Target="../ink/ink193.xml"/><Relationship Id="rId45" Type="http://schemas.openxmlformats.org/officeDocument/2006/relationships/image" Target="../media/image195.png"/><Relationship Id="rId66" Type="http://schemas.openxmlformats.org/officeDocument/2006/relationships/customXml" Target="../ink/ink206.xml"/><Relationship Id="rId87" Type="http://schemas.openxmlformats.org/officeDocument/2006/relationships/image" Target="../media/image216.png"/><Relationship Id="rId61" Type="http://schemas.openxmlformats.org/officeDocument/2006/relationships/image" Target="../media/image203.png"/><Relationship Id="rId82" Type="http://schemas.openxmlformats.org/officeDocument/2006/relationships/customXml" Target="../ink/ink214.xml"/><Relationship Id="rId19" Type="http://schemas.openxmlformats.org/officeDocument/2006/relationships/image" Target="../media/image182.png"/><Relationship Id="rId14" Type="http://schemas.openxmlformats.org/officeDocument/2006/relationships/customXml" Target="../ink/ink180.xml"/><Relationship Id="rId30" Type="http://schemas.openxmlformats.org/officeDocument/2006/relationships/customXml" Target="../ink/ink188.xml"/><Relationship Id="rId35" Type="http://schemas.openxmlformats.org/officeDocument/2006/relationships/image" Target="../media/image190.png"/><Relationship Id="rId56" Type="http://schemas.openxmlformats.org/officeDocument/2006/relationships/customXml" Target="../ink/ink201.xml"/><Relationship Id="rId77" Type="http://schemas.openxmlformats.org/officeDocument/2006/relationships/image" Target="../media/image211.png"/><Relationship Id="rId8" Type="http://schemas.openxmlformats.org/officeDocument/2006/relationships/customXml" Target="../ink/ink177.xml"/><Relationship Id="rId51" Type="http://schemas.openxmlformats.org/officeDocument/2006/relationships/image" Target="../media/image198.png"/><Relationship Id="rId72" Type="http://schemas.openxmlformats.org/officeDocument/2006/relationships/customXml" Target="../ink/ink209.xml"/><Relationship Id="rId93" Type="http://schemas.openxmlformats.org/officeDocument/2006/relationships/image" Target="../media/image219.png"/></Relationships>
</file>

<file path=ppt/slides/_rels/slide6.xml.rels><?xml version="1.0" encoding="UTF-8" standalone="yes"?>
<Relationships xmlns="http://schemas.openxmlformats.org/package/2006/relationships"><Relationship Id="rId13" Type="http://schemas.openxmlformats.org/officeDocument/2006/relationships/image" Target="../media/image227.png"/><Relationship Id="rId18" Type="http://schemas.openxmlformats.org/officeDocument/2006/relationships/customXml" Target="../ink/ink230.xml"/><Relationship Id="rId26" Type="http://schemas.openxmlformats.org/officeDocument/2006/relationships/customXml" Target="../ink/ink234.xml"/><Relationship Id="rId39" Type="http://schemas.openxmlformats.org/officeDocument/2006/relationships/image" Target="../media/image240.png"/><Relationship Id="rId21" Type="http://schemas.openxmlformats.org/officeDocument/2006/relationships/image" Target="../media/image231.png"/><Relationship Id="rId34" Type="http://schemas.openxmlformats.org/officeDocument/2006/relationships/customXml" Target="../ink/ink238.xml"/><Relationship Id="rId42" Type="http://schemas.openxmlformats.org/officeDocument/2006/relationships/customXml" Target="../ink/ink242.xml"/><Relationship Id="rId47" Type="http://schemas.openxmlformats.org/officeDocument/2006/relationships/image" Target="../media/image244.png"/><Relationship Id="rId50" Type="http://schemas.openxmlformats.org/officeDocument/2006/relationships/customXml" Target="../ink/ink246.xml"/><Relationship Id="rId55" Type="http://schemas.openxmlformats.org/officeDocument/2006/relationships/image" Target="../media/image248.png"/><Relationship Id="rId63" Type="http://schemas.openxmlformats.org/officeDocument/2006/relationships/image" Target="../media/image252.png"/><Relationship Id="rId7" Type="http://schemas.openxmlformats.org/officeDocument/2006/relationships/image" Target="../media/image224.png"/><Relationship Id="rId2" Type="http://schemas.openxmlformats.org/officeDocument/2006/relationships/customXml" Target="../ink/ink222.xml"/><Relationship Id="rId16" Type="http://schemas.openxmlformats.org/officeDocument/2006/relationships/customXml" Target="../ink/ink229.xml"/><Relationship Id="rId29" Type="http://schemas.openxmlformats.org/officeDocument/2006/relationships/image" Target="../media/image235.png"/><Relationship Id="rId11" Type="http://schemas.openxmlformats.org/officeDocument/2006/relationships/image" Target="../media/image226.png"/><Relationship Id="rId24" Type="http://schemas.openxmlformats.org/officeDocument/2006/relationships/customXml" Target="../ink/ink233.xml"/><Relationship Id="rId32" Type="http://schemas.openxmlformats.org/officeDocument/2006/relationships/customXml" Target="../ink/ink237.xml"/><Relationship Id="rId37" Type="http://schemas.openxmlformats.org/officeDocument/2006/relationships/image" Target="../media/image239.png"/><Relationship Id="rId40" Type="http://schemas.openxmlformats.org/officeDocument/2006/relationships/customXml" Target="../ink/ink241.xml"/><Relationship Id="rId45" Type="http://schemas.openxmlformats.org/officeDocument/2006/relationships/image" Target="../media/image243.png"/><Relationship Id="rId53" Type="http://schemas.openxmlformats.org/officeDocument/2006/relationships/image" Target="../media/image247.png"/><Relationship Id="rId58" Type="http://schemas.openxmlformats.org/officeDocument/2006/relationships/customXml" Target="../ink/ink250.xml"/><Relationship Id="rId5" Type="http://schemas.openxmlformats.org/officeDocument/2006/relationships/image" Target="../media/image223.png"/><Relationship Id="rId61" Type="http://schemas.openxmlformats.org/officeDocument/2006/relationships/image" Target="../media/image251.png"/><Relationship Id="rId19" Type="http://schemas.openxmlformats.org/officeDocument/2006/relationships/image" Target="../media/image230.png"/><Relationship Id="rId14" Type="http://schemas.openxmlformats.org/officeDocument/2006/relationships/customXml" Target="../ink/ink228.xml"/><Relationship Id="rId22" Type="http://schemas.openxmlformats.org/officeDocument/2006/relationships/customXml" Target="../ink/ink232.xml"/><Relationship Id="rId27" Type="http://schemas.openxmlformats.org/officeDocument/2006/relationships/image" Target="../media/image234.png"/><Relationship Id="rId30" Type="http://schemas.openxmlformats.org/officeDocument/2006/relationships/customXml" Target="../ink/ink236.xml"/><Relationship Id="rId35" Type="http://schemas.openxmlformats.org/officeDocument/2006/relationships/image" Target="../media/image238.png"/><Relationship Id="rId43" Type="http://schemas.openxmlformats.org/officeDocument/2006/relationships/image" Target="../media/image242.png"/><Relationship Id="rId48" Type="http://schemas.openxmlformats.org/officeDocument/2006/relationships/customXml" Target="../ink/ink245.xml"/><Relationship Id="rId56" Type="http://schemas.openxmlformats.org/officeDocument/2006/relationships/customXml" Target="../ink/ink249.xml"/><Relationship Id="rId8" Type="http://schemas.openxmlformats.org/officeDocument/2006/relationships/customXml" Target="../ink/ink225.xml"/><Relationship Id="rId51" Type="http://schemas.openxmlformats.org/officeDocument/2006/relationships/image" Target="../media/image246.png"/><Relationship Id="rId3" Type="http://schemas.openxmlformats.org/officeDocument/2006/relationships/image" Target="../media/image222.png"/><Relationship Id="rId12" Type="http://schemas.openxmlformats.org/officeDocument/2006/relationships/customXml" Target="../ink/ink227.xml"/><Relationship Id="rId17" Type="http://schemas.openxmlformats.org/officeDocument/2006/relationships/image" Target="../media/image229.png"/><Relationship Id="rId25" Type="http://schemas.openxmlformats.org/officeDocument/2006/relationships/image" Target="../media/image233.png"/><Relationship Id="rId33" Type="http://schemas.openxmlformats.org/officeDocument/2006/relationships/image" Target="../media/image237.png"/><Relationship Id="rId38" Type="http://schemas.openxmlformats.org/officeDocument/2006/relationships/customXml" Target="../ink/ink240.xml"/><Relationship Id="rId46" Type="http://schemas.openxmlformats.org/officeDocument/2006/relationships/customXml" Target="../ink/ink244.xml"/><Relationship Id="rId59" Type="http://schemas.openxmlformats.org/officeDocument/2006/relationships/image" Target="../media/image250.png"/><Relationship Id="rId20" Type="http://schemas.openxmlformats.org/officeDocument/2006/relationships/customXml" Target="../ink/ink231.xml"/><Relationship Id="rId41" Type="http://schemas.openxmlformats.org/officeDocument/2006/relationships/image" Target="../media/image241.png"/><Relationship Id="rId54" Type="http://schemas.openxmlformats.org/officeDocument/2006/relationships/customXml" Target="../ink/ink248.xml"/><Relationship Id="rId62" Type="http://schemas.openxmlformats.org/officeDocument/2006/relationships/customXml" Target="../ink/ink252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224.xml"/><Relationship Id="rId15" Type="http://schemas.openxmlformats.org/officeDocument/2006/relationships/image" Target="../media/image228.png"/><Relationship Id="rId23" Type="http://schemas.openxmlformats.org/officeDocument/2006/relationships/image" Target="../media/image232.png"/><Relationship Id="rId28" Type="http://schemas.openxmlformats.org/officeDocument/2006/relationships/customXml" Target="../ink/ink235.xml"/><Relationship Id="rId36" Type="http://schemas.openxmlformats.org/officeDocument/2006/relationships/customXml" Target="../ink/ink239.xml"/><Relationship Id="rId49" Type="http://schemas.openxmlformats.org/officeDocument/2006/relationships/image" Target="../media/image245.png"/><Relationship Id="rId57" Type="http://schemas.openxmlformats.org/officeDocument/2006/relationships/image" Target="../media/image249.png"/><Relationship Id="rId10" Type="http://schemas.openxmlformats.org/officeDocument/2006/relationships/customXml" Target="../ink/ink226.xml"/><Relationship Id="rId31" Type="http://schemas.openxmlformats.org/officeDocument/2006/relationships/image" Target="../media/image236.png"/><Relationship Id="rId44" Type="http://schemas.openxmlformats.org/officeDocument/2006/relationships/customXml" Target="../ink/ink243.xml"/><Relationship Id="rId52" Type="http://schemas.openxmlformats.org/officeDocument/2006/relationships/customXml" Target="../ink/ink247.xml"/><Relationship Id="rId60" Type="http://schemas.openxmlformats.org/officeDocument/2006/relationships/customXml" Target="../ink/ink251.xml"/><Relationship Id="rId4" Type="http://schemas.openxmlformats.org/officeDocument/2006/relationships/customXml" Target="../ink/ink223.xml"/><Relationship Id="rId9" Type="http://schemas.openxmlformats.org/officeDocument/2006/relationships/image" Target="../media/image225.png"/></Relationships>
</file>

<file path=ppt/slides/_rels/slide7.xml.rels><?xml version="1.0" encoding="UTF-8" standalone="yes"?>
<Relationships xmlns="http://schemas.openxmlformats.org/package/2006/relationships"><Relationship Id="rId26" Type="http://schemas.openxmlformats.org/officeDocument/2006/relationships/customXml" Target="../ink/ink265.xml"/><Relationship Id="rId21" Type="http://schemas.openxmlformats.org/officeDocument/2006/relationships/image" Target="../media/image262.png"/><Relationship Id="rId42" Type="http://schemas.openxmlformats.org/officeDocument/2006/relationships/customXml" Target="../ink/ink273.xml"/><Relationship Id="rId47" Type="http://schemas.openxmlformats.org/officeDocument/2006/relationships/image" Target="../media/image275.png"/><Relationship Id="rId63" Type="http://schemas.openxmlformats.org/officeDocument/2006/relationships/image" Target="../media/image283.png"/><Relationship Id="rId68" Type="http://schemas.openxmlformats.org/officeDocument/2006/relationships/customXml" Target="../ink/ink286.xml"/><Relationship Id="rId2" Type="http://schemas.openxmlformats.org/officeDocument/2006/relationships/customXml" Target="../ink/ink253.xml"/><Relationship Id="rId16" Type="http://schemas.openxmlformats.org/officeDocument/2006/relationships/customXml" Target="../ink/ink260.xml"/><Relationship Id="rId29" Type="http://schemas.openxmlformats.org/officeDocument/2006/relationships/image" Target="../media/image266.png"/><Relationship Id="rId11" Type="http://schemas.openxmlformats.org/officeDocument/2006/relationships/image" Target="../media/image257.png"/><Relationship Id="rId24" Type="http://schemas.openxmlformats.org/officeDocument/2006/relationships/customXml" Target="../ink/ink264.xml"/><Relationship Id="rId32" Type="http://schemas.openxmlformats.org/officeDocument/2006/relationships/customXml" Target="../ink/ink268.xml"/><Relationship Id="rId37" Type="http://schemas.openxmlformats.org/officeDocument/2006/relationships/image" Target="../media/image270.png"/><Relationship Id="rId40" Type="http://schemas.openxmlformats.org/officeDocument/2006/relationships/customXml" Target="../ink/ink272.xml"/><Relationship Id="rId45" Type="http://schemas.openxmlformats.org/officeDocument/2006/relationships/image" Target="../media/image274.png"/><Relationship Id="rId53" Type="http://schemas.openxmlformats.org/officeDocument/2006/relationships/image" Target="../media/image278.png"/><Relationship Id="rId58" Type="http://schemas.openxmlformats.org/officeDocument/2006/relationships/customXml" Target="../ink/ink281.xml"/><Relationship Id="rId66" Type="http://schemas.openxmlformats.org/officeDocument/2006/relationships/customXml" Target="../ink/ink285.xml"/><Relationship Id="rId5" Type="http://schemas.openxmlformats.org/officeDocument/2006/relationships/image" Target="../media/image254.png"/><Relationship Id="rId61" Type="http://schemas.openxmlformats.org/officeDocument/2006/relationships/image" Target="../media/image282.png"/><Relationship Id="rId19" Type="http://schemas.openxmlformats.org/officeDocument/2006/relationships/image" Target="../media/image261.png"/><Relationship Id="rId14" Type="http://schemas.openxmlformats.org/officeDocument/2006/relationships/customXml" Target="../ink/ink259.xml"/><Relationship Id="rId22" Type="http://schemas.openxmlformats.org/officeDocument/2006/relationships/customXml" Target="../ink/ink263.xml"/><Relationship Id="rId27" Type="http://schemas.openxmlformats.org/officeDocument/2006/relationships/image" Target="../media/image265.png"/><Relationship Id="rId30" Type="http://schemas.openxmlformats.org/officeDocument/2006/relationships/customXml" Target="../ink/ink267.xml"/><Relationship Id="rId35" Type="http://schemas.openxmlformats.org/officeDocument/2006/relationships/image" Target="../media/image269.png"/><Relationship Id="rId43" Type="http://schemas.openxmlformats.org/officeDocument/2006/relationships/image" Target="../media/image273.png"/><Relationship Id="rId48" Type="http://schemas.openxmlformats.org/officeDocument/2006/relationships/customXml" Target="../ink/ink276.xml"/><Relationship Id="rId56" Type="http://schemas.openxmlformats.org/officeDocument/2006/relationships/customXml" Target="../ink/ink280.xml"/><Relationship Id="rId64" Type="http://schemas.openxmlformats.org/officeDocument/2006/relationships/customXml" Target="../ink/ink284.xml"/><Relationship Id="rId69" Type="http://schemas.openxmlformats.org/officeDocument/2006/relationships/image" Target="../media/image286.png"/><Relationship Id="rId8" Type="http://schemas.openxmlformats.org/officeDocument/2006/relationships/customXml" Target="../ink/ink256.xml"/><Relationship Id="rId51" Type="http://schemas.openxmlformats.org/officeDocument/2006/relationships/image" Target="../media/image277.png"/><Relationship Id="rId72" Type="http://schemas.openxmlformats.org/officeDocument/2006/relationships/customXml" Target="../ink/ink288.xml"/><Relationship Id="rId3" Type="http://schemas.openxmlformats.org/officeDocument/2006/relationships/image" Target="../media/image253.png"/><Relationship Id="rId12" Type="http://schemas.openxmlformats.org/officeDocument/2006/relationships/customXml" Target="../ink/ink258.xml"/><Relationship Id="rId17" Type="http://schemas.openxmlformats.org/officeDocument/2006/relationships/image" Target="../media/image260.png"/><Relationship Id="rId25" Type="http://schemas.openxmlformats.org/officeDocument/2006/relationships/image" Target="../media/image264.png"/><Relationship Id="rId33" Type="http://schemas.openxmlformats.org/officeDocument/2006/relationships/image" Target="../media/image268.png"/><Relationship Id="rId38" Type="http://schemas.openxmlformats.org/officeDocument/2006/relationships/customXml" Target="../ink/ink271.xml"/><Relationship Id="rId46" Type="http://schemas.openxmlformats.org/officeDocument/2006/relationships/customXml" Target="../ink/ink275.xml"/><Relationship Id="rId59" Type="http://schemas.openxmlformats.org/officeDocument/2006/relationships/image" Target="../media/image281.png"/><Relationship Id="rId67" Type="http://schemas.openxmlformats.org/officeDocument/2006/relationships/image" Target="../media/image285.png"/><Relationship Id="rId20" Type="http://schemas.openxmlformats.org/officeDocument/2006/relationships/customXml" Target="../ink/ink262.xml"/><Relationship Id="rId41" Type="http://schemas.openxmlformats.org/officeDocument/2006/relationships/image" Target="../media/image272.png"/><Relationship Id="rId54" Type="http://schemas.openxmlformats.org/officeDocument/2006/relationships/customXml" Target="../ink/ink279.xml"/><Relationship Id="rId62" Type="http://schemas.openxmlformats.org/officeDocument/2006/relationships/customXml" Target="../ink/ink283.xml"/><Relationship Id="rId70" Type="http://schemas.openxmlformats.org/officeDocument/2006/relationships/customXml" Target="../ink/ink287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255.xml"/><Relationship Id="rId15" Type="http://schemas.openxmlformats.org/officeDocument/2006/relationships/image" Target="../media/image259.png"/><Relationship Id="rId23" Type="http://schemas.openxmlformats.org/officeDocument/2006/relationships/image" Target="../media/image263.png"/><Relationship Id="rId28" Type="http://schemas.openxmlformats.org/officeDocument/2006/relationships/customXml" Target="../ink/ink266.xml"/><Relationship Id="rId36" Type="http://schemas.openxmlformats.org/officeDocument/2006/relationships/customXml" Target="../ink/ink270.xml"/><Relationship Id="rId49" Type="http://schemas.openxmlformats.org/officeDocument/2006/relationships/image" Target="../media/image276.png"/><Relationship Id="rId57" Type="http://schemas.openxmlformats.org/officeDocument/2006/relationships/image" Target="../media/image280.png"/><Relationship Id="rId10" Type="http://schemas.openxmlformats.org/officeDocument/2006/relationships/customXml" Target="../ink/ink257.xml"/><Relationship Id="rId31" Type="http://schemas.openxmlformats.org/officeDocument/2006/relationships/image" Target="../media/image267.png"/><Relationship Id="rId44" Type="http://schemas.openxmlformats.org/officeDocument/2006/relationships/customXml" Target="../ink/ink274.xml"/><Relationship Id="rId52" Type="http://schemas.openxmlformats.org/officeDocument/2006/relationships/customXml" Target="../ink/ink278.xml"/><Relationship Id="rId60" Type="http://schemas.openxmlformats.org/officeDocument/2006/relationships/customXml" Target="../ink/ink282.xml"/><Relationship Id="rId65" Type="http://schemas.openxmlformats.org/officeDocument/2006/relationships/image" Target="../media/image284.png"/><Relationship Id="rId73" Type="http://schemas.openxmlformats.org/officeDocument/2006/relationships/image" Target="../media/image288.png"/><Relationship Id="rId4" Type="http://schemas.openxmlformats.org/officeDocument/2006/relationships/customXml" Target="../ink/ink254.xml"/><Relationship Id="rId9" Type="http://schemas.openxmlformats.org/officeDocument/2006/relationships/image" Target="../media/image256.png"/><Relationship Id="rId13" Type="http://schemas.openxmlformats.org/officeDocument/2006/relationships/image" Target="../media/image258.png"/><Relationship Id="rId18" Type="http://schemas.openxmlformats.org/officeDocument/2006/relationships/customXml" Target="../ink/ink261.xml"/><Relationship Id="rId39" Type="http://schemas.openxmlformats.org/officeDocument/2006/relationships/image" Target="../media/image271.png"/><Relationship Id="rId34" Type="http://schemas.openxmlformats.org/officeDocument/2006/relationships/customXml" Target="../ink/ink269.xml"/><Relationship Id="rId50" Type="http://schemas.openxmlformats.org/officeDocument/2006/relationships/customXml" Target="../ink/ink277.xml"/><Relationship Id="rId55" Type="http://schemas.openxmlformats.org/officeDocument/2006/relationships/image" Target="../media/image279.png"/><Relationship Id="rId7" Type="http://schemas.openxmlformats.org/officeDocument/2006/relationships/image" Target="../media/image255.png"/><Relationship Id="rId71" Type="http://schemas.openxmlformats.org/officeDocument/2006/relationships/image" Target="../media/image287.png"/></Relationships>
</file>

<file path=ppt/slides/_rels/slide8.xml.rels><?xml version="1.0" encoding="UTF-8" standalone="yes"?>
<Relationships xmlns="http://schemas.openxmlformats.org/package/2006/relationships"><Relationship Id="rId26" Type="http://schemas.openxmlformats.org/officeDocument/2006/relationships/customXml" Target="../ink/ink301.xml"/><Relationship Id="rId21" Type="http://schemas.openxmlformats.org/officeDocument/2006/relationships/image" Target="../media/image298.png"/><Relationship Id="rId42" Type="http://schemas.openxmlformats.org/officeDocument/2006/relationships/customXml" Target="../ink/ink309.xml"/><Relationship Id="rId47" Type="http://schemas.openxmlformats.org/officeDocument/2006/relationships/image" Target="../media/image311.png"/><Relationship Id="rId63" Type="http://schemas.openxmlformats.org/officeDocument/2006/relationships/image" Target="../media/image319.png"/><Relationship Id="rId68" Type="http://schemas.openxmlformats.org/officeDocument/2006/relationships/customXml" Target="../ink/ink322.xml"/><Relationship Id="rId16" Type="http://schemas.openxmlformats.org/officeDocument/2006/relationships/customXml" Target="../ink/ink296.xml"/><Relationship Id="rId11" Type="http://schemas.openxmlformats.org/officeDocument/2006/relationships/image" Target="../media/image293.png"/><Relationship Id="rId24" Type="http://schemas.openxmlformats.org/officeDocument/2006/relationships/customXml" Target="../ink/ink300.xml"/><Relationship Id="rId32" Type="http://schemas.openxmlformats.org/officeDocument/2006/relationships/customXml" Target="../ink/ink304.xml"/><Relationship Id="rId37" Type="http://schemas.openxmlformats.org/officeDocument/2006/relationships/image" Target="../media/image306.png"/><Relationship Id="rId40" Type="http://schemas.openxmlformats.org/officeDocument/2006/relationships/customXml" Target="../ink/ink308.xml"/><Relationship Id="rId45" Type="http://schemas.openxmlformats.org/officeDocument/2006/relationships/image" Target="../media/image310.png"/><Relationship Id="rId53" Type="http://schemas.openxmlformats.org/officeDocument/2006/relationships/image" Target="../media/image314.png"/><Relationship Id="rId58" Type="http://schemas.openxmlformats.org/officeDocument/2006/relationships/customXml" Target="../ink/ink317.xml"/><Relationship Id="rId66" Type="http://schemas.openxmlformats.org/officeDocument/2006/relationships/customXml" Target="../ink/ink321.xml"/><Relationship Id="rId74" Type="http://schemas.openxmlformats.org/officeDocument/2006/relationships/customXml" Target="../ink/ink325.xml"/><Relationship Id="rId5" Type="http://schemas.openxmlformats.org/officeDocument/2006/relationships/image" Target="../media/image290.png"/><Relationship Id="rId61" Type="http://schemas.openxmlformats.org/officeDocument/2006/relationships/image" Target="../media/image318.png"/><Relationship Id="rId19" Type="http://schemas.openxmlformats.org/officeDocument/2006/relationships/image" Target="../media/image297.png"/><Relationship Id="rId14" Type="http://schemas.openxmlformats.org/officeDocument/2006/relationships/customXml" Target="../ink/ink295.xml"/><Relationship Id="rId22" Type="http://schemas.openxmlformats.org/officeDocument/2006/relationships/customXml" Target="../ink/ink299.xml"/><Relationship Id="rId27" Type="http://schemas.openxmlformats.org/officeDocument/2006/relationships/image" Target="../media/image301.png"/><Relationship Id="rId30" Type="http://schemas.openxmlformats.org/officeDocument/2006/relationships/customXml" Target="../ink/ink303.xml"/><Relationship Id="rId35" Type="http://schemas.openxmlformats.org/officeDocument/2006/relationships/image" Target="../media/image305.png"/><Relationship Id="rId43" Type="http://schemas.openxmlformats.org/officeDocument/2006/relationships/image" Target="../media/image309.png"/><Relationship Id="rId48" Type="http://schemas.openxmlformats.org/officeDocument/2006/relationships/customXml" Target="../ink/ink312.xml"/><Relationship Id="rId56" Type="http://schemas.openxmlformats.org/officeDocument/2006/relationships/customXml" Target="../ink/ink316.xml"/><Relationship Id="rId64" Type="http://schemas.openxmlformats.org/officeDocument/2006/relationships/customXml" Target="../ink/ink320.xml"/><Relationship Id="rId69" Type="http://schemas.openxmlformats.org/officeDocument/2006/relationships/image" Target="../media/image322.png"/><Relationship Id="rId77" Type="http://schemas.openxmlformats.org/officeDocument/2006/relationships/image" Target="../media/image326.png"/><Relationship Id="rId8" Type="http://schemas.openxmlformats.org/officeDocument/2006/relationships/customXml" Target="../ink/ink292.xml"/><Relationship Id="rId51" Type="http://schemas.openxmlformats.org/officeDocument/2006/relationships/image" Target="../media/image313.png"/><Relationship Id="rId72" Type="http://schemas.openxmlformats.org/officeDocument/2006/relationships/customXml" Target="../ink/ink324.xml"/><Relationship Id="rId3" Type="http://schemas.openxmlformats.org/officeDocument/2006/relationships/image" Target="../media/image289.png"/><Relationship Id="rId12" Type="http://schemas.openxmlformats.org/officeDocument/2006/relationships/customXml" Target="../ink/ink294.xml"/><Relationship Id="rId17" Type="http://schemas.openxmlformats.org/officeDocument/2006/relationships/image" Target="../media/image296.png"/><Relationship Id="rId25" Type="http://schemas.openxmlformats.org/officeDocument/2006/relationships/image" Target="../media/image300.png"/><Relationship Id="rId33" Type="http://schemas.openxmlformats.org/officeDocument/2006/relationships/image" Target="../media/image304.png"/><Relationship Id="rId38" Type="http://schemas.openxmlformats.org/officeDocument/2006/relationships/customXml" Target="../ink/ink307.xml"/><Relationship Id="rId46" Type="http://schemas.openxmlformats.org/officeDocument/2006/relationships/customXml" Target="../ink/ink311.xml"/><Relationship Id="rId59" Type="http://schemas.openxmlformats.org/officeDocument/2006/relationships/image" Target="../media/image317.png"/><Relationship Id="rId67" Type="http://schemas.openxmlformats.org/officeDocument/2006/relationships/image" Target="../media/image321.png"/><Relationship Id="rId20" Type="http://schemas.openxmlformats.org/officeDocument/2006/relationships/customXml" Target="../ink/ink298.xml"/><Relationship Id="rId41" Type="http://schemas.openxmlformats.org/officeDocument/2006/relationships/image" Target="../media/image308.png"/><Relationship Id="rId54" Type="http://schemas.openxmlformats.org/officeDocument/2006/relationships/customXml" Target="../ink/ink315.xml"/><Relationship Id="rId62" Type="http://schemas.openxmlformats.org/officeDocument/2006/relationships/customXml" Target="../ink/ink319.xml"/><Relationship Id="rId70" Type="http://schemas.openxmlformats.org/officeDocument/2006/relationships/customXml" Target="../ink/ink323.xml"/><Relationship Id="rId75" Type="http://schemas.openxmlformats.org/officeDocument/2006/relationships/image" Target="../media/image325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291.xml"/><Relationship Id="rId15" Type="http://schemas.openxmlformats.org/officeDocument/2006/relationships/image" Target="../media/image295.png"/><Relationship Id="rId23" Type="http://schemas.openxmlformats.org/officeDocument/2006/relationships/image" Target="../media/image299.png"/><Relationship Id="rId28" Type="http://schemas.openxmlformats.org/officeDocument/2006/relationships/customXml" Target="../ink/ink302.xml"/><Relationship Id="rId36" Type="http://schemas.openxmlformats.org/officeDocument/2006/relationships/customXml" Target="../ink/ink306.xml"/><Relationship Id="rId49" Type="http://schemas.openxmlformats.org/officeDocument/2006/relationships/image" Target="../media/image312.png"/><Relationship Id="rId57" Type="http://schemas.openxmlformats.org/officeDocument/2006/relationships/image" Target="../media/image316.png"/><Relationship Id="rId10" Type="http://schemas.openxmlformats.org/officeDocument/2006/relationships/customXml" Target="../ink/ink293.xml"/><Relationship Id="rId31" Type="http://schemas.openxmlformats.org/officeDocument/2006/relationships/image" Target="../media/image303.png"/><Relationship Id="rId44" Type="http://schemas.openxmlformats.org/officeDocument/2006/relationships/customXml" Target="../ink/ink310.xml"/><Relationship Id="rId52" Type="http://schemas.openxmlformats.org/officeDocument/2006/relationships/customXml" Target="../ink/ink314.xml"/><Relationship Id="rId60" Type="http://schemas.openxmlformats.org/officeDocument/2006/relationships/customXml" Target="../ink/ink318.xml"/><Relationship Id="rId65" Type="http://schemas.openxmlformats.org/officeDocument/2006/relationships/image" Target="../media/image320.png"/><Relationship Id="rId73" Type="http://schemas.openxmlformats.org/officeDocument/2006/relationships/image" Target="../media/image324.png"/><Relationship Id="rId4" Type="http://schemas.openxmlformats.org/officeDocument/2006/relationships/customXml" Target="../ink/ink290.xml"/><Relationship Id="rId9" Type="http://schemas.openxmlformats.org/officeDocument/2006/relationships/image" Target="../media/image292.png"/><Relationship Id="rId13" Type="http://schemas.openxmlformats.org/officeDocument/2006/relationships/image" Target="../media/image294.png"/><Relationship Id="rId18" Type="http://schemas.openxmlformats.org/officeDocument/2006/relationships/customXml" Target="../ink/ink297.xml"/><Relationship Id="rId39" Type="http://schemas.openxmlformats.org/officeDocument/2006/relationships/image" Target="../media/image307.png"/><Relationship Id="rId34" Type="http://schemas.openxmlformats.org/officeDocument/2006/relationships/customXml" Target="../ink/ink305.xml"/><Relationship Id="rId50" Type="http://schemas.openxmlformats.org/officeDocument/2006/relationships/customXml" Target="../ink/ink313.xml"/><Relationship Id="rId55" Type="http://schemas.openxmlformats.org/officeDocument/2006/relationships/image" Target="../media/image315.png"/><Relationship Id="rId76" Type="http://schemas.openxmlformats.org/officeDocument/2006/relationships/customXml" Target="../ink/ink326.xml"/><Relationship Id="rId7" Type="http://schemas.openxmlformats.org/officeDocument/2006/relationships/image" Target="../media/image291.png"/><Relationship Id="rId71" Type="http://schemas.openxmlformats.org/officeDocument/2006/relationships/image" Target="../media/image323.png"/><Relationship Id="rId2" Type="http://schemas.openxmlformats.org/officeDocument/2006/relationships/customXml" Target="../ink/ink289.xml"/><Relationship Id="rId29" Type="http://schemas.openxmlformats.org/officeDocument/2006/relationships/image" Target="../media/image302.png"/></Relationships>
</file>

<file path=ppt/slides/_rels/slide9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384.png"/><Relationship Id="rId21" Type="http://schemas.openxmlformats.org/officeDocument/2006/relationships/image" Target="../media/image336.png"/><Relationship Id="rId42" Type="http://schemas.openxmlformats.org/officeDocument/2006/relationships/customXml" Target="../ink/ink347.xml"/><Relationship Id="rId63" Type="http://schemas.openxmlformats.org/officeDocument/2006/relationships/image" Target="../media/image357.png"/><Relationship Id="rId84" Type="http://schemas.openxmlformats.org/officeDocument/2006/relationships/customXml" Target="../ink/ink368.xml"/><Relationship Id="rId138" Type="http://schemas.openxmlformats.org/officeDocument/2006/relationships/customXml" Target="../ink/ink395.xml"/><Relationship Id="rId159" Type="http://schemas.openxmlformats.org/officeDocument/2006/relationships/customXml" Target="../ink/ink406.xml"/><Relationship Id="rId170" Type="http://schemas.openxmlformats.org/officeDocument/2006/relationships/image" Target="../media/image410.png"/><Relationship Id="rId191" Type="http://schemas.openxmlformats.org/officeDocument/2006/relationships/image" Target="../media/image420.png"/><Relationship Id="rId107" Type="http://schemas.openxmlformats.org/officeDocument/2006/relationships/image" Target="../media/image379.png"/><Relationship Id="rId11" Type="http://schemas.openxmlformats.org/officeDocument/2006/relationships/image" Target="../media/image331.png"/><Relationship Id="rId32" Type="http://schemas.openxmlformats.org/officeDocument/2006/relationships/customXml" Target="../ink/ink342.xml"/><Relationship Id="rId53" Type="http://schemas.openxmlformats.org/officeDocument/2006/relationships/image" Target="../media/image352.png"/><Relationship Id="rId74" Type="http://schemas.openxmlformats.org/officeDocument/2006/relationships/customXml" Target="../ink/ink363.xml"/><Relationship Id="rId128" Type="http://schemas.openxmlformats.org/officeDocument/2006/relationships/customXml" Target="../ink/ink390.xml"/><Relationship Id="rId149" Type="http://schemas.openxmlformats.org/officeDocument/2006/relationships/image" Target="../media/image400.png"/><Relationship Id="rId5" Type="http://schemas.openxmlformats.org/officeDocument/2006/relationships/image" Target="../media/image328.png"/><Relationship Id="rId95" Type="http://schemas.openxmlformats.org/officeDocument/2006/relationships/image" Target="../media/image373.png"/><Relationship Id="rId160" Type="http://schemas.openxmlformats.org/officeDocument/2006/relationships/image" Target="../media/image405.png"/><Relationship Id="rId181" Type="http://schemas.openxmlformats.org/officeDocument/2006/relationships/image" Target="../media/image415.png"/><Relationship Id="rId22" Type="http://schemas.openxmlformats.org/officeDocument/2006/relationships/customXml" Target="../ink/ink337.xml"/><Relationship Id="rId43" Type="http://schemas.openxmlformats.org/officeDocument/2006/relationships/image" Target="../media/image347.png"/><Relationship Id="rId64" Type="http://schemas.openxmlformats.org/officeDocument/2006/relationships/customXml" Target="../ink/ink358.xml"/><Relationship Id="rId118" Type="http://schemas.openxmlformats.org/officeDocument/2006/relationships/customXml" Target="../ink/ink385.xml"/><Relationship Id="rId139" Type="http://schemas.openxmlformats.org/officeDocument/2006/relationships/image" Target="../media/image395.png"/><Relationship Id="rId85" Type="http://schemas.openxmlformats.org/officeDocument/2006/relationships/image" Target="../media/image368.png"/><Relationship Id="rId150" Type="http://schemas.openxmlformats.org/officeDocument/2006/relationships/customXml" Target="../ink/ink401.xml"/><Relationship Id="rId171" Type="http://schemas.openxmlformats.org/officeDocument/2006/relationships/customXml" Target="../ink/ink412.xml"/><Relationship Id="rId192" Type="http://schemas.openxmlformats.org/officeDocument/2006/relationships/customXml" Target="../ink/ink423.xml"/><Relationship Id="rId12" Type="http://schemas.openxmlformats.org/officeDocument/2006/relationships/customXml" Target="../ink/ink332.xml"/><Relationship Id="rId33" Type="http://schemas.openxmlformats.org/officeDocument/2006/relationships/image" Target="../media/image342.png"/><Relationship Id="rId108" Type="http://schemas.openxmlformats.org/officeDocument/2006/relationships/customXml" Target="../ink/ink380.xml"/><Relationship Id="rId129" Type="http://schemas.openxmlformats.org/officeDocument/2006/relationships/image" Target="../media/image390.png"/><Relationship Id="rId54" Type="http://schemas.openxmlformats.org/officeDocument/2006/relationships/customXml" Target="../ink/ink353.xml"/><Relationship Id="rId75" Type="http://schemas.openxmlformats.org/officeDocument/2006/relationships/image" Target="../media/image363.png"/><Relationship Id="rId96" Type="http://schemas.openxmlformats.org/officeDocument/2006/relationships/customXml" Target="../ink/ink374.xml"/><Relationship Id="rId140" Type="http://schemas.openxmlformats.org/officeDocument/2006/relationships/customXml" Target="../ink/ink396.xml"/><Relationship Id="rId161" Type="http://schemas.openxmlformats.org/officeDocument/2006/relationships/customXml" Target="../ink/ink407.xml"/><Relationship Id="rId182" Type="http://schemas.openxmlformats.org/officeDocument/2006/relationships/customXml" Target="../ink/ink418.xml"/><Relationship Id="rId6" Type="http://schemas.openxmlformats.org/officeDocument/2006/relationships/customXml" Target="../ink/ink329.xml"/><Relationship Id="rId23" Type="http://schemas.openxmlformats.org/officeDocument/2006/relationships/image" Target="../media/image337.png"/><Relationship Id="rId119" Type="http://schemas.openxmlformats.org/officeDocument/2006/relationships/image" Target="../media/image385.png"/><Relationship Id="rId44" Type="http://schemas.openxmlformats.org/officeDocument/2006/relationships/customXml" Target="../ink/ink348.xml"/><Relationship Id="rId65" Type="http://schemas.openxmlformats.org/officeDocument/2006/relationships/image" Target="../media/image358.png"/><Relationship Id="rId86" Type="http://schemas.openxmlformats.org/officeDocument/2006/relationships/customXml" Target="../ink/ink369.xml"/><Relationship Id="rId130" Type="http://schemas.openxmlformats.org/officeDocument/2006/relationships/customXml" Target="../ink/ink391.xml"/><Relationship Id="rId151" Type="http://schemas.openxmlformats.org/officeDocument/2006/relationships/image" Target="../media/image401.png"/><Relationship Id="rId172" Type="http://schemas.openxmlformats.org/officeDocument/2006/relationships/image" Target="../media/image411.png"/><Relationship Id="rId193" Type="http://schemas.openxmlformats.org/officeDocument/2006/relationships/image" Target="../media/image421.png"/><Relationship Id="rId13" Type="http://schemas.openxmlformats.org/officeDocument/2006/relationships/image" Target="../media/image332.png"/><Relationship Id="rId109" Type="http://schemas.openxmlformats.org/officeDocument/2006/relationships/image" Target="../media/image380.png"/><Relationship Id="rId34" Type="http://schemas.openxmlformats.org/officeDocument/2006/relationships/customXml" Target="../ink/ink343.xml"/><Relationship Id="rId55" Type="http://schemas.openxmlformats.org/officeDocument/2006/relationships/image" Target="../media/image353.png"/><Relationship Id="rId76" Type="http://schemas.openxmlformats.org/officeDocument/2006/relationships/customXml" Target="../ink/ink364.xml"/><Relationship Id="rId97" Type="http://schemas.openxmlformats.org/officeDocument/2006/relationships/image" Target="../media/image374.png"/><Relationship Id="rId120" Type="http://schemas.openxmlformats.org/officeDocument/2006/relationships/customXml" Target="../ink/ink386.xml"/><Relationship Id="rId141" Type="http://schemas.openxmlformats.org/officeDocument/2006/relationships/image" Target="../media/image396.png"/><Relationship Id="rId7" Type="http://schemas.openxmlformats.org/officeDocument/2006/relationships/image" Target="../media/image329.png"/><Relationship Id="rId71" Type="http://schemas.openxmlformats.org/officeDocument/2006/relationships/image" Target="../media/image361.png"/><Relationship Id="rId92" Type="http://schemas.openxmlformats.org/officeDocument/2006/relationships/customXml" Target="../ink/ink372.xml"/><Relationship Id="rId162" Type="http://schemas.openxmlformats.org/officeDocument/2006/relationships/image" Target="../media/image406.png"/><Relationship Id="rId183" Type="http://schemas.openxmlformats.org/officeDocument/2006/relationships/image" Target="../media/image416.png"/><Relationship Id="rId2" Type="http://schemas.openxmlformats.org/officeDocument/2006/relationships/customXml" Target="../ink/ink327.xml"/><Relationship Id="rId29" Type="http://schemas.openxmlformats.org/officeDocument/2006/relationships/image" Target="../media/image340.png"/><Relationship Id="rId24" Type="http://schemas.openxmlformats.org/officeDocument/2006/relationships/customXml" Target="../ink/ink338.xml"/><Relationship Id="rId40" Type="http://schemas.openxmlformats.org/officeDocument/2006/relationships/customXml" Target="../ink/ink346.xml"/><Relationship Id="rId45" Type="http://schemas.openxmlformats.org/officeDocument/2006/relationships/image" Target="../media/image348.png"/><Relationship Id="rId66" Type="http://schemas.openxmlformats.org/officeDocument/2006/relationships/customXml" Target="../ink/ink359.xml"/><Relationship Id="rId87" Type="http://schemas.openxmlformats.org/officeDocument/2006/relationships/image" Target="../media/image369.png"/><Relationship Id="rId110" Type="http://schemas.openxmlformats.org/officeDocument/2006/relationships/customXml" Target="../ink/ink381.xml"/><Relationship Id="rId115" Type="http://schemas.openxmlformats.org/officeDocument/2006/relationships/image" Target="../media/image383.png"/><Relationship Id="rId131" Type="http://schemas.openxmlformats.org/officeDocument/2006/relationships/image" Target="../media/image391.png"/><Relationship Id="rId136" Type="http://schemas.openxmlformats.org/officeDocument/2006/relationships/customXml" Target="../ink/ink394.xml"/><Relationship Id="rId157" Type="http://schemas.openxmlformats.org/officeDocument/2006/relationships/customXml" Target="../ink/ink405.xml"/><Relationship Id="rId178" Type="http://schemas.openxmlformats.org/officeDocument/2006/relationships/customXml" Target="../ink/ink416.xml"/><Relationship Id="rId61" Type="http://schemas.openxmlformats.org/officeDocument/2006/relationships/image" Target="../media/image356.png"/><Relationship Id="rId82" Type="http://schemas.openxmlformats.org/officeDocument/2006/relationships/customXml" Target="../ink/ink367.xml"/><Relationship Id="rId152" Type="http://schemas.openxmlformats.org/officeDocument/2006/relationships/customXml" Target="../ink/ink402.xml"/><Relationship Id="rId173" Type="http://schemas.openxmlformats.org/officeDocument/2006/relationships/customXml" Target="../ink/ink413.xml"/><Relationship Id="rId194" Type="http://schemas.openxmlformats.org/officeDocument/2006/relationships/customXml" Target="../ink/ink424.xml"/><Relationship Id="rId199" Type="http://schemas.openxmlformats.org/officeDocument/2006/relationships/image" Target="../media/image424.png"/><Relationship Id="rId19" Type="http://schemas.openxmlformats.org/officeDocument/2006/relationships/image" Target="../media/image335.png"/><Relationship Id="rId14" Type="http://schemas.openxmlformats.org/officeDocument/2006/relationships/customXml" Target="../ink/ink333.xml"/><Relationship Id="rId30" Type="http://schemas.openxmlformats.org/officeDocument/2006/relationships/customXml" Target="../ink/ink341.xml"/><Relationship Id="rId35" Type="http://schemas.openxmlformats.org/officeDocument/2006/relationships/image" Target="../media/image343.png"/><Relationship Id="rId56" Type="http://schemas.openxmlformats.org/officeDocument/2006/relationships/customXml" Target="../ink/ink354.xml"/><Relationship Id="rId77" Type="http://schemas.openxmlformats.org/officeDocument/2006/relationships/image" Target="../media/image364.png"/><Relationship Id="rId100" Type="http://schemas.openxmlformats.org/officeDocument/2006/relationships/customXml" Target="../ink/ink376.xml"/><Relationship Id="rId105" Type="http://schemas.openxmlformats.org/officeDocument/2006/relationships/image" Target="../media/image378.png"/><Relationship Id="rId126" Type="http://schemas.openxmlformats.org/officeDocument/2006/relationships/customXml" Target="../ink/ink389.xml"/><Relationship Id="rId147" Type="http://schemas.openxmlformats.org/officeDocument/2006/relationships/image" Target="../media/image399.png"/><Relationship Id="rId168" Type="http://schemas.openxmlformats.org/officeDocument/2006/relationships/image" Target="../media/image409.png"/><Relationship Id="rId8" Type="http://schemas.openxmlformats.org/officeDocument/2006/relationships/customXml" Target="../ink/ink330.xml"/><Relationship Id="rId51" Type="http://schemas.openxmlformats.org/officeDocument/2006/relationships/image" Target="../media/image351.png"/><Relationship Id="rId72" Type="http://schemas.openxmlformats.org/officeDocument/2006/relationships/customXml" Target="../ink/ink362.xml"/><Relationship Id="rId93" Type="http://schemas.openxmlformats.org/officeDocument/2006/relationships/image" Target="../media/image372.png"/><Relationship Id="rId98" Type="http://schemas.openxmlformats.org/officeDocument/2006/relationships/customXml" Target="../ink/ink375.xml"/><Relationship Id="rId121" Type="http://schemas.openxmlformats.org/officeDocument/2006/relationships/image" Target="../media/image386.png"/><Relationship Id="rId142" Type="http://schemas.openxmlformats.org/officeDocument/2006/relationships/customXml" Target="../ink/ink397.xml"/><Relationship Id="rId163" Type="http://schemas.openxmlformats.org/officeDocument/2006/relationships/customXml" Target="../ink/ink408.xml"/><Relationship Id="rId184" Type="http://schemas.openxmlformats.org/officeDocument/2006/relationships/customXml" Target="../ink/ink419.xml"/><Relationship Id="rId189" Type="http://schemas.openxmlformats.org/officeDocument/2006/relationships/image" Target="../media/image419.png"/><Relationship Id="rId3" Type="http://schemas.openxmlformats.org/officeDocument/2006/relationships/image" Target="../media/image327.png"/><Relationship Id="rId25" Type="http://schemas.openxmlformats.org/officeDocument/2006/relationships/image" Target="../media/image338.png"/><Relationship Id="rId46" Type="http://schemas.openxmlformats.org/officeDocument/2006/relationships/customXml" Target="../ink/ink349.xml"/><Relationship Id="rId67" Type="http://schemas.openxmlformats.org/officeDocument/2006/relationships/image" Target="../media/image359.png"/><Relationship Id="rId116" Type="http://schemas.openxmlformats.org/officeDocument/2006/relationships/customXml" Target="../ink/ink384.xml"/><Relationship Id="rId137" Type="http://schemas.openxmlformats.org/officeDocument/2006/relationships/image" Target="../media/image394.png"/><Relationship Id="rId158" Type="http://schemas.openxmlformats.org/officeDocument/2006/relationships/image" Target="../media/image404.png"/><Relationship Id="rId20" Type="http://schemas.openxmlformats.org/officeDocument/2006/relationships/customXml" Target="../ink/ink336.xml"/><Relationship Id="rId41" Type="http://schemas.openxmlformats.org/officeDocument/2006/relationships/image" Target="../media/image346.png"/><Relationship Id="rId62" Type="http://schemas.openxmlformats.org/officeDocument/2006/relationships/customXml" Target="../ink/ink357.xml"/><Relationship Id="rId83" Type="http://schemas.openxmlformats.org/officeDocument/2006/relationships/image" Target="../media/image367.png"/><Relationship Id="rId88" Type="http://schemas.openxmlformats.org/officeDocument/2006/relationships/customXml" Target="../ink/ink370.xml"/><Relationship Id="rId111" Type="http://schemas.openxmlformats.org/officeDocument/2006/relationships/image" Target="../media/image381.png"/><Relationship Id="rId132" Type="http://schemas.openxmlformats.org/officeDocument/2006/relationships/customXml" Target="../ink/ink392.xml"/><Relationship Id="rId153" Type="http://schemas.openxmlformats.org/officeDocument/2006/relationships/image" Target="../media/image402.png"/><Relationship Id="rId174" Type="http://schemas.openxmlformats.org/officeDocument/2006/relationships/customXml" Target="../ink/ink414.xml"/><Relationship Id="rId179" Type="http://schemas.openxmlformats.org/officeDocument/2006/relationships/image" Target="../media/image414.png"/><Relationship Id="rId195" Type="http://schemas.openxmlformats.org/officeDocument/2006/relationships/image" Target="../media/image422.png"/><Relationship Id="rId190" Type="http://schemas.openxmlformats.org/officeDocument/2006/relationships/customXml" Target="../ink/ink422.xml"/><Relationship Id="rId15" Type="http://schemas.openxmlformats.org/officeDocument/2006/relationships/image" Target="../media/image333.png"/><Relationship Id="rId36" Type="http://schemas.openxmlformats.org/officeDocument/2006/relationships/customXml" Target="../ink/ink344.xml"/><Relationship Id="rId57" Type="http://schemas.openxmlformats.org/officeDocument/2006/relationships/image" Target="../media/image354.png"/><Relationship Id="rId106" Type="http://schemas.openxmlformats.org/officeDocument/2006/relationships/customXml" Target="../ink/ink379.xml"/><Relationship Id="rId127" Type="http://schemas.openxmlformats.org/officeDocument/2006/relationships/image" Target="../media/image389.png"/><Relationship Id="rId10" Type="http://schemas.openxmlformats.org/officeDocument/2006/relationships/customXml" Target="../ink/ink331.xml"/><Relationship Id="rId31" Type="http://schemas.openxmlformats.org/officeDocument/2006/relationships/image" Target="../media/image341.png"/><Relationship Id="rId52" Type="http://schemas.openxmlformats.org/officeDocument/2006/relationships/customXml" Target="../ink/ink352.xml"/><Relationship Id="rId73" Type="http://schemas.openxmlformats.org/officeDocument/2006/relationships/image" Target="../media/image362.png"/><Relationship Id="rId78" Type="http://schemas.openxmlformats.org/officeDocument/2006/relationships/customXml" Target="../ink/ink365.xml"/><Relationship Id="rId94" Type="http://schemas.openxmlformats.org/officeDocument/2006/relationships/customXml" Target="../ink/ink373.xml"/><Relationship Id="rId99" Type="http://schemas.openxmlformats.org/officeDocument/2006/relationships/image" Target="../media/image375.png"/><Relationship Id="rId101" Type="http://schemas.openxmlformats.org/officeDocument/2006/relationships/image" Target="../media/image376.png"/><Relationship Id="rId122" Type="http://schemas.openxmlformats.org/officeDocument/2006/relationships/customXml" Target="../ink/ink387.xml"/><Relationship Id="rId143" Type="http://schemas.openxmlformats.org/officeDocument/2006/relationships/image" Target="../media/image397.png"/><Relationship Id="rId148" Type="http://schemas.openxmlformats.org/officeDocument/2006/relationships/customXml" Target="../ink/ink400.xml"/><Relationship Id="rId164" Type="http://schemas.openxmlformats.org/officeDocument/2006/relationships/image" Target="../media/image407.png"/><Relationship Id="rId169" Type="http://schemas.openxmlformats.org/officeDocument/2006/relationships/customXml" Target="../ink/ink411.xml"/><Relationship Id="rId185" Type="http://schemas.openxmlformats.org/officeDocument/2006/relationships/image" Target="../media/image417.png"/><Relationship Id="rId4" Type="http://schemas.openxmlformats.org/officeDocument/2006/relationships/customXml" Target="../ink/ink328.xml"/><Relationship Id="rId9" Type="http://schemas.openxmlformats.org/officeDocument/2006/relationships/image" Target="../media/image330.png"/><Relationship Id="rId180" Type="http://schemas.openxmlformats.org/officeDocument/2006/relationships/customXml" Target="../ink/ink417.xml"/><Relationship Id="rId26" Type="http://schemas.openxmlformats.org/officeDocument/2006/relationships/customXml" Target="../ink/ink339.xml"/><Relationship Id="rId47" Type="http://schemas.openxmlformats.org/officeDocument/2006/relationships/image" Target="../media/image349.png"/><Relationship Id="rId68" Type="http://schemas.openxmlformats.org/officeDocument/2006/relationships/customXml" Target="../ink/ink360.xml"/><Relationship Id="rId89" Type="http://schemas.openxmlformats.org/officeDocument/2006/relationships/image" Target="../media/image370.png"/><Relationship Id="rId112" Type="http://schemas.openxmlformats.org/officeDocument/2006/relationships/customXml" Target="../ink/ink382.xml"/><Relationship Id="rId133" Type="http://schemas.openxmlformats.org/officeDocument/2006/relationships/image" Target="../media/image392.png"/><Relationship Id="rId154" Type="http://schemas.openxmlformats.org/officeDocument/2006/relationships/customXml" Target="../ink/ink403.xml"/><Relationship Id="rId175" Type="http://schemas.openxmlformats.org/officeDocument/2006/relationships/image" Target="../media/image412.png"/><Relationship Id="rId196" Type="http://schemas.openxmlformats.org/officeDocument/2006/relationships/customXml" Target="../ink/ink425.xml"/><Relationship Id="rId16" Type="http://schemas.openxmlformats.org/officeDocument/2006/relationships/customXml" Target="../ink/ink334.xml"/><Relationship Id="rId37" Type="http://schemas.openxmlformats.org/officeDocument/2006/relationships/image" Target="../media/image344.png"/><Relationship Id="rId58" Type="http://schemas.openxmlformats.org/officeDocument/2006/relationships/customXml" Target="../ink/ink355.xml"/><Relationship Id="rId79" Type="http://schemas.openxmlformats.org/officeDocument/2006/relationships/image" Target="../media/image365.png"/><Relationship Id="rId102" Type="http://schemas.openxmlformats.org/officeDocument/2006/relationships/customXml" Target="../ink/ink377.xml"/><Relationship Id="rId123" Type="http://schemas.openxmlformats.org/officeDocument/2006/relationships/image" Target="../media/image387.png"/><Relationship Id="rId144" Type="http://schemas.openxmlformats.org/officeDocument/2006/relationships/customXml" Target="../ink/ink398.xml"/><Relationship Id="rId90" Type="http://schemas.openxmlformats.org/officeDocument/2006/relationships/customXml" Target="../ink/ink371.xml"/><Relationship Id="rId165" Type="http://schemas.openxmlformats.org/officeDocument/2006/relationships/customXml" Target="../ink/ink409.xml"/><Relationship Id="rId186" Type="http://schemas.openxmlformats.org/officeDocument/2006/relationships/customXml" Target="../ink/ink420.xml"/><Relationship Id="rId27" Type="http://schemas.openxmlformats.org/officeDocument/2006/relationships/image" Target="../media/image339.png"/><Relationship Id="rId48" Type="http://schemas.openxmlformats.org/officeDocument/2006/relationships/customXml" Target="../ink/ink350.xml"/><Relationship Id="rId69" Type="http://schemas.openxmlformats.org/officeDocument/2006/relationships/image" Target="../media/image360.png"/><Relationship Id="rId113" Type="http://schemas.openxmlformats.org/officeDocument/2006/relationships/image" Target="../media/image382.png"/><Relationship Id="rId134" Type="http://schemas.openxmlformats.org/officeDocument/2006/relationships/customXml" Target="../ink/ink393.xml"/><Relationship Id="rId80" Type="http://schemas.openxmlformats.org/officeDocument/2006/relationships/customXml" Target="../ink/ink366.xml"/><Relationship Id="rId155" Type="http://schemas.openxmlformats.org/officeDocument/2006/relationships/image" Target="../media/image403.png"/><Relationship Id="rId176" Type="http://schemas.openxmlformats.org/officeDocument/2006/relationships/customXml" Target="../ink/ink415.xml"/><Relationship Id="rId197" Type="http://schemas.openxmlformats.org/officeDocument/2006/relationships/image" Target="../media/image423.png"/><Relationship Id="rId17" Type="http://schemas.openxmlformats.org/officeDocument/2006/relationships/image" Target="../media/image334.png"/><Relationship Id="rId38" Type="http://schemas.openxmlformats.org/officeDocument/2006/relationships/customXml" Target="../ink/ink345.xml"/><Relationship Id="rId59" Type="http://schemas.openxmlformats.org/officeDocument/2006/relationships/image" Target="../media/image355.png"/><Relationship Id="rId103" Type="http://schemas.openxmlformats.org/officeDocument/2006/relationships/image" Target="../media/image377.png"/><Relationship Id="rId124" Type="http://schemas.openxmlformats.org/officeDocument/2006/relationships/customXml" Target="../ink/ink388.xml"/><Relationship Id="rId70" Type="http://schemas.openxmlformats.org/officeDocument/2006/relationships/customXml" Target="../ink/ink361.xml"/><Relationship Id="rId91" Type="http://schemas.openxmlformats.org/officeDocument/2006/relationships/image" Target="../media/image371.png"/><Relationship Id="rId145" Type="http://schemas.openxmlformats.org/officeDocument/2006/relationships/image" Target="../media/image398.png"/><Relationship Id="rId166" Type="http://schemas.openxmlformats.org/officeDocument/2006/relationships/image" Target="../media/image408.png"/><Relationship Id="rId187" Type="http://schemas.openxmlformats.org/officeDocument/2006/relationships/image" Target="../media/image418.png"/><Relationship Id="rId1" Type="http://schemas.openxmlformats.org/officeDocument/2006/relationships/slideLayout" Target="../slideLayouts/slideLayout2.xml"/><Relationship Id="rId28" Type="http://schemas.openxmlformats.org/officeDocument/2006/relationships/customXml" Target="../ink/ink340.xml"/><Relationship Id="rId49" Type="http://schemas.openxmlformats.org/officeDocument/2006/relationships/image" Target="../media/image350.png"/><Relationship Id="rId114" Type="http://schemas.openxmlformats.org/officeDocument/2006/relationships/customXml" Target="../ink/ink383.xml"/><Relationship Id="rId60" Type="http://schemas.openxmlformats.org/officeDocument/2006/relationships/customXml" Target="../ink/ink356.xml"/><Relationship Id="rId81" Type="http://schemas.openxmlformats.org/officeDocument/2006/relationships/image" Target="../media/image366.png"/><Relationship Id="rId135" Type="http://schemas.openxmlformats.org/officeDocument/2006/relationships/image" Target="../media/image393.png"/><Relationship Id="rId156" Type="http://schemas.openxmlformats.org/officeDocument/2006/relationships/customXml" Target="../ink/ink404.xml"/><Relationship Id="rId177" Type="http://schemas.openxmlformats.org/officeDocument/2006/relationships/image" Target="../media/image413.png"/><Relationship Id="rId198" Type="http://schemas.openxmlformats.org/officeDocument/2006/relationships/customXml" Target="../ink/ink426.xml"/><Relationship Id="rId18" Type="http://schemas.openxmlformats.org/officeDocument/2006/relationships/customXml" Target="../ink/ink335.xml"/><Relationship Id="rId39" Type="http://schemas.openxmlformats.org/officeDocument/2006/relationships/image" Target="../media/image345.png"/><Relationship Id="rId50" Type="http://schemas.openxmlformats.org/officeDocument/2006/relationships/customXml" Target="../ink/ink351.xml"/><Relationship Id="rId104" Type="http://schemas.openxmlformats.org/officeDocument/2006/relationships/customXml" Target="../ink/ink378.xml"/><Relationship Id="rId125" Type="http://schemas.openxmlformats.org/officeDocument/2006/relationships/image" Target="../media/image388.png"/><Relationship Id="rId146" Type="http://schemas.openxmlformats.org/officeDocument/2006/relationships/customXml" Target="../ink/ink399.xml"/><Relationship Id="rId167" Type="http://schemas.openxmlformats.org/officeDocument/2006/relationships/customXml" Target="../ink/ink410.xml"/><Relationship Id="rId188" Type="http://schemas.openxmlformats.org/officeDocument/2006/relationships/customXml" Target="../ink/ink42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485.xml"/><Relationship Id="rId21" Type="http://schemas.openxmlformats.org/officeDocument/2006/relationships/image" Target="../media/image434.png"/><Relationship Id="rId42" Type="http://schemas.openxmlformats.org/officeDocument/2006/relationships/customXml" Target="../ink/ink447.xml"/><Relationship Id="rId63" Type="http://schemas.openxmlformats.org/officeDocument/2006/relationships/image" Target="../media/image454.png"/><Relationship Id="rId84" Type="http://schemas.openxmlformats.org/officeDocument/2006/relationships/image" Target="../media/image464.png"/><Relationship Id="rId138" Type="http://schemas.openxmlformats.org/officeDocument/2006/relationships/image" Target="../media/image491.png"/><Relationship Id="rId159" Type="http://schemas.openxmlformats.org/officeDocument/2006/relationships/customXml" Target="../ink/ink506.xml"/><Relationship Id="rId170" Type="http://schemas.openxmlformats.org/officeDocument/2006/relationships/image" Target="../media/image507.png"/><Relationship Id="rId191" Type="http://schemas.openxmlformats.org/officeDocument/2006/relationships/customXml" Target="../ink/ink522.xml"/><Relationship Id="rId107" Type="http://schemas.openxmlformats.org/officeDocument/2006/relationships/customXml" Target="../ink/ink480.xml"/><Relationship Id="rId11" Type="http://schemas.openxmlformats.org/officeDocument/2006/relationships/image" Target="../media/image429.png"/><Relationship Id="rId32" Type="http://schemas.openxmlformats.org/officeDocument/2006/relationships/customXml" Target="../ink/ink442.xml"/><Relationship Id="rId53" Type="http://schemas.openxmlformats.org/officeDocument/2006/relationships/image" Target="../media/image449.png"/><Relationship Id="rId74" Type="http://schemas.openxmlformats.org/officeDocument/2006/relationships/image" Target="../media/image459.png"/><Relationship Id="rId128" Type="http://schemas.openxmlformats.org/officeDocument/2006/relationships/image" Target="../media/image486.png"/><Relationship Id="rId149" Type="http://schemas.openxmlformats.org/officeDocument/2006/relationships/customXml" Target="../ink/ink501.xml"/><Relationship Id="rId5" Type="http://schemas.openxmlformats.org/officeDocument/2006/relationships/image" Target="../media/image426.png"/><Relationship Id="rId95" Type="http://schemas.openxmlformats.org/officeDocument/2006/relationships/customXml" Target="../ink/ink474.xml"/><Relationship Id="rId160" Type="http://schemas.openxmlformats.org/officeDocument/2006/relationships/image" Target="../media/image502.png"/><Relationship Id="rId181" Type="http://schemas.openxmlformats.org/officeDocument/2006/relationships/customXml" Target="../ink/ink517.xml"/><Relationship Id="rId22" Type="http://schemas.openxmlformats.org/officeDocument/2006/relationships/customXml" Target="../ink/ink437.xml"/><Relationship Id="rId43" Type="http://schemas.openxmlformats.org/officeDocument/2006/relationships/image" Target="../media/image444.png"/><Relationship Id="rId64" Type="http://schemas.openxmlformats.org/officeDocument/2006/relationships/customXml" Target="../ink/ink458.xml"/><Relationship Id="rId118" Type="http://schemas.openxmlformats.org/officeDocument/2006/relationships/image" Target="../media/image481.png"/><Relationship Id="rId139" Type="http://schemas.openxmlformats.org/officeDocument/2006/relationships/customXml" Target="../ink/ink496.xml"/><Relationship Id="rId85" Type="http://schemas.openxmlformats.org/officeDocument/2006/relationships/customXml" Target="../ink/ink469.xml"/><Relationship Id="rId150" Type="http://schemas.openxmlformats.org/officeDocument/2006/relationships/image" Target="../media/image497.png"/><Relationship Id="rId171" Type="http://schemas.openxmlformats.org/officeDocument/2006/relationships/customXml" Target="../ink/ink512.xml"/><Relationship Id="rId192" Type="http://schemas.openxmlformats.org/officeDocument/2006/relationships/image" Target="../media/image518.png"/><Relationship Id="rId12" Type="http://schemas.openxmlformats.org/officeDocument/2006/relationships/customXml" Target="../ink/ink432.xml"/><Relationship Id="rId33" Type="http://schemas.openxmlformats.org/officeDocument/2006/relationships/image" Target="../media/image440.png"/><Relationship Id="rId108" Type="http://schemas.openxmlformats.org/officeDocument/2006/relationships/image" Target="../media/image476.png"/><Relationship Id="rId129" Type="http://schemas.openxmlformats.org/officeDocument/2006/relationships/customXml" Target="../ink/ink491.xml"/><Relationship Id="rId54" Type="http://schemas.openxmlformats.org/officeDocument/2006/relationships/customXml" Target="../ink/ink453.xml"/><Relationship Id="rId75" Type="http://schemas.openxmlformats.org/officeDocument/2006/relationships/customXml" Target="../ink/ink464.xml"/><Relationship Id="rId96" Type="http://schemas.openxmlformats.org/officeDocument/2006/relationships/image" Target="../media/image470.png"/><Relationship Id="rId140" Type="http://schemas.openxmlformats.org/officeDocument/2006/relationships/image" Target="../media/image492.png"/><Relationship Id="rId161" Type="http://schemas.openxmlformats.org/officeDocument/2006/relationships/customXml" Target="../ink/ink507.xml"/><Relationship Id="rId182" Type="http://schemas.openxmlformats.org/officeDocument/2006/relationships/image" Target="../media/image513.png"/><Relationship Id="rId6" Type="http://schemas.openxmlformats.org/officeDocument/2006/relationships/customXml" Target="../ink/ink429.xml"/><Relationship Id="rId23" Type="http://schemas.openxmlformats.org/officeDocument/2006/relationships/image" Target="../media/image435.png"/><Relationship Id="rId119" Type="http://schemas.openxmlformats.org/officeDocument/2006/relationships/customXml" Target="../ink/ink486.xml"/><Relationship Id="rId44" Type="http://schemas.openxmlformats.org/officeDocument/2006/relationships/customXml" Target="../ink/ink448.xml"/><Relationship Id="rId65" Type="http://schemas.openxmlformats.org/officeDocument/2006/relationships/image" Target="../media/image455.png"/><Relationship Id="rId86" Type="http://schemas.openxmlformats.org/officeDocument/2006/relationships/image" Target="../media/image465.png"/><Relationship Id="rId130" Type="http://schemas.openxmlformats.org/officeDocument/2006/relationships/image" Target="../media/image487.png"/><Relationship Id="rId151" Type="http://schemas.openxmlformats.org/officeDocument/2006/relationships/customXml" Target="../ink/ink502.xml"/><Relationship Id="rId172" Type="http://schemas.openxmlformats.org/officeDocument/2006/relationships/image" Target="../media/image508.png"/><Relationship Id="rId193" Type="http://schemas.openxmlformats.org/officeDocument/2006/relationships/customXml" Target="../ink/ink523.xml"/><Relationship Id="rId13" Type="http://schemas.openxmlformats.org/officeDocument/2006/relationships/image" Target="../media/image430.png"/><Relationship Id="rId109" Type="http://schemas.openxmlformats.org/officeDocument/2006/relationships/customXml" Target="../ink/ink481.xml"/><Relationship Id="rId34" Type="http://schemas.openxmlformats.org/officeDocument/2006/relationships/customXml" Target="../ink/ink443.xml"/><Relationship Id="rId55" Type="http://schemas.openxmlformats.org/officeDocument/2006/relationships/image" Target="../media/image450.png"/><Relationship Id="rId76" Type="http://schemas.openxmlformats.org/officeDocument/2006/relationships/image" Target="../media/image460.png"/><Relationship Id="rId97" Type="http://schemas.openxmlformats.org/officeDocument/2006/relationships/customXml" Target="../ink/ink475.xml"/><Relationship Id="rId120" Type="http://schemas.openxmlformats.org/officeDocument/2006/relationships/image" Target="../media/image482.png"/><Relationship Id="rId141" Type="http://schemas.openxmlformats.org/officeDocument/2006/relationships/customXml" Target="../ink/ink497.xml"/><Relationship Id="rId7" Type="http://schemas.openxmlformats.org/officeDocument/2006/relationships/image" Target="../media/image427.png"/><Relationship Id="rId71" Type="http://schemas.openxmlformats.org/officeDocument/2006/relationships/customXml" Target="../ink/ink462.xml"/><Relationship Id="rId92" Type="http://schemas.openxmlformats.org/officeDocument/2006/relationships/image" Target="../media/image468.png"/><Relationship Id="rId162" Type="http://schemas.openxmlformats.org/officeDocument/2006/relationships/image" Target="../media/image503.png"/><Relationship Id="rId183" Type="http://schemas.openxmlformats.org/officeDocument/2006/relationships/customXml" Target="../ink/ink518.xml"/><Relationship Id="rId2" Type="http://schemas.openxmlformats.org/officeDocument/2006/relationships/customXml" Target="../ink/ink427.xml"/><Relationship Id="rId29" Type="http://schemas.openxmlformats.org/officeDocument/2006/relationships/image" Target="../media/image438.png"/><Relationship Id="rId24" Type="http://schemas.openxmlformats.org/officeDocument/2006/relationships/customXml" Target="../ink/ink438.xml"/><Relationship Id="rId40" Type="http://schemas.openxmlformats.org/officeDocument/2006/relationships/customXml" Target="../ink/ink446.xml"/><Relationship Id="rId45" Type="http://schemas.openxmlformats.org/officeDocument/2006/relationships/image" Target="../media/image445.png"/><Relationship Id="rId66" Type="http://schemas.openxmlformats.org/officeDocument/2006/relationships/customXml" Target="../ink/ink459.xml"/><Relationship Id="rId87" Type="http://schemas.openxmlformats.org/officeDocument/2006/relationships/customXml" Target="../ink/ink470.xml"/><Relationship Id="rId110" Type="http://schemas.openxmlformats.org/officeDocument/2006/relationships/image" Target="../media/image477.png"/><Relationship Id="rId115" Type="http://schemas.openxmlformats.org/officeDocument/2006/relationships/customXml" Target="../ink/ink484.xml"/><Relationship Id="rId131" Type="http://schemas.openxmlformats.org/officeDocument/2006/relationships/customXml" Target="../ink/ink492.xml"/><Relationship Id="rId136" Type="http://schemas.openxmlformats.org/officeDocument/2006/relationships/image" Target="../media/image490.png"/><Relationship Id="rId157" Type="http://schemas.openxmlformats.org/officeDocument/2006/relationships/customXml" Target="../ink/ink505.xml"/><Relationship Id="rId178" Type="http://schemas.openxmlformats.org/officeDocument/2006/relationships/image" Target="../media/image511.png"/><Relationship Id="rId61" Type="http://schemas.openxmlformats.org/officeDocument/2006/relationships/image" Target="../media/image453.png"/><Relationship Id="rId82" Type="http://schemas.openxmlformats.org/officeDocument/2006/relationships/image" Target="../media/image463.png"/><Relationship Id="rId152" Type="http://schemas.openxmlformats.org/officeDocument/2006/relationships/image" Target="../media/image498.png"/><Relationship Id="rId173" Type="http://schemas.openxmlformats.org/officeDocument/2006/relationships/customXml" Target="../ink/ink513.xml"/><Relationship Id="rId194" Type="http://schemas.openxmlformats.org/officeDocument/2006/relationships/image" Target="../media/image519.png"/><Relationship Id="rId19" Type="http://schemas.openxmlformats.org/officeDocument/2006/relationships/image" Target="../media/image433.png"/><Relationship Id="rId14" Type="http://schemas.openxmlformats.org/officeDocument/2006/relationships/customXml" Target="../ink/ink433.xml"/><Relationship Id="rId30" Type="http://schemas.openxmlformats.org/officeDocument/2006/relationships/customXml" Target="../ink/ink441.xml"/><Relationship Id="rId35" Type="http://schemas.openxmlformats.org/officeDocument/2006/relationships/image" Target="../media/image441.png"/><Relationship Id="rId56" Type="http://schemas.openxmlformats.org/officeDocument/2006/relationships/customXml" Target="../ink/ink454.xml"/><Relationship Id="rId77" Type="http://schemas.openxmlformats.org/officeDocument/2006/relationships/customXml" Target="../ink/ink465.xml"/><Relationship Id="rId100" Type="http://schemas.openxmlformats.org/officeDocument/2006/relationships/image" Target="../media/image472.png"/><Relationship Id="rId105" Type="http://schemas.openxmlformats.org/officeDocument/2006/relationships/customXml" Target="../ink/ink479.xml"/><Relationship Id="rId126" Type="http://schemas.openxmlformats.org/officeDocument/2006/relationships/image" Target="../media/image485.png"/><Relationship Id="rId147" Type="http://schemas.openxmlformats.org/officeDocument/2006/relationships/customXml" Target="../ink/ink500.xml"/><Relationship Id="rId168" Type="http://schemas.openxmlformats.org/officeDocument/2006/relationships/image" Target="../media/image506.png"/><Relationship Id="rId8" Type="http://schemas.openxmlformats.org/officeDocument/2006/relationships/customXml" Target="../ink/ink430.xml"/><Relationship Id="rId51" Type="http://schemas.openxmlformats.org/officeDocument/2006/relationships/image" Target="../media/image448.png"/><Relationship Id="rId72" Type="http://schemas.openxmlformats.org/officeDocument/2006/relationships/image" Target="../media/image458.png"/><Relationship Id="rId93" Type="http://schemas.openxmlformats.org/officeDocument/2006/relationships/customXml" Target="../ink/ink473.xml"/><Relationship Id="rId98" Type="http://schemas.openxmlformats.org/officeDocument/2006/relationships/image" Target="../media/image471.png"/><Relationship Id="rId121" Type="http://schemas.openxmlformats.org/officeDocument/2006/relationships/customXml" Target="../ink/ink487.xml"/><Relationship Id="rId142" Type="http://schemas.openxmlformats.org/officeDocument/2006/relationships/image" Target="../media/image493.png"/><Relationship Id="rId163" Type="http://schemas.openxmlformats.org/officeDocument/2006/relationships/customXml" Target="../ink/ink508.xml"/><Relationship Id="rId184" Type="http://schemas.openxmlformats.org/officeDocument/2006/relationships/image" Target="../media/image514.png"/><Relationship Id="rId189" Type="http://schemas.openxmlformats.org/officeDocument/2006/relationships/customXml" Target="../ink/ink521.xml"/><Relationship Id="rId3" Type="http://schemas.openxmlformats.org/officeDocument/2006/relationships/image" Target="../media/image425.png"/><Relationship Id="rId25" Type="http://schemas.openxmlformats.org/officeDocument/2006/relationships/image" Target="../media/image436.png"/><Relationship Id="rId46" Type="http://schemas.openxmlformats.org/officeDocument/2006/relationships/customXml" Target="../ink/ink449.xml"/><Relationship Id="rId67" Type="http://schemas.openxmlformats.org/officeDocument/2006/relationships/image" Target="../media/image456.png"/><Relationship Id="rId116" Type="http://schemas.openxmlformats.org/officeDocument/2006/relationships/image" Target="../media/image480.png"/><Relationship Id="rId137" Type="http://schemas.openxmlformats.org/officeDocument/2006/relationships/customXml" Target="../ink/ink495.xml"/><Relationship Id="rId158" Type="http://schemas.openxmlformats.org/officeDocument/2006/relationships/image" Target="../media/image501.png"/><Relationship Id="rId20" Type="http://schemas.openxmlformats.org/officeDocument/2006/relationships/customXml" Target="../ink/ink436.xml"/><Relationship Id="rId41" Type="http://schemas.openxmlformats.org/officeDocument/2006/relationships/image" Target="../media/image443.png"/><Relationship Id="rId62" Type="http://schemas.openxmlformats.org/officeDocument/2006/relationships/customXml" Target="../ink/ink457.xml"/><Relationship Id="rId83" Type="http://schemas.openxmlformats.org/officeDocument/2006/relationships/customXml" Target="../ink/ink468.xml"/><Relationship Id="rId88" Type="http://schemas.openxmlformats.org/officeDocument/2006/relationships/image" Target="../media/image466.png"/><Relationship Id="rId111" Type="http://schemas.openxmlformats.org/officeDocument/2006/relationships/customXml" Target="../ink/ink482.xml"/><Relationship Id="rId132" Type="http://schemas.openxmlformats.org/officeDocument/2006/relationships/image" Target="../media/image488.png"/><Relationship Id="rId153" Type="http://schemas.openxmlformats.org/officeDocument/2006/relationships/customXml" Target="../ink/ink503.xml"/><Relationship Id="rId174" Type="http://schemas.openxmlformats.org/officeDocument/2006/relationships/image" Target="../media/image509.png"/><Relationship Id="rId179" Type="http://schemas.openxmlformats.org/officeDocument/2006/relationships/customXml" Target="../ink/ink516.xml"/><Relationship Id="rId195" Type="http://schemas.openxmlformats.org/officeDocument/2006/relationships/customXml" Target="../ink/ink524.xml"/><Relationship Id="rId190" Type="http://schemas.openxmlformats.org/officeDocument/2006/relationships/image" Target="../media/image517.png"/><Relationship Id="rId15" Type="http://schemas.openxmlformats.org/officeDocument/2006/relationships/image" Target="../media/image431.png"/><Relationship Id="rId36" Type="http://schemas.openxmlformats.org/officeDocument/2006/relationships/customXml" Target="../ink/ink444.xml"/><Relationship Id="rId57" Type="http://schemas.openxmlformats.org/officeDocument/2006/relationships/image" Target="../media/image451.png"/><Relationship Id="rId106" Type="http://schemas.openxmlformats.org/officeDocument/2006/relationships/image" Target="../media/image475.png"/><Relationship Id="rId127" Type="http://schemas.openxmlformats.org/officeDocument/2006/relationships/customXml" Target="../ink/ink490.xml"/><Relationship Id="rId10" Type="http://schemas.openxmlformats.org/officeDocument/2006/relationships/customXml" Target="../ink/ink431.xml"/><Relationship Id="rId31" Type="http://schemas.openxmlformats.org/officeDocument/2006/relationships/image" Target="../media/image439.png"/><Relationship Id="rId52" Type="http://schemas.openxmlformats.org/officeDocument/2006/relationships/customXml" Target="../ink/ink452.xml"/><Relationship Id="rId73" Type="http://schemas.openxmlformats.org/officeDocument/2006/relationships/customXml" Target="../ink/ink463.xml"/><Relationship Id="rId78" Type="http://schemas.openxmlformats.org/officeDocument/2006/relationships/image" Target="../media/image461.png"/><Relationship Id="rId94" Type="http://schemas.openxmlformats.org/officeDocument/2006/relationships/image" Target="../media/image469.png"/><Relationship Id="rId99" Type="http://schemas.openxmlformats.org/officeDocument/2006/relationships/customXml" Target="../ink/ink476.xml"/><Relationship Id="rId101" Type="http://schemas.openxmlformats.org/officeDocument/2006/relationships/customXml" Target="../ink/ink477.xml"/><Relationship Id="rId122" Type="http://schemas.openxmlformats.org/officeDocument/2006/relationships/image" Target="../media/image483.png"/><Relationship Id="rId143" Type="http://schemas.openxmlformats.org/officeDocument/2006/relationships/customXml" Target="../ink/ink498.xml"/><Relationship Id="rId148" Type="http://schemas.openxmlformats.org/officeDocument/2006/relationships/image" Target="../media/image496.png"/><Relationship Id="rId164" Type="http://schemas.openxmlformats.org/officeDocument/2006/relationships/image" Target="../media/image504.png"/><Relationship Id="rId169" Type="http://schemas.openxmlformats.org/officeDocument/2006/relationships/customXml" Target="../ink/ink511.xml"/><Relationship Id="rId185" Type="http://schemas.openxmlformats.org/officeDocument/2006/relationships/customXml" Target="../ink/ink519.xml"/><Relationship Id="rId4" Type="http://schemas.openxmlformats.org/officeDocument/2006/relationships/customXml" Target="../ink/ink428.xml"/><Relationship Id="rId9" Type="http://schemas.openxmlformats.org/officeDocument/2006/relationships/image" Target="../media/image428.png"/><Relationship Id="rId180" Type="http://schemas.openxmlformats.org/officeDocument/2006/relationships/image" Target="../media/image512.png"/><Relationship Id="rId26" Type="http://schemas.openxmlformats.org/officeDocument/2006/relationships/customXml" Target="../ink/ink439.xml"/><Relationship Id="rId47" Type="http://schemas.openxmlformats.org/officeDocument/2006/relationships/image" Target="../media/image446.png"/><Relationship Id="rId68" Type="http://schemas.openxmlformats.org/officeDocument/2006/relationships/customXml" Target="../ink/ink460.xml"/><Relationship Id="rId89" Type="http://schemas.openxmlformats.org/officeDocument/2006/relationships/customXml" Target="../ink/ink471.xml"/><Relationship Id="rId112" Type="http://schemas.openxmlformats.org/officeDocument/2006/relationships/image" Target="../media/image478.png"/><Relationship Id="rId133" Type="http://schemas.openxmlformats.org/officeDocument/2006/relationships/customXml" Target="../ink/ink493.xml"/><Relationship Id="rId154" Type="http://schemas.openxmlformats.org/officeDocument/2006/relationships/image" Target="../media/image499.png"/><Relationship Id="rId175" Type="http://schemas.openxmlformats.org/officeDocument/2006/relationships/customXml" Target="../ink/ink514.xml"/><Relationship Id="rId196" Type="http://schemas.openxmlformats.org/officeDocument/2006/relationships/image" Target="../media/image520.png"/><Relationship Id="rId16" Type="http://schemas.openxmlformats.org/officeDocument/2006/relationships/customXml" Target="../ink/ink434.xml"/><Relationship Id="rId37" Type="http://schemas.openxmlformats.org/officeDocument/2006/relationships/image" Target="../media/image442.png"/><Relationship Id="rId58" Type="http://schemas.openxmlformats.org/officeDocument/2006/relationships/customXml" Target="../ink/ink455.xml"/><Relationship Id="rId79" Type="http://schemas.openxmlformats.org/officeDocument/2006/relationships/customXml" Target="../ink/ink466.xml"/><Relationship Id="rId102" Type="http://schemas.openxmlformats.org/officeDocument/2006/relationships/image" Target="../media/image473.png"/><Relationship Id="rId123" Type="http://schemas.openxmlformats.org/officeDocument/2006/relationships/customXml" Target="../ink/ink488.xml"/><Relationship Id="rId144" Type="http://schemas.openxmlformats.org/officeDocument/2006/relationships/image" Target="../media/image494.png"/><Relationship Id="rId90" Type="http://schemas.openxmlformats.org/officeDocument/2006/relationships/image" Target="../media/image467.png"/><Relationship Id="rId165" Type="http://schemas.openxmlformats.org/officeDocument/2006/relationships/customXml" Target="../ink/ink509.xml"/><Relationship Id="rId186" Type="http://schemas.openxmlformats.org/officeDocument/2006/relationships/image" Target="../media/image515.png"/><Relationship Id="rId27" Type="http://schemas.openxmlformats.org/officeDocument/2006/relationships/image" Target="../media/image437.png"/><Relationship Id="rId48" Type="http://schemas.openxmlformats.org/officeDocument/2006/relationships/customXml" Target="../ink/ink450.xml"/><Relationship Id="rId69" Type="http://schemas.openxmlformats.org/officeDocument/2006/relationships/image" Target="../media/image457.png"/><Relationship Id="rId113" Type="http://schemas.openxmlformats.org/officeDocument/2006/relationships/customXml" Target="../ink/ink483.xml"/><Relationship Id="rId134" Type="http://schemas.openxmlformats.org/officeDocument/2006/relationships/image" Target="../media/image489.png"/><Relationship Id="rId80" Type="http://schemas.openxmlformats.org/officeDocument/2006/relationships/image" Target="../media/image462.png"/><Relationship Id="rId155" Type="http://schemas.openxmlformats.org/officeDocument/2006/relationships/customXml" Target="../ink/ink504.xml"/><Relationship Id="rId176" Type="http://schemas.openxmlformats.org/officeDocument/2006/relationships/image" Target="../media/image510.png"/><Relationship Id="rId197" Type="http://schemas.openxmlformats.org/officeDocument/2006/relationships/customXml" Target="../ink/ink525.xml"/><Relationship Id="rId17" Type="http://schemas.openxmlformats.org/officeDocument/2006/relationships/image" Target="../media/image432.png"/><Relationship Id="rId38" Type="http://schemas.openxmlformats.org/officeDocument/2006/relationships/customXml" Target="../ink/ink445.xml"/><Relationship Id="rId59" Type="http://schemas.openxmlformats.org/officeDocument/2006/relationships/image" Target="../media/image452.png"/><Relationship Id="rId103" Type="http://schemas.openxmlformats.org/officeDocument/2006/relationships/customXml" Target="../ink/ink478.xml"/><Relationship Id="rId124" Type="http://schemas.openxmlformats.org/officeDocument/2006/relationships/image" Target="../media/image484.png"/><Relationship Id="rId70" Type="http://schemas.openxmlformats.org/officeDocument/2006/relationships/customXml" Target="../ink/ink461.xml"/><Relationship Id="rId91" Type="http://schemas.openxmlformats.org/officeDocument/2006/relationships/customXml" Target="../ink/ink472.xml"/><Relationship Id="rId145" Type="http://schemas.openxmlformats.org/officeDocument/2006/relationships/customXml" Target="../ink/ink499.xml"/><Relationship Id="rId166" Type="http://schemas.openxmlformats.org/officeDocument/2006/relationships/image" Target="../media/image505.png"/><Relationship Id="rId187" Type="http://schemas.openxmlformats.org/officeDocument/2006/relationships/customXml" Target="../ink/ink520.xml"/><Relationship Id="rId1" Type="http://schemas.openxmlformats.org/officeDocument/2006/relationships/slideLayout" Target="../slideLayouts/slideLayout2.xml"/><Relationship Id="rId28" Type="http://schemas.openxmlformats.org/officeDocument/2006/relationships/customXml" Target="../ink/ink440.xml"/><Relationship Id="rId49" Type="http://schemas.openxmlformats.org/officeDocument/2006/relationships/image" Target="../media/image447.png"/><Relationship Id="rId114" Type="http://schemas.openxmlformats.org/officeDocument/2006/relationships/image" Target="../media/image479.png"/><Relationship Id="rId60" Type="http://schemas.openxmlformats.org/officeDocument/2006/relationships/customXml" Target="../ink/ink456.xml"/><Relationship Id="rId81" Type="http://schemas.openxmlformats.org/officeDocument/2006/relationships/customXml" Target="../ink/ink467.xml"/><Relationship Id="rId135" Type="http://schemas.openxmlformats.org/officeDocument/2006/relationships/customXml" Target="../ink/ink494.xml"/><Relationship Id="rId156" Type="http://schemas.openxmlformats.org/officeDocument/2006/relationships/image" Target="../media/image500.png"/><Relationship Id="rId177" Type="http://schemas.openxmlformats.org/officeDocument/2006/relationships/customXml" Target="../ink/ink515.xml"/><Relationship Id="rId198" Type="http://schemas.openxmlformats.org/officeDocument/2006/relationships/image" Target="../media/image521.png"/><Relationship Id="rId18" Type="http://schemas.openxmlformats.org/officeDocument/2006/relationships/customXml" Target="../ink/ink435.xml"/><Relationship Id="rId39" Type="http://schemas.openxmlformats.org/officeDocument/2006/relationships/image" Target="../media/image409.png"/><Relationship Id="rId50" Type="http://schemas.openxmlformats.org/officeDocument/2006/relationships/customXml" Target="../ink/ink451.xml"/><Relationship Id="rId104" Type="http://schemas.openxmlformats.org/officeDocument/2006/relationships/image" Target="../media/image474.png"/><Relationship Id="rId125" Type="http://schemas.openxmlformats.org/officeDocument/2006/relationships/customXml" Target="../ink/ink489.xml"/><Relationship Id="rId146" Type="http://schemas.openxmlformats.org/officeDocument/2006/relationships/image" Target="../media/image495.png"/><Relationship Id="rId167" Type="http://schemas.openxmlformats.org/officeDocument/2006/relationships/customXml" Target="../ink/ink510.xml"/><Relationship Id="rId188" Type="http://schemas.openxmlformats.org/officeDocument/2006/relationships/image" Target="../media/image516.png"/></Relationships>
</file>

<file path=ppt/slides/_rels/slide12.xml.rels><?xml version="1.0" encoding="UTF-8" standalone="yes"?>
<Relationships xmlns="http://schemas.openxmlformats.org/package/2006/relationships"><Relationship Id="rId13" Type="http://schemas.openxmlformats.org/officeDocument/2006/relationships/image" Target="../media/image527.png"/><Relationship Id="rId18" Type="http://schemas.openxmlformats.org/officeDocument/2006/relationships/customXml" Target="../ink/ink534.xml"/><Relationship Id="rId26" Type="http://schemas.openxmlformats.org/officeDocument/2006/relationships/customXml" Target="../ink/ink538.xml"/><Relationship Id="rId3" Type="http://schemas.openxmlformats.org/officeDocument/2006/relationships/image" Target="../media/image522.png"/><Relationship Id="rId21" Type="http://schemas.openxmlformats.org/officeDocument/2006/relationships/image" Target="../media/image531.png"/><Relationship Id="rId7" Type="http://schemas.openxmlformats.org/officeDocument/2006/relationships/image" Target="../media/image524.png"/><Relationship Id="rId12" Type="http://schemas.openxmlformats.org/officeDocument/2006/relationships/customXml" Target="../ink/ink531.xml"/><Relationship Id="rId17" Type="http://schemas.openxmlformats.org/officeDocument/2006/relationships/image" Target="../media/image529.png"/><Relationship Id="rId25" Type="http://schemas.openxmlformats.org/officeDocument/2006/relationships/image" Target="../media/image533.png"/><Relationship Id="rId33" Type="http://schemas.openxmlformats.org/officeDocument/2006/relationships/image" Target="../media/image537.png"/><Relationship Id="rId2" Type="http://schemas.openxmlformats.org/officeDocument/2006/relationships/customXml" Target="../ink/ink526.xml"/><Relationship Id="rId16" Type="http://schemas.openxmlformats.org/officeDocument/2006/relationships/customXml" Target="../ink/ink533.xml"/><Relationship Id="rId20" Type="http://schemas.openxmlformats.org/officeDocument/2006/relationships/customXml" Target="../ink/ink535.xml"/><Relationship Id="rId29" Type="http://schemas.openxmlformats.org/officeDocument/2006/relationships/image" Target="../media/image535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528.xml"/><Relationship Id="rId11" Type="http://schemas.openxmlformats.org/officeDocument/2006/relationships/image" Target="../media/image526.png"/><Relationship Id="rId24" Type="http://schemas.openxmlformats.org/officeDocument/2006/relationships/customXml" Target="../ink/ink537.xml"/><Relationship Id="rId32" Type="http://schemas.openxmlformats.org/officeDocument/2006/relationships/customXml" Target="../ink/ink541.xml"/><Relationship Id="rId5" Type="http://schemas.openxmlformats.org/officeDocument/2006/relationships/image" Target="../media/image523.png"/><Relationship Id="rId15" Type="http://schemas.openxmlformats.org/officeDocument/2006/relationships/image" Target="../media/image528.png"/><Relationship Id="rId23" Type="http://schemas.openxmlformats.org/officeDocument/2006/relationships/image" Target="../media/image532.png"/><Relationship Id="rId28" Type="http://schemas.openxmlformats.org/officeDocument/2006/relationships/customXml" Target="../ink/ink539.xml"/><Relationship Id="rId10" Type="http://schemas.openxmlformats.org/officeDocument/2006/relationships/customXml" Target="../ink/ink530.xml"/><Relationship Id="rId19" Type="http://schemas.openxmlformats.org/officeDocument/2006/relationships/image" Target="../media/image530.png"/><Relationship Id="rId31" Type="http://schemas.openxmlformats.org/officeDocument/2006/relationships/image" Target="../media/image536.png"/><Relationship Id="rId4" Type="http://schemas.openxmlformats.org/officeDocument/2006/relationships/customXml" Target="../ink/ink527.xml"/><Relationship Id="rId9" Type="http://schemas.openxmlformats.org/officeDocument/2006/relationships/image" Target="../media/image525.png"/><Relationship Id="rId14" Type="http://schemas.openxmlformats.org/officeDocument/2006/relationships/customXml" Target="../ink/ink532.xml"/><Relationship Id="rId22" Type="http://schemas.openxmlformats.org/officeDocument/2006/relationships/customXml" Target="../ink/ink536.xml"/><Relationship Id="rId27" Type="http://schemas.openxmlformats.org/officeDocument/2006/relationships/image" Target="../media/image534.png"/><Relationship Id="rId30" Type="http://schemas.openxmlformats.org/officeDocument/2006/relationships/customXml" Target="../ink/ink540.xml"/><Relationship Id="rId8" Type="http://schemas.openxmlformats.org/officeDocument/2006/relationships/customXml" Target="../ink/ink529.xml"/></Relationships>
</file>

<file path=ppt/slides/_rels/slide13.xml.rels><?xml version="1.0" encoding="UTF-8" standalone="yes"?>
<Relationships xmlns="http://schemas.openxmlformats.org/package/2006/relationships"><Relationship Id="rId13" Type="http://schemas.openxmlformats.org/officeDocument/2006/relationships/image" Target="../media/image543.png"/><Relationship Id="rId18" Type="http://schemas.openxmlformats.org/officeDocument/2006/relationships/customXml" Target="../ink/ink550.xml"/><Relationship Id="rId26" Type="http://schemas.openxmlformats.org/officeDocument/2006/relationships/customXml" Target="../ink/ink554.xml"/><Relationship Id="rId39" Type="http://schemas.openxmlformats.org/officeDocument/2006/relationships/image" Target="../media/image556.png"/><Relationship Id="rId21" Type="http://schemas.openxmlformats.org/officeDocument/2006/relationships/image" Target="../media/image547.png"/><Relationship Id="rId34" Type="http://schemas.openxmlformats.org/officeDocument/2006/relationships/customXml" Target="../ink/ink558.xml"/><Relationship Id="rId42" Type="http://schemas.openxmlformats.org/officeDocument/2006/relationships/customXml" Target="../ink/ink562.xml"/><Relationship Id="rId47" Type="http://schemas.openxmlformats.org/officeDocument/2006/relationships/image" Target="../media/image560.png"/><Relationship Id="rId50" Type="http://schemas.openxmlformats.org/officeDocument/2006/relationships/customXml" Target="../ink/ink566.xml"/><Relationship Id="rId55" Type="http://schemas.openxmlformats.org/officeDocument/2006/relationships/image" Target="../media/image564.png"/><Relationship Id="rId7" Type="http://schemas.openxmlformats.org/officeDocument/2006/relationships/image" Target="../media/image540.png"/><Relationship Id="rId2" Type="http://schemas.openxmlformats.org/officeDocument/2006/relationships/customXml" Target="../ink/ink542.xml"/><Relationship Id="rId16" Type="http://schemas.openxmlformats.org/officeDocument/2006/relationships/customXml" Target="../ink/ink549.xml"/><Relationship Id="rId29" Type="http://schemas.openxmlformats.org/officeDocument/2006/relationships/image" Target="../media/image551.png"/><Relationship Id="rId11" Type="http://schemas.openxmlformats.org/officeDocument/2006/relationships/image" Target="../media/image542.png"/><Relationship Id="rId24" Type="http://schemas.openxmlformats.org/officeDocument/2006/relationships/customXml" Target="../ink/ink553.xml"/><Relationship Id="rId32" Type="http://schemas.openxmlformats.org/officeDocument/2006/relationships/customXml" Target="../ink/ink557.xml"/><Relationship Id="rId37" Type="http://schemas.openxmlformats.org/officeDocument/2006/relationships/image" Target="../media/image555.png"/><Relationship Id="rId40" Type="http://schemas.openxmlformats.org/officeDocument/2006/relationships/customXml" Target="../ink/ink561.xml"/><Relationship Id="rId45" Type="http://schemas.openxmlformats.org/officeDocument/2006/relationships/image" Target="../media/image559.png"/><Relationship Id="rId53" Type="http://schemas.openxmlformats.org/officeDocument/2006/relationships/image" Target="../media/image563.png"/><Relationship Id="rId58" Type="http://schemas.openxmlformats.org/officeDocument/2006/relationships/customXml" Target="../ink/ink570.xml"/><Relationship Id="rId5" Type="http://schemas.openxmlformats.org/officeDocument/2006/relationships/image" Target="../media/image539.png"/><Relationship Id="rId61" Type="http://schemas.openxmlformats.org/officeDocument/2006/relationships/image" Target="../media/image567.png"/><Relationship Id="rId19" Type="http://schemas.openxmlformats.org/officeDocument/2006/relationships/image" Target="../media/image546.png"/><Relationship Id="rId14" Type="http://schemas.openxmlformats.org/officeDocument/2006/relationships/customXml" Target="../ink/ink548.xml"/><Relationship Id="rId22" Type="http://schemas.openxmlformats.org/officeDocument/2006/relationships/customXml" Target="../ink/ink552.xml"/><Relationship Id="rId27" Type="http://schemas.openxmlformats.org/officeDocument/2006/relationships/image" Target="../media/image550.png"/><Relationship Id="rId30" Type="http://schemas.openxmlformats.org/officeDocument/2006/relationships/customXml" Target="../ink/ink556.xml"/><Relationship Id="rId35" Type="http://schemas.openxmlformats.org/officeDocument/2006/relationships/image" Target="../media/image554.png"/><Relationship Id="rId43" Type="http://schemas.openxmlformats.org/officeDocument/2006/relationships/image" Target="../media/image558.png"/><Relationship Id="rId48" Type="http://schemas.openxmlformats.org/officeDocument/2006/relationships/customXml" Target="../ink/ink565.xml"/><Relationship Id="rId56" Type="http://schemas.openxmlformats.org/officeDocument/2006/relationships/customXml" Target="../ink/ink569.xml"/><Relationship Id="rId8" Type="http://schemas.openxmlformats.org/officeDocument/2006/relationships/customXml" Target="../ink/ink545.xml"/><Relationship Id="rId51" Type="http://schemas.openxmlformats.org/officeDocument/2006/relationships/image" Target="../media/image562.png"/><Relationship Id="rId3" Type="http://schemas.openxmlformats.org/officeDocument/2006/relationships/image" Target="../media/image538.png"/><Relationship Id="rId12" Type="http://schemas.openxmlformats.org/officeDocument/2006/relationships/customXml" Target="../ink/ink547.xml"/><Relationship Id="rId17" Type="http://schemas.openxmlformats.org/officeDocument/2006/relationships/image" Target="../media/image545.png"/><Relationship Id="rId25" Type="http://schemas.openxmlformats.org/officeDocument/2006/relationships/image" Target="../media/image549.png"/><Relationship Id="rId33" Type="http://schemas.openxmlformats.org/officeDocument/2006/relationships/image" Target="../media/image553.png"/><Relationship Id="rId38" Type="http://schemas.openxmlformats.org/officeDocument/2006/relationships/customXml" Target="../ink/ink560.xml"/><Relationship Id="rId46" Type="http://schemas.openxmlformats.org/officeDocument/2006/relationships/customXml" Target="../ink/ink564.xml"/><Relationship Id="rId59" Type="http://schemas.openxmlformats.org/officeDocument/2006/relationships/image" Target="../media/image566.png"/><Relationship Id="rId20" Type="http://schemas.openxmlformats.org/officeDocument/2006/relationships/customXml" Target="../ink/ink551.xml"/><Relationship Id="rId41" Type="http://schemas.openxmlformats.org/officeDocument/2006/relationships/image" Target="../media/image557.png"/><Relationship Id="rId54" Type="http://schemas.openxmlformats.org/officeDocument/2006/relationships/customXml" Target="../ink/ink568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544.xml"/><Relationship Id="rId15" Type="http://schemas.openxmlformats.org/officeDocument/2006/relationships/image" Target="../media/image544.png"/><Relationship Id="rId23" Type="http://schemas.openxmlformats.org/officeDocument/2006/relationships/image" Target="../media/image548.png"/><Relationship Id="rId28" Type="http://schemas.openxmlformats.org/officeDocument/2006/relationships/customXml" Target="../ink/ink555.xml"/><Relationship Id="rId36" Type="http://schemas.openxmlformats.org/officeDocument/2006/relationships/customXml" Target="../ink/ink559.xml"/><Relationship Id="rId49" Type="http://schemas.openxmlformats.org/officeDocument/2006/relationships/image" Target="../media/image561.png"/><Relationship Id="rId57" Type="http://schemas.openxmlformats.org/officeDocument/2006/relationships/image" Target="../media/image565.png"/><Relationship Id="rId10" Type="http://schemas.openxmlformats.org/officeDocument/2006/relationships/customXml" Target="../ink/ink546.xml"/><Relationship Id="rId31" Type="http://schemas.openxmlformats.org/officeDocument/2006/relationships/image" Target="../media/image552.png"/><Relationship Id="rId44" Type="http://schemas.openxmlformats.org/officeDocument/2006/relationships/customXml" Target="../ink/ink563.xml"/><Relationship Id="rId52" Type="http://schemas.openxmlformats.org/officeDocument/2006/relationships/customXml" Target="../ink/ink567.xml"/><Relationship Id="rId60" Type="http://schemas.openxmlformats.org/officeDocument/2006/relationships/customXml" Target="../ink/ink571.xml"/><Relationship Id="rId4" Type="http://schemas.openxmlformats.org/officeDocument/2006/relationships/customXml" Target="../ink/ink543.xml"/><Relationship Id="rId9" Type="http://schemas.openxmlformats.org/officeDocument/2006/relationships/image" Target="../media/image541.png"/></Relationships>
</file>

<file path=ppt/slides/_rels/slide14.xml.rels><?xml version="1.0" encoding="UTF-8" standalone="yes"?>
<Relationships xmlns="http://schemas.openxmlformats.org/package/2006/relationships"><Relationship Id="rId26" Type="http://schemas.openxmlformats.org/officeDocument/2006/relationships/customXml" Target="../ink/ink584.xml"/><Relationship Id="rId21" Type="http://schemas.openxmlformats.org/officeDocument/2006/relationships/image" Target="../media/image577.png"/><Relationship Id="rId42" Type="http://schemas.openxmlformats.org/officeDocument/2006/relationships/customXml" Target="../ink/ink592.xml"/><Relationship Id="rId47" Type="http://schemas.openxmlformats.org/officeDocument/2006/relationships/image" Target="../media/image590.png"/><Relationship Id="rId63" Type="http://schemas.openxmlformats.org/officeDocument/2006/relationships/image" Target="../media/image598.png"/><Relationship Id="rId68" Type="http://schemas.openxmlformats.org/officeDocument/2006/relationships/customXml" Target="../ink/ink605.xml"/><Relationship Id="rId84" Type="http://schemas.openxmlformats.org/officeDocument/2006/relationships/customXml" Target="../ink/ink613.xml"/><Relationship Id="rId89" Type="http://schemas.openxmlformats.org/officeDocument/2006/relationships/image" Target="../media/image611.png"/><Relationship Id="rId16" Type="http://schemas.openxmlformats.org/officeDocument/2006/relationships/customXml" Target="../ink/ink579.xml"/><Relationship Id="rId11" Type="http://schemas.openxmlformats.org/officeDocument/2006/relationships/image" Target="../media/image572.png"/><Relationship Id="rId32" Type="http://schemas.openxmlformats.org/officeDocument/2006/relationships/customXml" Target="../ink/ink587.xml"/><Relationship Id="rId37" Type="http://schemas.openxmlformats.org/officeDocument/2006/relationships/image" Target="../media/image585.png"/><Relationship Id="rId53" Type="http://schemas.openxmlformats.org/officeDocument/2006/relationships/image" Target="../media/image593.png"/><Relationship Id="rId58" Type="http://schemas.openxmlformats.org/officeDocument/2006/relationships/customXml" Target="../ink/ink600.xml"/><Relationship Id="rId74" Type="http://schemas.openxmlformats.org/officeDocument/2006/relationships/customXml" Target="../ink/ink608.xml"/><Relationship Id="rId79" Type="http://schemas.openxmlformats.org/officeDocument/2006/relationships/image" Target="../media/image606.png"/><Relationship Id="rId5" Type="http://schemas.openxmlformats.org/officeDocument/2006/relationships/image" Target="../media/image569.png"/><Relationship Id="rId14" Type="http://schemas.openxmlformats.org/officeDocument/2006/relationships/customXml" Target="../ink/ink578.xml"/><Relationship Id="rId22" Type="http://schemas.openxmlformats.org/officeDocument/2006/relationships/customXml" Target="../ink/ink582.xml"/><Relationship Id="rId27" Type="http://schemas.openxmlformats.org/officeDocument/2006/relationships/image" Target="../media/image580.png"/><Relationship Id="rId30" Type="http://schemas.openxmlformats.org/officeDocument/2006/relationships/customXml" Target="../ink/ink586.xml"/><Relationship Id="rId35" Type="http://schemas.openxmlformats.org/officeDocument/2006/relationships/image" Target="../media/image584.png"/><Relationship Id="rId43" Type="http://schemas.openxmlformats.org/officeDocument/2006/relationships/image" Target="../media/image588.png"/><Relationship Id="rId48" Type="http://schemas.openxmlformats.org/officeDocument/2006/relationships/customXml" Target="../ink/ink595.xml"/><Relationship Id="rId56" Type="http://schemas.openxmlformats.org/officeDocument/2006/relationships/customXml" Target="../ink/ink599.xml"/><Relationship Id="rId64" Type="http://schemas.openxmlformats.org/officeDocument/2006/relationships/customXml" Target="../ink/ink603.xml"/><Relationship Id="rId69" Type="http://schemas.openxmlformats.org/officeDocument/2006/relationships/image" Target="../media/image601.png"/><Relationship Id="rId77" Type="http://schemas.openxmlformats.org/officeDocument/2006/relationships/image" Target="../media/image605.png"/><Relationship Id="rId8" Type="http://schemas.openxmlformats.org/officeDocument/2006/relationships/customXml" Target="../ink/ink575.xml"/><Relationship Id="rId51" Type="http://schemas.openxmlformats.org/officeDocument/2006/relationships/image" Target="../media/image592.png"/><Relationship Id="rId72" Type="http://schemas.openxmlformats.org/officeDocument/2006/relationships/customXml" Target="../ink/ink607.xml"/><Relationship Id="rId80" Type="http://schemas.openxmlformats.org/officeDocument/2006/relationships/customXml" Target="../ink/ink611.xml"/><Relationship Id="rId85" Type="http://schemas.openxmlformats.org/officeDocument/2006/relationships/image" Target="../media/image609.png"/><Relationship Id="rId3" Type="http://schemas.openxmlformats.org/officeDocument/2006/relationships/image" Target="../media/image568.png"/><Relationship Id="rId12" Type="http://schemas.openxmlformats.org/officeDocument/2006/relationships/customXml" Target="../ink/ink577.xml"/><Relationship Id="rId17" Type="http://schemas.openxmlformats.org/officeDocument/2006/relationships/image" Target="../media/image575.png"/><Relationship Id="rId25" Type="http://schemas.openxmlformats.org/officeDocument/2006/relationships/image" Target="../media/image579.png"/><Relationship Id="rId33" Type="http://schemas.openxmlformats.org/officeDocument/2006/relationships/image" Target="../media/image583.png"/><Relationship Id="rId38" Type="http://schemas.openxmlformats.org/officeDocument/2006/relationships/customXml" Target="../ink/ink590.xml"/><Relationship Id="rId46" Type="http://schemas.openxmlformats.org/officeDocument/2006/relationships/customXml" Target="../ink/ink594.xml"/><Relationship Id="rId59" Type="http://schemas.openxmlformats.org/officeDocument/2006/relationships/image" Target="../media/image596.png"/><Relationship Id="rId67" Type="http://schemas.openxmlformats.org/officeDocument/2006/relationships/image" Target="../media/image600.png"/><Relationship Id="rId20" Type="http://schemas.openxmlformats.org/officeDocument/2006/relationships/customXml" Target="../ink/ink581.xml"/><Relationship Id="rId41" Type="http://schemas.openxmlformats.org/officeDocument/2006/relationships/image" Target="../media/image587.png"/><Relationship Id="rId54" Type="http://schemas.openxmlformats.org/officeDocument/2006/relationships/customXml" Target="../ink/ink598.xml"/><Relationship Id="rId62" Type="http://schemas.openxmlformats.org/officeDocument/2006/relationships/customXml" Target="../ink/ink602.xml"/><Relationship Id="rId70" Type="http://schemas.openxmlformats.org/officeDocument/2006/relationships/customXml" Target="../ink/ink606.xml"/><Relationship Id="rId75" Type="http://schemas.openxmlformats.org/officeDocument/2006/relationships/image" Target="../media/image604.png"/><Relationship Id="rId83" Type="http://schemas.openxmlformats.org/officeDocument/2006/relationships/image" Target="../media/image608.png"/><Relationship Id="rId88" Type="http://schemas.openxmlformats.org/officeDocument/2006/relationships/customXml" Target="../ink/ink615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574.xml"/><Relationship Id="rId15" Type="http://schemas.openxmlformats.org/officeDocument/2006/relationships/image" Target="../media/image574.png"/><Relationship Id="rId23" Type="http://schemas.openxmlformats.org/officeDocument/2006/relationships/image" Target="../media/image578.png"/><Relationship Id="rId28" Type="http://schemas.openxmlformats.org/officeDocument/2006/relationships/customXml" Target="../ink/ink585.xml"/><Relationship Id="rId36" Type="http://schemas.openxmlformats.org/officeDocument/2006/relationships/customXml" Target="../ink/ink589.xml"/><Relationship Id="rId49" Type="http://schemas.openxmlformats.org/officeDocument/2006/relationships/image" Target="../media/image591.png"/><Relationship Id="rId57" Type="http://schemas.openxmlformats.org/officeDocument/2006/relationships/image" Target="../media/image595.png"/><Relationship Id="rId10" Type="http://schemas.openxmlformats.org/officeDocument/2006/relationships/customXml" Target="../ink/ink576.xml"/><Relationship Id="rId31" Type="http://schemas.openxmlformats.org/officeDocument/2006/relationships/image" Target="../media/image582.png"/><Relationship Id="rId44" Type="http://schemas.openxmlformats.org/officeDocument/2006/relationships/customXml" Target="../ink/ink593.xml"/><Relationship Id="rId52" Type="http://schemas.openxmlformats.org/officeDocument/2006/relationships/customXml" Target="../ink/ink597.xml"/><Relationship Id="rId60" Type="http://schemas.openxmlformats.org/officeDocument/2006/relationships/customXml" Target="../ink/ink601.xml"/><Relationship Id="rId65" Type="http://schemas.openxmlformats.org/officeDocument/2006/relationships/image" Target="../media/image599.png"/><Relationship Id="rId73" Type="http://schemas.openxmlformats.org/officeDocument/2006/relationships/image" Target="../media/image603.png"/><Relationship Id="rId78" Type="http://schemas.openxmlformats.org/officeDocument/2006/relationships/customXml" Target="../ink/ink610.xml"/><Relationship Id="rId81" Type="http://schemas.openxmlformats.org/officeDocument/2006/relationships/image" Target="../media/image607.png"/><Relationship Id="rId86" Type="http://schemas.openxmlformats.org/officeDocument/2006/relationships/customXml" Target="../ink/ink614.xml"/><Relationship Id="rId4" Type="http://schemas.openxmlformats.org/officeDocument/2006/relationships/customXml" Target="../ink/ink573.xml"/><Relationship Id="rId9" Type="http://schemas.openxmlformats.org/officeDocument/2006/relationships/image" Target="../media/image571.png"/><Relationship Id="rId13" Type="http://schemas.openxmlformats.org/officeDocument/2006/relationships/image" Target="../media/image573.png"/><Relationship Id="rId18" Type="http://schemas.openxmlformats.org/officeDocument/2006/relationships/customXml" Target="../ink/ink580.xml"/><Relationship Id="rId39" Type="http://schemas.openxmlformats.org/officeDocument/2006/relationships/image" Target="../media/image586.png"/><Relationship Id="rId34" Type="http://schemas.openxmlformats.org/officeDocument/2006/relationships/customXml" Target="../ink/ink588.xml"/><Relationship Id="rId50" Type="http://schemas.openxmlformats.org/officeDocument/2006/relationships/customXml" Target="../ink/ink596.xml"/><Relationship Id="rId55" Type="http://schemas.openxmlformats.org/officeDocument/2006/relationships/image" Target="../media/image594.png"/><Relationship Id="rId76" Type="http://schemas.openxmlformats.org/officeDocument/2006/relationships/customXml" Target="../ink/ink609.xml"/><Relationship Id="rId7" Type="http://schemas.openxmlformats.org/officeDocument/2006/relationships/image" Target="../media/image570.png"/><Relationship Id="rId71" Type="http://schemas.openxmlformats.org/officeDocument/2006/relationships/image" Target="../media/image602.png"/><Relationship Id="rId2" Type="http://schemas.openxmlformats.org/officeDocument/2006/relationships/customXml" Target="../ink/ink572.xml"/><Relationship Id="rId29" Type="http://schemas.openxmlformats.org/officeDocument/2006/relationships/image" Target="../media/image581.png"/><Relationship Id="rId24" Type="http://schemas.openxmlformats.org/officeDocument/2006/relationships/customXml" Target="../ink/ink583.xml"/><Relationship Id="rId40" Type="http://schemas.openxmlformats.org/officeDocument/2006/relationships/customXml" Target="../ink/ink591.xml"/><Relationship Id="rId45" Type="http://schemas.openxmlformats.org/officeDocument/2006/relationships/image" Target="../media/image589.png"/><Relationship Id="rId66" Type="http://schemas.openxmlformats.org/officeDocument/2006/relationships/customXml" Target="../ink/ink604.xml"/><Relationship Id="rId87" Type="http://schemas.openxmlformats.org/officeDocument/2006/relationships/image" Target="../media/image610.png"/><Relationship Id="rId61" Type="http://schemas.openxmlformats.org/officeDocument/2006/relationships/image" Target="../media/image597.png"/><Relationship Id="rId82" Type="http://schemas.openxmlformats.org/officeDocument/2006/relationships/customXml" Target="../ink/ink612.xml"/><Relationship Id="rId19" Type="http://schemas.openxmlformats.org/officeDocument/2006/relationships/image" Target="../media/image57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2.png"/><Relationship Id="rId7" Type="http://schemas.openxmlformats.org/officeDocument/2006/relationships/image" Target="../media/image614.png"/><Relationship Id="rId2" Type="http://schemas.openxmlformats.org/officeDocument/2006/relationships/customXml" Target="../ink/ink616.xml"/><Relationship Id="rId1" Type="http://schemas.openxmlformats.org/officeDocument/2006/relationships/slideLayout" Target="../slideLayouts/slideLayout3.xml"/><Relationship Id="rId6" Type="http://schemas.openxmlformats.org/officeDocument/2006/relationships/customXml" Target="../ink/ink618.xml"/><Relationship Id="rId5" Type="http://schemas.openxmlformats.org/officeDocument/2006/relationships/image" Target="../media/image613.png"/><Relationship Id="rId4" Type="http://schemas.openxmlformats.org/officeDocument/2006/relationships/customXml" Target="../ink/ink617.xml"/></Relationships>
</file>

<file path=ppt/slides/_rels/slide16.xml.rels><?xml version="1.0" encoding="UTF-8" standalone="yes"?>
<Relationships xmlns="http://schemas.openxmlformats.org/package/2006/relationships"><Relationship Id="rId26" Type="http://schemas.openxmlformats.org/officeDocument/2006/relationships/customXml" Target="../ink/ink631.xml"/><Relationship Id="rId21" Type="http://schemas.openxmlformats.org/officeDocument/2006/relationships/image" Target="../media/image624.png"/><Relationship Id="rId42" Type="http://schemas.openxmlformats.org/officeDocument/2006/relationships/customXml" Target="../ink/ink639.xml"/><Relationship Id="rId47" Type="http://schemas.openxmlformats.org/officeDocument/2006/relationships/image" Target="../media/image637.png"/><Relationship Id="rId63" Type="http://schemas.openxmlformats.org/officeDocument/2006/relationships/image" Target="../media/image645.png"/><Relationship Id="rId68" Type="http://schemas.openxmlformats.org/officeDocument/2006/relationships/customXml" Target="../ink/ink652.xml"/><Relationship Id="rId84" Type="http://schemas.openxmlformats.org/officeDocument/2006/relationships/customXml" Target="../ink/ink660.xml"/><Relationship Id="rId89" Type="http://schemas.openxmlformats.org/officeDocument/2006/relationships/image" Target="../media/image658.png"/><Relationship Id="rId16" Type="http://schemas.openxmlformats.org/officeDocument/2006/relationships/customXml" Target="../ink/ink626.xml"/><Relationship Id="rId11" Type="http://schemas.openxmlformats.org/officeDocument/2006/relationships/image" Target="../media/image619.png"/><Relationship Id="rId32" Type="http://schemas.openxmlformats.org/officeDocument/2006/relationships/customXml" Target="../ink/ink634.xml"/><Relationship Id="rId37" Type="http://schemas.openxmlformats.org/officeDocument/2006/relationships/image" Target="../media/image632.png"/><Relationship Id="rId53" Type="http://schemas.openxmlformats.org/officeDocument/2006/relationships/image" Target="../media/image640.png"/><Relationship Id="rId58" Type="http://schemas.openxmlformats.org/officeDocument/2006/relationships/customXml" Target="../ink/ink647.xml"/><Relationship Id="rId74" Type="http://schemas.openxmlformats.org/officeDocument/2006/relationships/customXml" Target="../ink/ink655.xml"/><Relationship Id="rId79" Type="http://schemas.openxmlformats.org/officeDocument/2006/relationships/image" Target="../media/image653.png"/><Relationship Id="rId5" Type="http://schemas.openxmlformats.org/officeDocument/2006/relationships/image" Target="../media/image616.png"/><Relationship Id="rId90" Type="http://schemas.openxmlformats.org/officeDocument/2006/relationships/customXml" Target="../ink/ink663.xml"/><Relationship Id="rId95" Type="http://schemas.openxmlformats.org/officeDocument/2006/relationships/image" Target="../media/image661.png"/><Relationship Id="rId22" Type="http://schemas.openxmlformats.org/officeDocument/2006/relationships/customXml" Target="../ink/ink629.xml"/><Relationship Id="rId27" Type="http://schemas.openxmlformats.org/officeDocument/2006/relationships/image" Target="../media/image627.png"/><Relationship Id="rId43" Type="http://schemas.openxmlformats.org/officeDocument/2006/relationships/image" Target="../media/image635.png"/><Relationship Id="rId48" Type="http://schemas.openxmlformats.org/officeDocument/2006/relationships/customXml" Target="../ink/ink642.xml"/><Relationship Id="rId64" Type="http://schemas.openxmlformats.org/officeDocument/2006/relationships/customXml" Target="../ink/ink650.xml"/><Relationship Id="rId69" Type="http://schemas.openxmlformats.org/officeDocument/2006/relationships/image" Target="../media/image648.png"/><Relationship Id="rId80" Type="http://schemas.openxmlformats.org/officeDocument/2006/relationships/customXml" Target="../ink/ink658.xml"/><Relationship Id="rId85" Type="http://schemas.openxmlformats.org/officeDocument/2006/relationships/image" Target="../media/image656.png"/><Relationship Id="rId12" Type="http://schemas.openxmlformats.org/officeDocument/2006/relationships/customXml" Target="../ink/ink624.xml"/><Relationship Id="rId17" Type="http://schemas.openxmlformats.org/officeDocument/2006/relationships/image" Target="../media/image622.png"/><Relationship Id="rId25" Type="http://schemas.openxmlformats.org/officeDocument/2006/relationships/image" Target="../media/image626.png"/><Relationship Id="rId33" Type="http://schemas.openxmlformats.org/officeDocument/2006/relationships/image" Target="../media/image630.png"/><Relationship Id="rId38" Type="http://schemas.openxmlformats.org/officeDocument/2006/relationships/customXml" Target="../ink/ink637.xml"/><Relationship Id="rId46" Type="http://schemas.openxmlformats.org/officeDocument/2006/relationships/customXml" Target="../ink/ink641.xml"/><Relationship Id="rId59" Type="http://schemas.openxmlformats.org/officeDocument/2006/relationships/image" Target="../media/image643.png"/><Relationship Id="rId67" Type="http://schemas.openxmlformats.org/officeDocument/2006/relationships/image" Target="../media/image647.png"/><Relationship Id="rId20" Type="http://schemas.openxmlformats.org/officeDocument/2006/relationships/customXml" Target="../ink/ink628.xml"/><Relationship Id="rId41" Type="http://schemas.openxmlformats.org/officeDocument/2006/relationships/image" Target="../media/image634.png"/><Relationship Id="rId54" Type="http://schemas.openxmlformats.org/officeDocument/2006/relationships/customXml" Target="../ink/ink645.xml"/><Relationship Id="rId62" Type="http://schemas.openxmlformats.org/officeDocument/2006/relationships/customXml" Target="../ink/ink649.xml"/><Relationship Id="rId70" Type="http://schemas.openxmlformats.org/officeDocument/2006/relationships/customXml" Target="../ink/ink653.xml"/><Relationship Id="rId75" Type="http://schemas.openxmlformats.org/officeDocument/2006/relationships/image" Target="../media/image651.png"/><Relationship Id="rId83" Type="http://schemas.openxmlformats.org/officeDocument/2006/relationships/image" Target="../media/image655.png"/><Relationship Id="rId88" Type="http://schemas.openxmlformats.org/officeDocument/2006/relationships/customXml" Target="../ink/ink662.xml"/><Relationship Id="rId91" Type="http://schemas.openxmlformats.org/officeDocument/2006/relationships/image" Target="../media/image659.png"/><Relationship Id="rId96" Type="http://schemas.openxmlformats.org/officeDocument/2006/relationships/customXml" Target="../ink/ink666.xml"/><Relationship Id="rId1" Type="http://schemas.openxmlformats.org/officeDocument/2006/relationships/slideLayout" Target="../slideLayouts/slideLayout3.xml"/><Relationship Id="rId6" Type="http://schemas.openxmlformats.org/officeDocument/2006/relationships/customXml" Target="../ink/ink621.xml"/><Relationship Id="rId15" Type="http://schemas.openxmlformats.org/officeDocument/2006/relationships/image" Target="../media/image621.png"/><Relationship Id="rId23" Type="http://schemas.openxmlformats.org/officeDocument/2006/relationships/image" Target="../media/image625.png"/><Relationship Id="rId28" Type="http://schemas.openxmlformats.org/officeDocument/2006/relationships/customXml" Target="../ink/ink632.xml"/><Relationship Id="rId36" Type="http://schemas.openxmlformats.org/officeDocument/2006/relationships/customXml" Target="../ink/ink636.xml"/><Relationship Id="rId49" Type="http://schemas.openxmlformats.org/officeDocument/2006/relationships/image" Target="../media/image638.png"/><Relationship Id="rId57" Type="http://schemas.openxmlformats.org/officeDocument/2006/relationships/image" Target="../media/image642.png"/><Relationship Id="rId10" Type="http://schemas.openxmlformats.org/officeDocument/2006/relationships/customXml" Target="../ink/ink623.xml"/><Relationship Id="rId31" Type="http://schemas.openxmlformats.org/officeDocument/2006/relationships/image" Target="../media/image629.png"/><Relationship Id="rId44" Type="http://schemas.openxmlformats.org/officeDocument/2006/relationships/customXml" Target="../ink/ink640.xml"/><Relationship Id="rId52" Type="http://schemas.openxmlformats.org/officeDocument/2006/relationships/customXml" Target="../ink/ink644.xml"/><Relationship Id="rId60" Type="http://schemas.openxmlformats.org/officeDocument/2006/relationships/customXml" Target="../ink/ink648.xml"/><Relationship Id="rId65" Type="http://schemas.openxmlformats.org/officeDocument/2006/relationships/image" Target="../media/image646.png"/><Relationship Id="rId73" Type="http://schemas.openxmlformats.org/officeDocument/2006/relationships/image" Target="../media/image650.png"/><Relationship Id="rId78" Type="http://schemas.openxmlformats.org/officeDocument/2006/relationships/customXml" Target="../ink/ink657.xml"/><Relationship Id="rId81" Type="http://schemas.openxmlformats.org/officeDocument/2006/relationships/image" Target="../media/image654.png"/><Relationship Id="rId86" Type="http://schemas.openxmlformats.org/officeDocument/2006/relationships/customXml" Target="../ink/ink661.xml"/><Relationship Id="rId94" Type="http://schemas.openxmlformats.org/officeDocument/2006/relationships/customXml" Target="../ink/ink665.xml"/><Relationship Id="rId99" Type="http://schemas.openxmlformats.org/officeDocument/2006/relationships/image" Target="../media/image663.png"/><Relationship Id="rId101" Type="http://schemas.openxmlformats.org/officeDocument/2006/relationships/image" Target="../media/image664.png"/><Relationship Id="rId4" Type="http://schemas.openxmlformats.org/officeDocument/2006/relationships/customXml" Target="../ink/ink620.xml"/><Relationship Id="rId9" Type="http://schemas.openxmlformats.org/officeDocument/2006/relationships/image" Target="../media/image618.png"/><Relationship Id="rId13" Type="http://schemas.openxmlformats.org/officeDocument/2006/relationships/image" Target="../media/image620.png"/><Relationship Id="rId18" Type="http://schemas.openxmlformats.org/officeDocument/2006/relationships/customXml" Target="../ink/ink627.xml"/><Relationship Id="rId39" Type="http://schemas.openxmlformats.org/officeDocument/2006/relationships/image" Target="../media/image633.png"/><Relationship Id="rId34" Type="http://schemas.openxmlformats.org/officeDocument/2006/relationships/customXml" Target="../ink/ink635.xml"/><Relationship Id="rId50" Type="http://schemas.openxmlformats.org/officeDocument/2006/relationships/customXml" Target="../ink/ink643.xml"/><Relationship Id="rId55" Type="http://schemas.openxmlformats.org/officeDocument/2006/relationships/image" Target="../media/image641.png"/><Relationship Id="rId76" Type="http://schemas.openxmlformats.org/officeDocument/2006/relationships/customXml" Target="../ink/ink656.xml"/><Relationship Id="rId97" Type="http://schemas.openxmlformats.org/officeDocument/2006/relationships/image" Target="../media/image662.png"/><Relationship Id="rId7" Type="http://schemas.openxmlformats.org/officeDocument/2006/relationships/image" Target="../media/image617.png"/><Relationship Id="rId71" Type="http://schemas.openxmlformats.org/officeDocument/2006/relationships/image" Target="../media/image649.png"/><Relationship Id="rId92" Type="http://schemas.openxmlformats.org/officeDocument/2006/relationships/customXml" Target="../ink/ink664.xml"/><Relationship Id="rId2" Type="http://schemas.openxmlformats.org/officeDocument/2006/relationships/customXml" Target="../ink/ink619.xml"/><Relationship Id="rId29" Type="http://schemas.openxmlformats.org/officeDocument/2006/relationships/image" Target="../media/image628.png"/><Relationship Id="rId24" Type="http://schemas.openxmlformats.org/officeDocument/2006/relationships/customXml" Target="../ink/ink630.xml"/><Relationship Id="rId40" Type="http://schemas.openxmlformats.org/officeDocument/2006/relationships/customXml" Target="../ink/ink638.xml"/><Relationship Id="rId45" Type="http://schemas.openxmlformats.org/officeDocument/2006/relationships/image" Target="../media/image636.png"/><Relationship Id="rId66" Type="http://schemas.openxmlformats.org/officeDocument/2006/relationships/customXml" Target="../ink/ink651.xml"/><Relationship Id="rId87" Type="http://schemas.openxmlformats.org/officeDocument/2006/relationships/image" Target="../media/image657.png"/><Relationship Id="rId61" Type="http://schemas.openxmlformats.org/officeDocument/2006/relationships/image" Target="../media/image644.png"/><Relationship Id="rId82" Type="http://schemas.openxmlformats.org/officeDocument/2006/relationships/customXml" Target="../ink/ink659.xml"/><Relationship Id="rId19" Type="http://schemas.openxmlformats.org/officeDocument/2006/relationships/image" Target="../media/image623.png"/><Relationship Id="rId14" Type="http://schemas.openxmlformats.org/officeDocument/2006/relationships/customXml" Target="../ink/ink625.xml"/><Relationship Id="rId30" Type="http://schemas.openxmlformats.org/officeDocument/2006/relationships/customXml" Target="../ink/ink633.xml"/><Relationship Id="rId35" Type="http://schemas.openxmlformats.org/officeDocument/2006/relationships/image" Target="../media/image631.png"/><Relationship Id="rId56" Type="http://schemas.openxmlformats.org/officeDocument/2006/relationships/customXml" Target="../ink/ink646.xml"/><Relationship Id="rId77" Type="http://schemas.openxmlformats.org/officeDocument/2006/relationships/image" Target="../media/image652.png"/><Relationship Id="rId100" Type="http://schemas.openxmlformats.org/officeDocument/2006/relationships/customXml" Target="../ink/ink668.xml"/><Relationship Id="rId8" Type="http://schemas.openxmlformats.org/officeDocument/2006/relationships/customXml" Target="../ink/ink622.xml"/><Relationship Id="rId51" Type="http://schemas.openxmlformats.org/officeDocument/2006/relationships/image" Target="../media/image639.png"/><Relationship Id="rId72" Type="http://schemas.openxmlformats.org/officeDocument/2006/relationships/customXml" Target="../ink/ink654.xml"/><Relationship Id="rId93" Type="http://schemas.openxmlformats.org/officeDocument/2006/relationships/image" Target="../media/image660.png"/><Relationship Id="rId98" Type="http://schemas.openxmlformats.org/officeDocument/2006/relationships/customXml" Target="../ink/ink667.xml"/><Relationship Id="rId3" Type="http://schemas.openxmlformats.org/officeDocument/2006/relationships/image" Target="../media/image615.png"/></Relationships>
</file>

<file path=ppt/slides/_rels/slide17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719.png"/><Relationship Id="rId21" Type="http://schemas.openxmlformats.org/officeDocument/2006/relationships/image" Target="../media/image674.png"/><Relationship Id="rId42" Type="http://schemas.openxmlformats.org/officeDocument/2006/relationships/customXml" Target="../ink/ink689.xml"/><Relationship Id="rId63" Type="http://schemas.openxmlformats.org/officeDocument/2006/relationships/image" Target="../media/image695.png"/><Relationship Id="rId84" Type="http://schemas.openxmlformats.org/officeDocument/2006/relationships/customXml" Target="../ink/ink710.xml"/><Relationship Id="rId138" Type="http://schemas.openxmlformats.org/officeDocument/2006/relationships/customXml" Target="../ink/ink737.xml"/><Relationship Id="rId159" Type="http://schemas.openxmlformats.org/officeDocument/2006/relationships/image" Target="../media/image740.png"/><Relationship Id="rId170" Type="http://schemas.openxmlformats.org/officeDocument/2006/relationships/customXml" Target="../ink/ink753.xml"/><Relationship Id="rId191" Type="http://schemas.openxmlformats.org/officeDocument/2006/relationships/image" Target="../media/image756.png"/><Relationship Id="rId205" Type="http://schemas.openxmlformats.org/officeDocument/2006/relationships/image" Target="../media/image763.png"/><Relationship Id="rId107" Type="http://schemas.openxmlformats.org/officeDocument/2006/relationships/image" Target="../media/image714.png"/><Relationship Id="rId11" Type="http://schemas.openxmlformats.org/officeDocument/2006/relationships/image" Target="../media/image669.png"/><Relationship Id="rId32" Type="http://schemas.openxmlformats.org/officeDocument/2006/relationships/customXml" Target="../ink/ink684.xml"/><Relationship Id="rId53" Type="http://schemas.openxmlformats.org/officeDocument/2006/relationships/image" Target="../media/image690.png"/><Relationship Id="rId74" Type="http://schemas.openxmlformats.org/officeDocument/2006/relationships/customXml" Target="../ink/ink705.xml"/><Relationship Id="rId128" Type="http://schemas.openxmlformats.org/officeDocument/2006/relationships/customXml" Target="../ink/ink732.xml"/><Relationship Id="rId149" Type="http://schemas.openxmlformats.org/officeDocument/2006/relationships/image" Target="../media/image735.png"/><Relationship Id="rId5" Type="http://schemas.openxmlformats.org/officeDocument/2006/relationships/image" Target="../media/image666.png"/><Relationship Id="rId95" Type="http://schemas.openxmlformats.org/officeDocument/2006/relationships/image" Target="../media/image708.png"/><Relationship Id="rId160" Type="http://schemas.openxmlformats.org/officeDocument/2006/relationships/customXml" Target="../ink/ink748.xml"/><Relationship Id="rId181" Type="http://schemas.openxmlformats.org/officeDocument/2006/relationships/image" Target="../media/image751.png"/><Relationship Id="rId22" Type="http://schemas.openxmlformats.org/officeDocument/2006/relationships/customXml" Target="../ink/ink679.xml"/><Relationship Id="rId43" Type="http://schemas.openxmlformats.org/officeDocument/2006/relationships/image" Target="../media/image685.png"/><Relationship Id="rId64" Type="http://schemas.openxmlformats.org/officeDocument/2006/relationships/customXml" Target="../ink/ink700.xml"/><Relationship Id="rId118" Type="http://schemas.openxmlformats.org/officeDocument/2006/relationships/customXml" Target="../ink/ink727.xml"/><Relationship Id="rId139" Type="http://schemas.openxmlformats.org/officeDocument/2006/relationships/image" Target="../media/image730.png"/><Relationship Id="rId85" Type="http://schemas.openxmlformats.org/officeDocument/2006/relationships/image" Target="../media/image703.png"/><Relationship Id="rId150" Type="http://schemas.openxmlformats.org/officeDocument/2006/relationships/customXml" Target="../ink/ink743.xml"/><Relationship Id="rId171" Type="http://schemas.openxmlformats.org/officeDocument/2006/relationships/image" Target="../media/image746.png"/><Relationship Id="rId192" Type="http://schemas.openxmlformats.org/officeDocument/2006/relationships/customXml" Target="../ink/ink764.xml"/><Relationship Id="rId206" Type="http://schemas.openxmlformats.org/officeDocument/2006/relationships/customXml" Target="../ink/ink771.xml"/><Relationship Id="rId12" Type="http://schemas.openxmlformats.org/officeDocument/2006/relationships/customXml" Target="../ink/ink674.xml"/><Relationship Id="rId33" Type="http://schemas.openxmlformats.org/officeDocument/2006/relationships/image" Target="../media/image680.png"/><Relationship Id="rId108" Type="http://schemas.openxmlformats.org/officeDocument/2006/relationships/customXml" Target="../ink/ink722.xml"/><Relationship Id="rId129" Type="http://schemas.openxmlformats.org/officeDocument/2006/relationships/image" Target="../media/image725.png"/><Relationship Id="rId54" Type="http://schemas.openxmlformats.org/officeDocument/2006/relationships/customXml" Target="../ink/ink695.xml"/><Relationship Id="rId75" Type="http://schemas.openxmlformats.org/officeDocument/2006/relationships/image" Target="../media/image417.png"/><Relationship Id="rId96" Type="http://schemas.openxmlformats.org/officeDocument/2006/relationships/customXml" Target="../ink/ink716.xml"/><Relationship Id="rId140" Type="http://schemas.openxmlformats.org/officeDocument/2006/relationships/customXml" Target="../ink/ink738.xml"/><Relationship Id="rId161" Type="http://schemas.openxmlformats.org/officeDocument/2006/relationships/image" Target="../media/image741.png"/><Relationship Id="rId182" Type="http://schemas.openxmlformats.org/officeDocument/2006/relationships/customXml" Target="../ink/ink759.xml"/><Relationship Id="rId6" Type="http://schemas.openxmlformats.org/officeDocument/2006/relationships/customXml" Target="../ink/ink671.xml"/><Relationship Id="rId23" Type="http://schemas.openxmlformats.org/officeDocument/2006/relationships/image" Target="../media/image675.png"/><Relationship Id="rId119" Type="http://schemas.openxmlformats.org/officeDocument/2006/relationships/image" Target="../media/image720.png"/><Relationship Id="rId44" Type="http://schemas.openxmlformats.org/officeDocument/2006/relationships/customXml" Target="../ink/ink690.xml"/><Relationship Id="rId65" Type="http://schemas.openxmlformats.org/officeDocument/2006/relationships/image" Target="../media/image696.png"/><Relationship Id="rId86" Type="http://schemas.openxmlformats.org/officeDocument/2006/relationships/customXml" Target="../ink/ink711.xml"/><Relationship Id="rId130" Type="http://schemas.openxmlformats.org/officeDocument/2006/relationships/customXml" Target="../ink/ink733.xml"/><Relationship Id="rId151" Type="http://schemas.openxmlformats.org/officeDocument/2006/relationships/image" Target="../media/image736.png"/><Relationship Id="rId172" Type="http://schemas.openxmlformats.org/officeDocument/2006/relationships/customXml" Target="../ink/ink754.xml"/><Relationship Id="rId193" Type="http://schemas.openxmlformats.org/officeDocument/2006/relationships/image" Target="../media/image757.png"/><Relationship Id="rId207" Type="http://schemas.openxmlformats.org/officeDocument/2006/relationships/image" Target="../media/image764.png"/><Relationship Id="rId13" Type="http://schemas.openxmlformats.org/officeDocument/2006/relationships/image" Target="../media/image670.png"/><Relationship Id="rId109" Type="http://schemas.openxmlformats.org/officeDocument/2006/relationships/image" Target="../media/image715.png"/><Relationship Id="rId34" Type="http://schemas.openxmlformats.org/officeDocument/2006/relationships/customXml" Target="../ink/ink685.xml"/><Relationship Id="rId55" Type="http://schemas.openxmlformats.org/officeDocument/2006/relationships/image" Target="../media/image691.png"/><Relationship Id="rId76" Type="http://schemas.openxmlformats.org/officeDocument/2006/relationships/customXml" Target="../ink/ink706.xml"/><Relationship Id="rId97" Type="http://schemas.openxmlformats.org/officeDocument/2006/relationships/image" Target="../media/image709.png"/><Relationship Id="rId120" Type="http://schemas.openxmlformats.org/officeDocument/2006/relationships/customXml" Target="../ink/ink728.xml"/><Relationship Id="rId141" Type="http://schemas.openxmlformats.org/officeDocument/2006/relationships/image" Target="../media/image731.png"/><Relationship Id="rId7" Type="http://schemas.openxmlformats.org/officeDocument/2006/relationships/image" Target="../media/image667.png"/><Relationship Id="rId162" Type="http://schemas.openxmlformats.org/officeDocument/2006/relationships/customXml" Target="../ink/ink749.xml"/><Relationship Id="rId183" Type="http://schemas.openxmlformats.org/officeDocument/2006/relationships/image" Target="../media/image752.png"/><Relationship Id="rId24" Type="http://schemas.openxmlformats.org/officeDocument/2006/relationships/customXml" Target="../ink/ink680.xml"/><Relationship Id="rId45" Type="http://schemas.openxmlformats.org/officeDocument/2006/relationships/image" Target="../media/image686.png"/><Relationship Id="rId66" Type="http://schemas.openxmlformats.org/officeDocument/2006/relationships/customXml" Target="../ink/ink701.xml"/><Relationship Id="rId87" Type="http://schemas.openxmlformats.org/officeDocument/2006/relationships/image" Target="../media/image704.png"/><Relationship Id="rId110" Type="http://schemas.openxmlformats.org/officeDocument/2006/relationships/customXml" Target="../ink/ink723.xml"/><Relationship Id="rId131" Type="http://schemas.openxmlformats.org/officeDocument/2006/relationships/image" Target="../media/image726.png"/><Relationship Id="rId61" Type="http://schemas.openxmlformats.org/officeDocument/2006/relationships/image" Target="../media/image694.png"/><Relationship Id="rId82" Type="http://schemas.openxmlformats.org/officeDocument/2006/relationships/customXml" Target="../ink/ink709.xml"/><Relationship Id="rId152" Type="http://schemas.openxmlformats.org/officeDocument/2006/relationships/customXml" Target="../ink/ink744.xml"/><Relationship Id="rId173" Type="http://schemas.openxmlformats.org/officeDocument/2006/relationships/image" Target="../media/image747.png"/><Relationship Id="rId194" Type="http://schemas.openxmlformats.org/officeDocument/2006/relationships/customXml" Target="../ink/ink765.xml"/><Relationship Id="rId199" Type="http://schemas.openxmlformats.org/officeDocument/2006/relationships/image" Target="../media/image760.png"/><Relationship Id="rId203" Type="http://schemas.openxmlformats.org/officeDocument/2006/relationships/image" Target="../media/image762.png"/><Relationship Id="rId208" Type="http://schemas.openxmlformats.org/officeDocument/2006/relationships/customXml" Target="../ink/ink772.xml"/><Relationship Id="rId19" Type="http://schemas.openxmlformats.org/officeDocument/2006/relationships/image" Target="../media/image673.png"/><Relationship Id="rId14" Type="http://schemas.openxmlformats.org/officeDocument/2006/relationships/customXml" Target="../ink/ink675.xml"/><Relationship Id="rId30" Type="http://schemas.openxmlformats.org/officeDocument/2006/relationships/customXml" Target="../ink/ink683.xml"/><Relationship Id="rId35" Type="http://schemas.openxmlformats.org/officeDocument/2006/relationships/image" Target="../media/image681.png"/><Relationship Id="rId56" Type="http://schemas.openxmlformats.org/officeDocument/2006/relationships/customXml" Target="../ink/ink696.xml"/><Relationship Id="rId77" Type="http://schemas.openxmlformats.org/officeDocument/2006/relationships/image" Target="../media/image699.png"/><Relationship Id="rId100" Type="http://schemas.openxmlformats.org/officeDocument/2006/relationships/customXml" Target="../ink/ink718.xml"/><Relationship Id="rId105" Type="http://schemas.openxmlformats.org/officeDocument/2006/relationships/image" Target="../media/image713.png"/><Relationship Id="rId126" Type="http://schemas.openxmlformats.org/officeDocument/2006/relationships/customXml" Target="../ink/ink731.xml"/><Relationship Id="rId147" Type="http://schemas.openxmlformats.org/officeDocument/2006/relationships/image" Target="../media/image734.png"/><Relationship Id="rId168" Type="http://schemas.openxmlformats.org/officeDocument/2006/relationships/customXml" Target="../ink/ink752.xml"/><Relationship Id="rId8" Type="http://schemas.openxmlformats.org/officeDocument/2006/relationships/customXml" Target="../ink/ink672.xml"/><Relationship Id="rId51" Type="http://schemas.openxmlformats.org/officeDocument/2006/relationships/image" Target="../media/image689.png"/><Relationship Id="rId72" Type="http://schemas.openxmlformats.org/officeDocument/2006/relationships/customXml" Target="../ink/ink704.xml"/><Relationship Id="rId93" Type="http://schemas.openxmlformats.org/officeDocument/2006/relationships/image" Target="../media/image707.png"/><Relationship Id="rId98" Type="http://schemas.openxmlformats.org/officeDocument/2006/relationships/customXml" Target="../ink/ink717.xml"/><Relationship Id="rId121" Type="http://schemas.openxmlformats.org/officeDocument/2006/relationships/image" Target="../media/image721.png"/><Relationship Id="rId142" Type="http://schemas.openxmlformats.org/officeDocument/2006/relationships/customXml" Target="../ink/ink739.xml"/><Relationship Id="rId163" Type="http://schemas.openxmlformats.org/officeDocument/2006/relationships/image" Target="../media/image742.png"/><Relationship Id="rId184" Type="http://schemas.openxmlformats.org/officeDocument/2006/relationships/customXml" Target="../ink/ink760.xml"/><Relationship Id="rId189" Type="http://schemas.openxmlformats.org/officeDocument/2006/relationships/image" Target="../media/image755.png"/><Relationship Id="rId3" Type="http://schemas.openxmlformats.org/officeDocument/2006/relationships/image" Target="../media/image665.png"/><Relationship Id="rId25" Type="http://schemas.openxmlformats.org/officeDocument/2006/relationships/image" Target="../media/image676.png"/><Relationship Id="rId46" Type="http://schemas.openxmlformats.org/officeDocument/2006/relationships/customXml" Target="../ink/ink691.xml"/><Relationship Id="rId67" Type="http://schemas.openxmlformats.org/officeDocument/2006/relationships/image" Target="../media/image697.png"/><Relationship Id="rId116" Type="http://schemas.openxmlformats.org/officeDocument/2006/relationships/customXml" Target="../ink/ink726.xml"/><Relationship Id="rId137" Type="http://schemas.openxmlformats.org/officeDocument/2006/relationships/image" Target="../media/image729.png"/><Relationship Id="rId158" Type="http://schemas.openxmlformats.org/officeDocument/2006/relationships/customXml" Target="../ink/ink747.xml"/><Relationship Id="rId20" Type="http://schemas.openxmlformats.org/officeDocument/2006/relationships/customXml" Target="../ink/ink678.xml"/><Relationship Id="rId41" Type="http://schemas.openxmlformats.org/officeDocument/2006/relationships/image" Target="../media/image684.png"/><Relationship Id="rId62" Type="http://schemas.openxmlformats.org/officeDocument/2006/relationships/customXml" Target="../ink/ink699.xml"/><Relationship Id="rId83" Type="http://schemas.openxmlformats.org/officeDocument/2006/relationships/image" Target="../media/image702.png"/><Relationship Id="rId88" Type="http://schemas.openxmlformats.org/officeDocument/2006/relationships/customXml" Target="../ink/ink712.xml"/><Relationship Id="rId111" Type="http://schemas.openxmlformats.org/officeDocument/2006/relationships/image" Target="../media/image716.png"/><Relationship Id="rId132" Type="http://schemas.openxmlformats.org/officeDocument/2006/relationships/customXml" Target="../ink/ink734.xml"/><Relationship Id="rId153" Type="http://schemas.openxmlformats.org/officeDocument/2006/relationships/image" Target="../media/image737.png"/><Relationship Id="rId174" Type="http://schemas.openxmlformats.org/officeDocument/2006/relationships/customXml" Target="../ink/ink755.xml"/><Relationship Id="rId179" Type="http://schemas.openxmlformats.org/officeDocument/2006/relationships/image" Target="../media/image750.png"/><Relationship Id="rId195" Type="http://schemas.openxmlformats.org/officeDocument/2006/relationships/image" Target="../media/image758.png"/><Relationship Id="rId209" Type="http://schemas.openxmlformats.org/officeDocument/2006/relationships/image" Target="../media/image765.png"/><Relationship Id="rId190" Type="http://schemas.openxmlformats.org/officeDocument/2006/relationships/customXml" Target="../ink/ink763.xml"/><Relationship Id="rId204" Type="http://schemas.openxmlformats.org/officeDocument/2006/relationships/customXml" Target="../ink/ink770.xml"/><Relationship Id="rId15" Type="http://schemas.openxmlformats.org/officeDocument/2006/relationships/image" Target="../media/image671.png"/><Relationship Id="rId36" Type="http://schemas.openxmlformats.org/officeDocument/2006/relationships/customXml" Target="../ink/ink686.xml"/><Relationship Id="rId57" Type="http://schemas.openxmlformats.org/officeDocument/2006/relationships/image" Target="../media/image692.png"/><Relationship Id="rId106" Type="http://schemas.openxmlformats.org/officeDocument/2006/relationships/customXml" Target="../ink/ink721.xml"/><Relationship Id="rId127" Type="http://schemas.openxmlformats.org/officeDocument/2006/relationships/image" Target="../media/image724.png"/><Relationship Id="rId10" Type="http://schemas.openxmlformats.org/officeDocument/2006/relationships/customXml" Target="../ink/ink673.xml"/><Relationship Id="rId31" Type="http://schemas.openxmlformats.org/officeDocument/2006/relationships/image" Target="../media/image679.png"/><Relationship Id="rId52" Type="http://schemas.openxmlformats.org/officeDocument/2006/relationships/customXml" Target="../ink/ink694.xml"/><Relationship Id="rId73" Type="http://schemas.openxmlformats.org/officeDocument/2006/relationships/image" Target="../media/image384.png"/><Relationship Id="rId78" Type="http://schemas.openxmlformats.org/officeDocument/2006/relationships/customXml" Target="../ink/ink707.xml"/><Relationship Id="rId94" Type="http://schemas.openxmlformats.org/officeDocument/2006/relationships/customXml" Target="../ink/ink715.xml"/><Relationship Id="rId99" Type="http://schemas.openxmlformats.org/officeDocument/2006/relationships/image" Target="../media/image710.png"/><Relationship Id="rId101" Type="http://schemas.openxmlformats.org/officeDocument/2006/relationships/image" Target="../media/image711.png"/><Relationship Id="rId122" Type="http://schemas.openxmlformats.org/officeDocument/2006/relationships/customXml" Target="../ink/ink729.xml"/><Relationship Id="rId143" Type="http://schemas.openxmlformats.org/officeDocument/2006/relationships/image" Target="../media/image732.png"/><Relationship Id="rId148" Type="http://schemas.openxmlformats.org/officeDocument/2006/relationships/customXml" Target="../ink/ink742.xml"/><Relationship Id="rId164" Type="http://schemas.openxmlformats.org/officeDocument/2006/relationships/customXml" Target="../ink/ink750.xml"/><Relationship Id="rId169" Type="http://schemas.openxmlformats.org/officeDocument/2006/relationships/image" Target="../media/image745.png"/><Relationship Id="rId185" Type="http://schemas.openxmlformats.org/officeDocument/2006/relationships/image" Target="../media/image753.png"/><Relationship Id="rId4" Type="http://schemas.openxmlformats.org/officeDocument/2006/relationships/customXml" Target="../ink/ink670.xml"/><Relationship Id="rId9" Type="http://schemas.openxmlformats.org/officeDocument/2006/relationships/image" Target="../media/image668.png"/><Relationship Id="rId180" Type="http://schemas.openxmlformats.org/officeDocument/2006/relationships/customXml" Target="../ink/ink758.xml"/><Relationship Id="rId210" Type="http://schemas.openxmlformats.org/officeDocument/2006/relationships/customXml" Target="../ink/ink773.xml"/><Relationship Id="rId26" Type="http://schemas.openxmlformats.org/officeDocument/2006/relationships/customXml" Target="../ink/ink681.xml"/><Relationship Id="rId47" Type="http://schemas.openxmlformats.org/officeDocument/2006/relationships/image" Target="../media/image687.png"/><Relationship Id="rId68" Type="http://schemas.openxmlformats.org/officeDocument/2006/relationships/customXml" Target="../ink/ink702.xml"/><Relationship Id="rId89" Type="http://schemas.openxmlformats.org/officeDocument/2006/relationships/image" Target="../media/image705.png"/><Relationship Id="rId112" Type="http://schemas.openxmlformats.org/officeDocument/2006/relationships/customXml" Target="../ink/ink724.xml"/><Relationship Id="rId133" Type="http://schemas.openxmlformats.org/officeDocument/2006/relationships/image" Target="../media/image727.png"/><Relationship Id="rId154" Type="http://schemas.openxmlformats.org/officeDocument/2006/relationships/customXml" Target="../ink/ink745.xml"/><Relationship Id="rId175" Type="http://schemas.openxmlformats.org/officeDocument/2006/relationships/image" Target="../media/image748.png"/><Relationship Id="rId196" Type="http://schemas.openxmlformats.org/officeDocument/2006/relationships/customXml" Target="../ink/ink766.xml"/><Relationship Id="rId200" Type="http://schemas.openxmlformats.org/officeDocument/2006/relationships/customXml" Target="../ink/ink768.xml"/><Relationship Id="rId16" Type="http://schemas.openxmlformats.org/officeDocument/2006/relationships/customXml" Target="../ink/ink676.xml"/><Relationship Id="rId37" Type="http://schemas.openxmlformats.org/officeDocument/2006/relationships/image" Target="../media/image682.png"/><Relationship Id="rId58" Type="http://schemas.openxmlformats.org/officeDocument/2006/relationships/customXml" Target="../ink/ink697.xml"/><Relationship Id="rId79" Type="http://schemas.openxmlformats.org/officeDocument/2006/relationships/image" Target="../media/image700.png"/><Relationship Id="rId102" Type="http://schemas.openxmlformats.org/officeDocument/2006/relationships/customXml" Target="../ink/ink719.xml"/><Relationship Id="rId123" Type="http://schemas.openxmlformats.org/officeDocument/2006/relationships/image" Target="../media/image722.png"/><Relationship Id="rId144" Type="http://schemas.openxmlformats.org/officeDocument/2006/relationships/customXml" Target="../ink/ink740.xml"/><Relationship Id="rId90" Type="http://schemas.openxmlformats.org/officeDocument/2006/relationships/customXml" Target="../ink/ink713.xml"/><Relationship Id="rId165" Type="http://schemas.openxmlformats.org/officeDocument/2006/relationships/image" Target="../media/image743.png"/><Relationship Id="rId186" Type="http://schemas.openxmlformats.org/officeDocument/2006/relationships/customXml" Target="../ink/ink761.xml"/><Relationship Id="rId211" Type="http://schemas.openxmlformats.org/officeDocument/2006/relationships/image" Target="../media/image766.png"/><Relationship Id="rId27" Type="http://schemas.openxmlformats.org/officeDocument/2006/relationships/image" Target="../media/image677.png"/><Relationship Id="rId48" Type="http://schemas.openxmlformats.org/officeDocument/2006/relationships/customXml" Target="../ink/ink692.xml"/><Relationship Id="rId69" Type="http://schemas.openxmlformats.org/officeDocument/2006/relationships/image" Target="../media/image698.png"/><Relationship Id="rId113" Type="http://schemas.openxmlformats.org/officeDocument/2006/relationships/image" Target="../media/image717.png"/><Relationship Id="rId134" Type="http://schemas.openxmlformats.org/officeDocument/2006/relationships/customXml" Target="../ink/ink735.xml"/><Relationship Id="rId80" Type="http://schemas.openxmlformats.org/officeDocument/2006/relationships/customXml" Target="../ink/ink708.xml"/><Relationship Id="rId155" Type="http://schemas.openxmlformats.org/officeDocument/2006/relationships/image" Target="../media/image738.png"/><Relationship Id="rId176" Type="http://schemas.openxmlformats.org/officeDocument/2006/relationships/customXml" Target="../ink/ink756.xml"/><Relationship Id="rId197" Type="http://schemas.openxmlformats.org/officeDocument/2006/relationships/image" Target="../media/image759.png"/><Relationship Id="rId201" Type="http://schemas.openxmlformats.org/officeDocument/2006/relationships/image" Target="../media/image761.png"/><Relationship Id="rId17" Type="http://schemas.openxmlformats.org/officeDocument/2006/relationships/image" Target="../media/image672.png"/><Relationship Id="rId38" Type="http://schemas.openxmlformats.org/officeDocument/2006/relationships/customXml" Target="../ink/ink687.xml"/><Relationship Id="rId59" Type="http://schemas.openxmlformats.org/officeDocument/2006/relationships/image" Target="../media/image693.png"/><Relationship Id="rId103" Type="http://schemas.openxmlformats.org/officeDocument/2006/relationships/image" Target="../media/image712.png"/><Relationship Id="rId124" Type="http://schemas.openxmlformats.org/officeDocument/2006/relationships/customXml" Target="../ink/ink730.xml"/><Relationship Id="rId70" Type="http://schemas.openxmlformats.org/officeDocument/2006/relationships/customXml" Target="../ink/ink703.xml"/><Relationship Id="rId91" Type="http://schemas.openxmlformats.org/officeDocument/2006/relationships/image" Target="../media/image706.png"/><Relationship Id="rId145" Type="http://schemas.openxmlformats.org/officeDocument/2006/relationships/image" Target="../media/image733.png"/><Relationship Id="rId166" Type="http://schemas.openxmlformats.org/officeDocument/2006/relationships/customXml" Target="../ink/ink751.xml"/><Relationship Id="rId187" Type="http://schemas.openxmlformats.org/officeDocument/2006/relationships/image" Target="../media/image754.png"/><Relationship Id="rId1" Type="http://schemas.openxmlformats.org/officeDocument/2006/relationships/slideLayout" Target="../slideLayouts/slideLayout2.xml"/><Relationship Id="rId28" Type="http://schemas.openxmlformats.org/officeDocument/2006/relationships/customXml" Target="../ink/ink682.xml"/><Relationship Id="rId49" Type="http://schemas.openxmlformats.org/officeDocument/2006/relationships/image" Target="../media/image688.png"/><Relationship Id="rId114" Type="http://schemas.openxmlformats.org/officeDocument/2006/relationships/customXml" Target="../ink/ink725.xml"/><Relationship Id="rId60" Type="http://schemas.openxmlformats.org/officeDocument/2006/relationships/customXml" Target="../ink/ink698.xml"/><Relationship Id="rId81" Type="http://schemas.openxmlformats.org/officeDocument/2006/relationships/image" Target="../media/image701.png"/><Relationship Id="rId135" Type="http://schemas.openxmlformats.org/officeDocument/2006/relationships/image" Target="../media/image728.png"/><Relationship Id="rId156" Type="http://schemas.openxmlformats.org/officeDocument/2006/relationships/customXml" Target="../ink/ink746.xml"/><Relationship Id="rId177" Type="http://schemas.openxmlformats.org/officeDocument/2006/relationships/image" Target="../media/image749.png"/><Relationship Id="rId198" Type="http://schemas.openxmlformats.org/officeDocument/2006/relationships/customXml" Target="../ink/ink767.xml"/><Relationship Id="rId202" Type="http://schemas.openxmlformats.org/officeDocument/2006/relationships/customXml" Target="../ink/ink769.xml"/><Relationship Id="rId18" Type="http://schemas.openxmlformats.org/officeDocument/2006/relationships/customXml" Target="../ink/ink677.xml"/><Relationship Id="rId39" Type="http://schemas.openxmlformats.org/officeDocument/2006/relationships/image" Target="../media/image683.png"/><Relationship Id="rId50" Type="http://schemas.openxmlformats.org/officeDocument/2006/relationships/customXml" Target="../ink/ink693.xml"/><Relationship Id="rId104" Type="http://schemas.openxmlformats.org/officeDocument/2006/relationships/customXml" Target="../ink/ink720.xml"/><Relationship Id="rId125" Type="http://schemas.openxmlformats.org/officeDocument/2006/relationships/image" Target="../media/image723.png"/><Relationship Id="rId146" Type="http://schemas.openxmlformats.org/officeDocument/2006/relationships/customXml" Target="../ink/ink741.xml"/><Relationship Id="rId167" Type="http://schemas.openxmlformats.org/officeDocument/2006/relationships/image" Target="../media/image744.png"/><Relationship Id="rId188" Type="http://schemas.openxmlformats.org/officeDocument/2006/relationships/customXml" Target="../ink/ink762.xml"/><Relationship Id="rId71" Type="http://schemas.openxmlformats.org/officeDocument/2006/relationships/image" Target="../media/image409.png"/><Relationship Id="rId92" Type="http://schemas.openxmlformats.org/officeDocument/2006/relationships/customXml" Target="../ink/ink714.xml"/><Relationship Id="rId2" Type="http://schemas.openxmlformats.org/officeDocument/2006/relationships/customXml" Target="../ink/ink669.xml"/><Relationship Id="rId29" Type="http://schemas.openxmlformats.org/officeDocument/2006/relationships/image" Target="../media/image678.png"/><Relationship Id="rId40" Type="http://schemas.openxmlformats.org/officeDocument/2006/relationships/customXml" Target="../ink/ink688.xml"/><Relationship Id="rId115" Type="http://schemas.openxmlformats.org/officeDocument/2006/relationships/image" Target="../media/image718.png"/><Relationship Id="rId136" Type="http://schemas.openxmlformats.org/officeDocument/2006/relationships/customXml" Target="../ink/ink736.xml"/><Relationship Id="rId157" Type="http://schemas.openxmlformats.org/officeDocument/2006/relationships/image" Target="../media/image739.png"/><Relationship Id="rId178" Type="http://schemas.openxmlformats.org/officeDocument/2006/relationships/customXml" Target="../ink/ink757.xml"/></Relationships>
</file>

<file path=ppt/slides/_rels/slide18.xml.rels><?xml version="1.0" encoding="UTF-8" standalone="yes"?>
<Relationships xmlns="http://schemas.openxmlformats.org/package/2006/relationships"><Relationship Id="rId13" Type="http://schemas.openxmlformats.org/officeDocument/2006/relationships/image" Target="../media/image772.png"/><Relationship Id="rId18" Type="http://schemas.openxmlformats.org/officeDocument/2006/relationships/customXml" Target="../ink/ink782.xml"/><Relationship Id="rId26" Type="http://schemas.openxmlformats.org/officeDocument/2006/relationships/customXml" Target="../ink/ink786.xml"/><Relationship Id="rId39" Type="http://schemas.openxmlformats.org/officeDocument/2006/relationships/image" Target="../media/image785.png"/><Relationship Id="rId21" Type="http://schemas.openxmlformats.org/officeDocument/2006/relationships/image" Target="../media/image776.png"/><Relationship Id="rId34" Type="http://schemas.openxmlformats.org/officeDocument/2006/relationships/customXml" Target="../ink/ink790.xml"/><Relationship Id="rId42" Type="http://schemas.openxmlformats.org/officeDocument/2006/relationships/customXml" Target="../ink/ink794.xml"/><Relationship Id="rId47" Type="http://schemas.openxmlformats.org/officeDocument/2006/relationships/image" Target="../media/image789.png"/><Relationship Id="rId7" Type="http://schemas.openxmlformats.org/officeDocument/2006/relationships/image" Target="../media/image769.png"/><Relationship Id="rId2" Type="http://schemas.openxmlformats.org/officeDocument/2006/relationships/customXml" Target="../ink/ink774.xml"/><Relationship Id="rId16" Type="http://schemas.openxmlformats.org/officeDocument/2006/relationships/customXml" Target="../ink/ink781.xml"/><Relationship Id="rId29" Type="http://schemas.openxmlformats.org/officeDocument/2006/relationships/image" Target="../media/image780.png"/><Relationship Id="rId11" Type="http://schemas.openxmlformats.org/officeDocument/2006/relationships/image" Target="../media/image771.png"/><Relationship Id="rId24" Type="http://schemas.openxmlformats.org/officeDocument/2006/relationships/customXml" Target="../ink/ink785.xml"/><Relationship Id="rId32" Type="http://schemas.openxmlformats.org/officeDocument/2006/relationships/customXml" Target="../ink/ink789.xml"/><Relationship Id="rId37" Type="http://schemas.openxmlformats.org/officeDocument/2006/relationships/image" Target="../media/image784.png"/><Relationship Id="rId40" Type="http://schemas.openxmlformats.org/officeDocument/2006/relationships/customXml" Target="../ink/ink793.xml"/><Relationship Id="rId45" Type="http://schemas.openxmlformats.org/officeDocument/2006/relationships/image" Target="../media/image788.png"/><Relationship Id="rId5" Type="http://schemas.openxmlformats.org/officeDocument/2006/relationships/image" Target="../media/image768.png"/><Relationship Id="rId15" Type="http://schemas.openxmlformats.org/officeDocument/2006/relationships/image" Target="../media/image773.png"/><Relationship Id="rId23" Type="http://schemas.openxmlformats.org/officeDocument/2006/relationships/image" Target="../media/image777.png"/><Relationship Id="rId28" Type="http://schemas.openxmlformats.org/officeDocument/2006/relationships/customXml" Target="../ink/ink787.xml"/><Relationship Id="rId36" Type="http://schemas.openxmlformats.org/officeDocument/2006/relationships/customXml" Target="../ink/ink791.xml"/><Relationship Id="rId49" Type="http://schemas.openxmlformats.org/officeDocument/2006/relationships/image" Target="../media/image790.png"/><Relationship Id="rId10" Type="http://schemas.openxmlformats.org/officeDocument/2006/relationships/customXml" Target="../ink/ink778.xml"/><Relationship Id="rId19" Type="http://schemas.openxmlformats.org/officeDocument/2006/relationships/image" Target="../media/image775.png"/><Relationship Id="rId31" Type="http://schemas.openxmlformats.org/officeDocument/2006/relationships/image" Target="../media/image781.png"/><Relationship Id="rId44" Type="http://schemas.openxmlformats.org/officeDocument/2006/relationships/customXml" Target="../ink/ink795.xml"/><Relationship Id="rId4" Type="http://schemas.openxmlformats.org/officeDocument/2006/relationships/customXml" Target="../ink/ink775.xml"/><Relationship Id="rId9" Type="http://schemas.openxmlformats.org/officeDocument/2006/relationships/image" Target="../media/image770.png"/><Relationship Id="rId14" Type="http://schemas.openxmlformats.org/officeDocument/2006/relationships/customXml" Target="../ink/ink780.xml"/><Relationship Id="rId22" Type="http://schemas.openxmlformats.org/officeDocument/2006/relationships/customXml" Target="../ink/ink784.xml"/><Relationship Id="rId27" Type="http://schemas.openxmlformats.org/officeDocument/2006/relationships/image" Target="../media/image779.png"/><Relationship Id="rId30" Type="http://schemas.openxmlformats.org/officeDocument/2006/relationships/customXml" Target="../ink/ink788.xml"/><Relationship Id="rId35" Type="http://schemas.openxmlformats.org/officeDocument/2006/relationships/image" Target="../media/image783.png"/><Relationship Id="rId43" Type="http://schemas.openxmlformats.org/officeDocument/2006/relationships/image" Target="../media/image787.png"/><Relationship Id="rId48" Type="http://schemas.openxmlformats.org/officeDocument/2006/relationships/customXml" Target="../ink/ink797.xml"/><Relationship Id="rId8" Type="http://schemas.openxmlformats.org/officeDocument/2006/relationships/customXml" Target="../ink/ink777.xml"/><Relationship Id="rId3" Type="http://schemas.openxmlformats.org/officeDocument/2006/relationships/image" Target="../media/image767.png"/><Relationship Id="rId12" Type="http://schemas.openxmlformats.org/officeDocument/2006/relationships/customXml" Target="../ink/ink779.xml"/><Relationship Id="rId17" Type="http://schemas.openxmlformats.org/officeDocument/2006/relationships/image" Target="../media/image774.png"/><Relationship Id="rId25" Type="http://schemas.openxmlformats.org/officeDocument/2006/relationships/image" Target="../media/image778.png"/><Relationship Id="rId33" Type="http://schemas.openxmlformats.org/officeDocument/2006/relationships/image" Target="../media/image782.png"/><Relationship Id="rId38" Type="http://schemas.openxmlformats.org/officeDocument/2006/relationships/customXml" Target="../ink/ink792.xml"/><Relationship Id="rId46" Type="http://schemas.openxmlformats.org/officeDocument/2006/relationships/customXml" Target="../ink/ink796.xml"/><Relationship Id="rId20" Type="http://schemas.openxmlformats.org/officeDocument/2006/relationships/customXml" Target="../ink/ink783.xml"/><Relationship Id="rId41" Type="http://schemas.openxmlformats.org/officeDocument/2006/relationships/image" Target="../media/image786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776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6" Type="http://schemas.openxmlformats.org/officeDocument/2006/relationships/customXml" Target="../ink/ink810.xml"/><Relationship Id="rId21" Type="http://schemas.openxmlformats.org/officeDocument/2006/relationships/image" Target="../media/image800.png"/><Relationship Id="rId42" Type="http://schemas.openxmlformats.org/officeDocument/2006/relationships/customXml" Target="../ink/ink818.xml"/><Relationship Id="rId47" Type="http://schemas.openxmlformats.org/officeDocument/2006/relationships/image" Target="../media/image813.png"/><Relationship Id="rId63" Type="http://schemas.openxmlformats.org/officeDocument/2006/relationships/customXml" Target="../ink/ink829.xml"/><Relationship Id="rId68" Type="http://schemas.openxmlformats.org/officeDocument/2006/relationships/image" Target="../media/image822.png"/><Relationship Id="rId84" Type="http://schemas.openxmlformats.org/officeDocument/2006/relationships/image" Target="../media/image830.png"/><Relationship Id="rId16" Type="http://schemas.openxmlformats.org/officeDocument/2006/relationships/customXml" Target="../ink/ink805.xml"/><Relationship Id="rId11" Type="http://schemas.openxmlformats.org/officeDocument/2006/relationships/image" Target="../media/image795.png"/><Relationship Id="rId32" Type="http://schemas.openxmlformats.org/officeDocument/2006/relationships/customXml" Target="../ink/ink813.xml"/><Relationship Id="rId37" Type="http://schemas.openxmlformats.org/officeDocument/2006/relationships/image" Target="../media/image808.png"/><Relationship Id="rId53" Type="http://schemas.openxmlformats.org/officeDocument/2006/relationships/image" Target="../media/image816.png"/><Relationship Id="rId58" Type="http://schemas.openxmlformats.org/officeDocument/2006/relationships/customXml" Target="../ink/ink826.xml"/><Relationship Id="rId74" Type="http://schemas.openxmlformats.org/officeDocument/2006/relationships/image" Target="../media/image825.png"/><Relationship Id="rId79" Type="http://schemas.openxmlformats.org/officeDocument/2006/relationships/customXml" Target="../ink/ink837.xml"/><Relationship Id="rId5" Type="http://schemas.openxmlformats.org/officeDocument/2006/relationships/image" Target="../media/image792.png"/><Relationship Id="rId61" Type="http://schemas.openxmlformats.org/officeDocument/2006/relationships/customXml" Target="../ink/ink828.xml"/><Relationship Id="rId82" Type="http://schemas.openxmlformats.org/officeDocument/2006/relationships/image" Target="../media/image829.png"/><Relationship Id="rId19" Type="http://schemas.openxmlformats.org/officeDocument/2006/relationships/image" Target="../media/image799.png"/><Relationship Id="rId14" Type="http://schemas.openxmlformats.org/officeDocument/2006/relationships/customXml" Target="../ink/ink804.xml"/><Relationship Id="rId22" Type="http://schemas.openxmlformats.org/officeDocument/2006/relationships/customXml" Target="../ink/ink808.xml"/><Relationship Id="rId27" Type="http://schemas.openxmlformats.org/officeDocument/2006/relationships/image" Target="../media/image803.png"/><Relationship Id="rId30" Type="http://schemas.openxmlformats.org/officeDocument/2006/relationships/customXml" Target="../ink/ink812.xml"/><Relationship Id="rId35" Type="http://schemas.openxmlformats.org/officeDocument/2006/relationships/image" Target="../media/image807.png"/><Relationship Id="rId43" Type="http://schemas.openxmlformats.org/officeDocument/2006/relationships/image" Target="../media/image811.png"/><Relationship Id="rId48" Type="http://schemas.openxmlformats.org/officeDocument/2006/relationships/customXml" Target="../ink/ink821.xml"/><Relationship Id="rId56" Type="http://schemas.openxmlformats.org/officeDocument/2006/relationships/customXml" Target="../ink/ink825.xml"/><Relationship Id="rId64" Type="http://schemas.openxmlformats.org/officeDocument/2006/relationships/image" Target="../media/image820.png"/><Relationship Id="rId69" Type="http://schemas.openxmlformats.org/officeDocument/2006/relationships/customXml" Target="../ink/ink832.xml"/><Relationship Id="rId77" Type="http://schemas.openxmlformats.org/officeDocument/2006/relationships/customXml" Target="../ink/ink836.xml"/><Relationship Id="rId8" Type="http://schemas.openxmlformats.org/officeDocument/2006/relationships/customXml" Target="../ink/ink801.xml"/><Relationship Id="rId51" Type="http://schemas.openxmlformats.org/officeDocument/2006/relationships/image" Target="../media/image815.png"/><Relationship Id="rId72" Type="http://schemas.openxmlformats.org/officeDocument/2006/relationships/image" Target="../media/image824.png"/><Relationship Id="rId80" Type="http://schemas.openxmlformats.org/officeDocument/2006/relationships/image" Target="../media/image828.png"/><Relationship Id="rId3" Type="http://schemas.openxmlformats.org/officeDocument/2006/relationships/image" Target="../media/image791.png"/><Relationship Id="rId12" Type="http://schemas.openxmlformats.org/officeDocument/2006/relationships/customXml" Target="../ink/ink803.xml"/><Relationship Id="rId17" Type="http://schemas.openxmlformats.org/officeDocument/2006/relationships/image" Target="../media/image798.png"/><Relationship Id="rId25" Type="http://schemas.openxmlformats.org/officeDocument/2006/relationships/image" Target="../media/image802.png"/><Relationship Id="rId33" Type="http://schemas.openxmlformats.org/officeDocument/2006/relationships/image" Target="../media/image806.png"/><Relationship Id="rId38" Type="http://schemas.openxmlformats.org/officeDocument/2006/relationships/customXml" Target="../ink/ink816.xml"/><Relationship Id="rId46" Type="http://schemas.openxmlformats.org/officeDocument/2006/relationships/customXml" Target="../ink/ink820.xml"/><Relationship Id="rId59" Type="http://schemas.openxmlformats.org/officeDocument/2006/relationships/customXml" Target="../ink/ink827.xml"/><Relationship Id="rId67" Type="http://schemas.openxmlformats.org/officeDocument/2006/relationships/customXml" Target="../ink/ink831.xml"/><Relationship Id="rId20" Type="http://schemas.openxmlformats.org/officeDocument/2006/relationships/customXml" Target="../ink/ink807.xml"/><Relationship Id="rId41" Type="http://schemas.openxmlformats.org/officeDocument/2006/relationships/image" Target="../media/image810.png"/><Relationship Id="rId54" Type="http://schemas.openxmlformats.org/officeDocument/2006/relationships/customXml" Target="../ink/ink824.xml"/><Relationship Id="rId62" Type="http://schemas.openxmlformats.org/officeDocument/2006/relationships/image" Target="../media/image819.png"/><Relationship Id="rId70" Type="http://schemas.openxmlformats.org/officeDocument/2006/relationships/image" Target="../media/image823.png"/><Relationship Id="rId75" Type="http://schemas.openxmlformats.org/officeDocument/2006/relationships/customXml" Target="../ink/ink835.xml"/><Relationship Id="rId83" Type="http://schemas.openxmlformats.org/officeDocument/2006/relationships/customXml" Target="../ink/ink839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800.xml"/><Relationship Id="rId15" Type="http://schemas.openxmlformats.org/officeDocument/2006/relationships/image" Target="../media/image797.png"/><Relationship Id="rId23" Type="http://schemas.openxmlformats.org/officeDocument/2006/relationships/image" Target="../media/image801.png"/><Relationship Id="rId28" Type="http://schemas.openxmlformats.org/officeDocument/2006/relationships/customXml" Target="../ink/ink811.xml"/><Relationship Id="rId36" Type="http://schemas.openxmlformats.org/officeDocument/2006/relationships/customXml" Target="../ink/ink815.xml"/><Relationship Id="rId49" Type="http://schemas.openxmlformats.org/officeDocument/2006/relationships/image" Target="../media/image814.png"/><Relationship Id="rId57" Type="http://schemas.openxmlformats.org/officeDocument/2006/relationships/image" Target="../media/image409.png"/><Relationship Id="rId10" Type="http://schemas.openxmlformats.org/officeDocument/2006/relationships/customXml" Target="../ink/ink802.xml"/><Relationship Id="rId31" Type="http://schemas.openxmlformats.org/officeDocument/2006/relationships/image" Target="../media/image805.png"/><Relationship Id="rId44" Type="http://schemas.openxmlformats.org/officeDocument/2006/relationships/customXml" Target="../ink/ink819.xml"/><Relationship Id="rId52" Type="http://schemas.openxmlformats.org/officeDocument/2006/relationships/customXml" Target="../ink/ink823.xml"/><Relationship Id="rId60" Type="http://schemas.openxmlformats.org/officeDocument/2006/relationships/image" Target="../media/image818.png"/><Relationship Id="rId65" Type="http://schemas.openxmlformats.org/officeDocument/2006/relationships/customXml" Target="../ink/ink830.xml"/><Relationship Id="rId73" Type="http://schemas.openxmlformats.org/officeDocument/2006/relationships/customXml" Target="../ink/ink834.xml"/><Relationship Id="rId78" Type="http://schemas.openxmlformats.org/officeDocument/2006/relationships/image" Target="../media/image827.png"/><Relationship Id="rId81" Type="http://schemas.openxmlformats.org/officeDocument/2006/relationships/customXml" Target="../ink/ink838.xml"/><Relationship Id="rId4" Type="http://schemas.openxmlformats.org/officeDocument/2006/relationships/customXml" Target="../ink/ink799.xml"/><Relationship Id="rId9" Type="http://schemas.openxmlformats.org/officeDocument/2006/relationships/image" Target="../media/image794.png"/><Relationship Id="rId13" Type="http://schemas.openxmlformats.org/officeDocument/2006/relationships/image" Target="../media/image796.png"/><Relationship Id="rId18" Type="http://schemas.openxmlformats.org/officeDocument/2006/relationships/customXml" Target="../ink/ink806.xml"/><Relationship Id="rId39" Type="http://schemas.openxmlformats.org/officeDocument/2006/relationships/image" Target="../media/image809.png"/><Relationship Id="rId34" Type="http://schemas.openxmlformats.org/officeDocument/2006/relationships/customXml" Target="../ink/ink814.xml"/><Relationship Id="rId50" Type="http://schemas.openxmlformats.org/officeDocument/2006/relationships/customXml" Target="../ink/ink822.xml"/><Relationship Id="rId55" Type="http://schemas.openxmlformats.org/officeDocument/2006/relationships/image" Target="../media/image817.png"/><Relationship Id="rId76" Type="http://schemas.openxmlformats.org/officeDocument/2006/relationships/image" Target="../media/image826.png"/><Relationship Id="rId7" Type="http://schemas.openxmlformats.org/officeDocument/2006/relationships/image" Target="../media/image793.png"/><Relationship Id="rId71" Type="http://schemas.openxmlformats.org/officeDocument/2006/relationships/customXml" Target="../ink/ink833.xml"/><Relationship Id="rId2" Type="http://schemas.openxmlformats.org/officeDocument/2006/relationships/customXml" Target="../ink/ink798.xml"/><Relationship Id="rId29" Type="http://schemas.openxmlformats.org/officeDocument/2006/relationships/image" Target="../media/image804.png"/><Relationship Id="rId24" Type="http://schemas.openxmlformats.org/officeDocument/2006/relationships/customXml" Target="../ink/ink809.xml"/><Relationship Id="rId40" Type="http://schemas.openxmlformats.org/officeDocument/2006/relationships/customXml" Target="../ink/ink817.xml"/><Relationship Id="rId45" Type="http://schemas.openxmlformats.org/officeDocument/2006/relationships/image" Target="../media/image812.png"/><Relationship Id="rId66" Type="http://schemas.openxmlformats.org/officeDocument/2006/relationships/image" Target="../media/image821.png"/></Relationships>
</file>

<file path=ppt/slides/_rels/slide22.xml.rels><?xml version="1.0" encoding="UTF-8" standalone="yes"?>
<Relationships xmlns="http://schemas.openxmlformats.org/package/2006/relationships"><Relationship Id="rId26" Type="http://schemas.openxmlformats.org/officeDocument/2006/relationships/customXml" Target="../ink/ink852.xml"/><Relationship Id="rId21" Type="http://schemas.openxmlformats.org/officeDocument/2006/relationships/image" Target="../media/image840.png"/><Relationship Id="rId42" Type="http://schemas.openxmlformats.org/officeDocument/2006/relationships/customXml" Target="../ink/ink860.xml"/><Relationship Id="rId47" Type="http://schemas.openxmlformats.org/officeDocument/2006/relationships/image" Target="../media/image853.png"/><Relationship Id="rId63" Type="http://schemas.openxmlformats.org/officeDocument/2006/relationships/image" Target="../media/image861.png"/><Relationship Id="rId68" Type="http://schemas.openxmlformats.org/officeDocument/2006/relationships/customXml" Target="../ink/ink873.xml"/><Relationship Id="rId84" Type="http://schemas.openxmlformats.org/officeDocument/2006/relationships/customXml" Target="../ink/ink881.xml"/><Relationship Id="rId89" Type="http://schemas.openxmlformats.org/officeDocument/2006/relationships/image" Target="../media/image874.png"/><Relationship Id="rId16" Type="http://schemas.openxmlformats.org/officeDocument/2006/relationships/customXml" Target="../ink/ink847.xml"/><Relationship Id="rId107" Type="http://schemas.openxmlformats.org/officeDocument/2006/relationships/image" Target="../media/image883.png"/><Relationship Id="rId11" Type="http://schemas.openxmlformats.org/officeDocument/2006/relationships/image" Target="../media/image835.png"/><Relationship Id="rId32" Type="http://schemas.openxmlformats.org/officeDocument/2006/relationships/customXml" Target="../ink/ink855.xml"/><Relationship Id="rId37" Type="http://schemas.openxmlformats.org/officeDocument/2006/relationships/image" Target="../media/image848.png"/><Relationship Id="rId53" Type="http://schemas.openxmlformats.org/officeDocument/2006/relationships/image" Target="../media/image856.png"/><Relationship Id="rId58" Type="http://schemas.openxmlformats.org/officeDocument/2006/relationships/customXml" Target="../ink/ink868.xml"/><Relationship Id="rId74" Type="http://schemas.openxmlformats.org/officeDocument/2006/relationships/customXml" Target="../ink/ink876.xml"/><Relationship Id="rId79" Type="http://schemas.openxmlformats.org/officeDocument/2006/relationships/image" Target="../media/image869.png"/><Relationship Id="rId102" Type="http://schemas.openxmlformats.org/officeDocument/2006/relationships/customXml" Target="../ink/ink890.xml"/><Relationship Id="rId5" Type="http://schemas.openxmlformats.org/officeDocument/2006/relationships/image" Target="../media/image832.png"/><Relationship Id="rId90" Type="http://schemas.openxmlformats.org/officeDocument/2006/relationships/customXml" Target="../ink/ink884.xml"/><Relationship Id="rId95" Type="http://schemas.openxmlformats.org/officeDocument/2006/relationships/image" Target="../media/image877.png"/><Relationship Id="rId22" Type="http://schemas.openxmlformats.org/officeDocument/2006/relationships/customXml" Target="../ink/ink850.xml"/><Relationship Id="rId27" Type="http://schemas.openxmlformats.org/officeDocument/2006/relationships/image" Target="../media/image843.png"/><Relationship Id="rId43" Type="http://schemas.openxmlformats.org/officeDocument/2006/relationships/image" Target="../media/image851.png"/><Relationship Id="rId48" Type="http://schemas.openxmlformats.org/officeDocument/2006/relationships/customXml" Target="../ink/ink863.xml"/><Relationship Id="rId64" Type="http://schemas.openxmlformats.org/officeDocument/2006/relationships/customXml" Target="../ink/ink871.xml"/><Relationship Id="rId69" Type="http://schemas.openxmlformats.org/officeDocument/2006/relationships/image" Target="../media/image864.png"/><Relationship Id="rId80" Type="http://schemas.openxmlformats.org/officeDocument/2006/relationships/customXml" Target="../ink/ink879.xml"/><Relationship Id="rId85" Type="http://schemas.openxmlformats.org/officeDocument/2006/relationships/image" Target="../media/image872.png"/><Relationship Id="rId12" Type="http://schemas.openxmlformats.org/officeDocument/2006/relationships/customXml" Target="../ink/ink845.xml"/><Relationship Id="rId17" Type="http://schemas.openxmlformats.org/officeDocument/2006/relationships/image" Target="../media/image838.png"/><Relationship Id="rId33" Type="http://schemas.openxmlformats.org/officeDocument/2006/relationships/image" Target="../media/image846.png"/><Relationship Id="rId38" Type="http://schemas.openxmlformats.org/officeDocument/2006/relationships/customXml" Target="../ink/ink858.xml"/><Relationship Id="rId59" Type="http://schemas.openxmlformats.org/officeDocument/2006/relationships/image" Target="../media/image859.png"/><Relationship Id="rId103" Type="http://schemas.openxmlformats.org/officeDocument/2006/relationships/image" Target="../media/image881.png"/><Relationship Id="rId108" Type="http://schemas.openxmlformats.org/officeDocument/2006/relationships/customXml" Target="../ink/ink893.xml"/><Relationship Id="rId54" Type="http://schemas.openxmlformats.org/officeDocument/2006/relationships/customXml" Target="../ink/ink866.xml"/><Relationship Id="rId70" Type="http://schemas.openxmlformats.org/officeDocument/2006/relationships/customXml" Target="../ink/ink874.xml"/><Relationship Id="rId75" Type="http://schemas.openxmlformats.org/officeDocument/2006/relationships/image" Target="../media/image867.png"/><Relationship Id="rId91" Type="http://schemas.openxmlformats.org/officeDocument/2006/relationships/image" Target="../media/image875.png"/><Relationship Id="rId96" Type="http://schemas.openxmlformats.org/officeDocument/2006/relationships/customXml" Target="../ink/ink887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842.xml"/><Relationship Id="rId15" Type="http://schemas.openxmlformats.org/officeDocument/2006/relationships/image" Target="../media/image837.png"/><Relationship Id="rId23" Type="http://schemas.openxmlformats.org/officeDocument/2006/relationships/image" Target="../media/image841.png"/><Relationship Id="rId28" Type="http://schemas.openxmlformats.org/officeDocument/2006/relationships/customXml" Target="../ink/ink853.xml"/><Relationship Id="rId36" Type="http://schemas.openxmlformats.org/officeDocument/2006/relationships/customXml" Target="../ink/ink857.xml"/><Relationship Id="rId49" Type="http://schemas.openxmlformats.org/officeDocument/2006/relationships/image" Target="../media/image854.png"/><Relationship Id="rId57" Type="http://schemas.openxmlformats.org/officeDocument/2006/relationships/image" Target="../media/image858.png"/><Relationship Id="rId106" Type="http://schemas.openxmlformats.org/officeDocument/2006/relationships/customXml" Target="../ink/ink892.xml"/><Relationship Id="rId10" Type="http://schemas.openxmlformats.org/officeDocument/2006/relationships/customXml" Target="../ink/ink844.xml"/><Relationship Id="rId31" Type="http://schemas.openxmlformats.org/officeDocument/2006/relationships/image" Target="../media/image845.png"/><Relationship Id="rId44" Type="http://schemas.openxmlformats.org/officeDocument/2006/relationships/customXml" Target="../ink/ink861.xml"/><Relationship Id="rId52" Type="http://schemas.openxmlformats.org/officeDocument/2006/relationships/customXml" Target="../ink/ink865.xml"/><Relationship Id="rId60" Type="http://schemas.openxmlformats.org/officeDocument/2006/relationships/customXml" Target="../ink/ink869.xml"/><Relationship Id="rId65" Type="http://schemas.openxmlformats.org/officeDocument/2006/relationships/image" Target="../media/image862.png"/><Relationship Id="rId73" Type="http://schemas.openxmlformats.org/officeDocument/2006/relationships/image" Target="../media/image866.png"/><Relationship Id="rId78" Type="http://schemas.openxmlformats.org/officeDocument/2006/relationships/customXml" Target="../ink/ink878.xml"/><Relationship Id="rId81" Type="http://schemas.openxmlformats.org/officeDocument/2006/relationships/image" Target="../media/image870.png"/><Relationship Id="rId86" Type="http://schemas.openxmlformats.org/officeDocument/2006/relationships/customXml" Target="../ink/ink882.xml"/><Relationship Id="rId94" Type="http://schemas.openxmlformats.org/officeDocument/2006/relationships/customXml" Target="../ink/ink886.xml"/><Relationship Id="rId99" Type="http://schemas.openxmlformats.org/officeDocument/2006/relationships/image" Target="../media/image879.png"/><Relationship Id="rId101" Type="http://schemas.openxmlformats.org/officeDocument/2006/relationships/image" Target="../media/image880.png"/><Relationship Id="rId4" Type="http://schemas.openxmlformats.org/officeDocument/2006/relationships/customXml" Target="../ink/ink841.xml"/><Relationship Id="rId9" Type="http://schemas.openxmlformats.org/officeDocument/2006/relationships/image" Target="../media/image834.png"/><Relationship Id="rId13" Type="http://schemas.openxmlformats.org/officeDocument/2006/relationships/image" Target="../media/image836.png"/><Relationship Id="rId18" Type="http://schemas.openxmlformats.org/officeDocument/2006/relationships/customXml" Target="../ink/ink848.xml"/><Relationship Id="rId39" Type="http://schemas.openxmlformats.org/officeDocument/2006/relationships/image" Target="../media/image849.png"/><Relationship Id="rId109" Type="http://schemas.openxmlformats.org/officeDocument/2006/relationships/image" Target="../media/image884.png"/><Relationship Id="rId34" Type="http://schemas.openxmlformats.org/officeDocument/2006/relationships/customXml" Target="../ink/ink856.xml"/><Relationship Id="rId50" Type="http://schemas.openxmlformats.org/officeDocument/2006/relationships/customXml" Target="../ink/ink864.xml"/><Relationship Id="rId55" Type="http://schemas.openxmlformats.org/officeDocument/2006/relationships/image" Target="../media/image857.png"/><Relationship Id="rId76" Type="http://schemas.openxmlformats.org/officeDocument/2006/relationships/customXml" Target="../ink/ink877.xml"/><Relationship Id="rId97" Type="http://schemas.openxmlformats.org/officeDocument/2006/relationships/image" Target="../media/image878.png"/><Relationship Id="rId104" Type="http://schemas.openxmlformats.org/officeDocument/2006/relationships/customXml" Target="../ink/ink891.xml"/><Relationship Id="rId7" Type="http://schemas.openxmlformats.org/officeDocument/2006/relationships/image" Target="../media/image833.png"/><Relationship Id="rId71" Type="http://schemas.openxmlformats.org/officeDocument/2006/relationships/image" Target="../media/image865.png"/><Relationship Id="rId92" Type="http://schemas.openxmlformats.org/officeDocument/2006/relationships/customXml" Target="../ink/ink885.xml"/><Relationship Id="rId2" Type="http://schemas.openxmlformats.org/officeDocument/2006/relationships/customXml" Target="../ink/ink840.xml"/><Relationship Id="rId29" Type="http://schemas.openxmlformats.org/officeDocument/2006/relationships/image" Target="../media/image844.png"/><Relationship Id="rId24" Type="http://schemas.openxmlformats.org/officeDocument/2006/relationships/customXml" Target="../ink/ink851.xml"/><Relationship Id="rId40" Type="http://schemas.openxmlformats.org/officeDocument/2006/relationships/customXml" Target="../ink/ink859.xml"/><Relationship Id="rId45" Type="http://schemas.openxmlformats.org/officeDocument/2006/relationships/image" Target="../media/image852.png"/><Relationship Id="rId66" Type="http://schemas.openxmlformats.org/officeDocument/2006/relationships/customXml" Target="../ink/ink872.xml"/><Relationship Id="rId87" Type="http://schemas.openxmlformats.org/officeDocument/2006/relationships/image" Target="../media/image873.png"/><Relationship Id="rId110" Type="http://schemas.openxmlformats.org/officeDocument/2006/relationships/customXml" Target="../ink/ink894.xml"/><Relationship Id="rId61" Type="http://schemas.openxmlformats.org/officeDocument/2006/relationships/image" Target="../media/image860.png"/><Relationship Id="rId82" Type="http://schemas.openxmlformats.org/officeDocument/2006/relationships/customXml" Target="../ink/ink880.xml"/><Relationship Id="rId19" Type="http://schemas.openxmlformats.org/officeDocument/2006/relationships/image" Target="../media/image839.png"/><Relationship Id="rId14" Type="http://schemas.openxmlformats.org/officeDocument/2006/relationships/customXml" Target="../ink/ink846.xml"/><Relationship Id="rId30" Type="http://schemas.openxmlformats.org/officeDocument/2006/relationships/customXml" Target="../ink/ink854.xml"/><Relationship Id="rId35" Type="http://schemas.openxmlformats.org/officeDocument/2006/relationships/image" Target="../media/image847.png"/><Relationship Id="rId56" Type="http://schemas.openxmlformats.org/officeDocument/2006/relationships/customXml" Target="../ink/ink867.xml"/><Relationship Id="rId77" Type="http://schemas.openxmlformats.org/officeDocument/2006/relationships/image" Target="../media/image868.png"/><Relationship Id="rId100" Type="http://schemas.openxmlformats.org/officeDocument/2006/relationships/customXml" Target="../ink/ink889.xml"/><Relationship Id="rId105" Type="http://schemas.openxmlformats.org/officeDocument/2006/relationships/image" Target="../media/image882.png"/><Relationship Id="rId8" Type="http://schemas.openxmlformats.org/officeDocument/2006/relationships/customXml" Target="../ink/ink843.xml"/><Relationship Id="rId51" Type="http://schemas.openxmlformats.org/officeDocument/2006/relationships/image" Target="../media/image855.png"/><Relationship Id="rId72" Type="http://schemas.openxmlformats.org/officeDocument/2006/relationships/customXml" Target="../ink/ink875.xml"/><Relationship Id="rId93" Type="http://schemas.openxmlformats.org/officeDocument/2006/relationships/image" Target="../media/image876.png"/><Relationship Id="rId98" Type="http://schemas.openxmlformats.org/officeDocument/2006/relationships/customXml" Target="../ink/ink888.xml"/><Relationship Id="rId3" Type="http://schemas.openxmlformats.org/officeDocument/2006/relationships/image" Target="../media/image831.png"/><Relationship Id="rId25" Type="http://schemas.openxmlformats.org/officeDocument/2006/relationships/image" Target="../media/image842.png"/><Relationship Id="rId46" Type="http://schemas.openxmlformats.org/officeDocument/2006/relationships/customXml" Target="../ink/ink862.xml"/><Relationship Id="rId67" Type="http://schemas.openxmlformats.org/officeDocument/2006/relationships/image" Target="../media/image863.png"/><Relationship Id="rId20" Type="http://schemas.openxmlformats.org/officeDocument/2006/relationships/customXml" Target="../ink/ink849.xml"/><Relationship Id="rId41" Type="http://schemas.openxmlformats.org/officeDocument/2006/relationships/image" Target="../media/image850.png"/><Relationship Id="rId62" Type="http://schemas.openxmlformats.org/officeDocument/2006/relationships/customXml" Target="../ink/ink870.xml"/><Relationship Id="rId83" Type="http://schemas.openxmlformats.org/officeDocument/2006/relationships/image" Target="../media/image871.png"/><Relationship Id="rId88" Type="http://schemas.openxmlformats.org/officeDocument/2006/relationships/customXml" Target="../ink/ink883.xml"/><Relationship Id="rId111" Type="http://schemas.openxmlformats.org/officeDocument/2006/relationships/image" Target="../media/image885.png"/></Relationships>
</file>

<file path=ppt/slides/_rels/slide23.xml.rels><?xml version="1.0" encoding="UTF-8" standalone="yes"?>
<Relationships xmlns="http://schemas.openxmlformats.org/package/2006/relationships"><Relationship Id="rId26" Type="http://schemas.openxmlformats.org/officeDocument/2006/relationships/customXml" Target="../ink/ink907.xml"/><Relationship Id="rId117" Type="http://schemas.openxmlformats.org/officeDocument/2006/relationships/image" Target="../media/image943.png"/><Relationship Id="rId21" Type="http://schemas.openxmlformats.org/officeDocument/2006/relationships/image" Target="../media/image895.png"/><Relationship Id="rId42" Type="http://schemas.openxmlformats.org/officeDocument/2006/relationships/customXml" Target="../ink/ink915.xml"/><Relationship Id="rId47" Type="http://schemas.openxmlformats.org/officeDocument/2006/relationships/image" Target="../media/image908.png"/><Relationship Id="rId63" Type="http://schemas.openxmlformats.org/officeDocument/2006/relationships/image" Target="../media/image916.png"/><Relationship Id="rId68" Type="http://schemas.openxmlformats.org/officeDocument/2006/relationships/customXml" Target="../ink/ink928.xml"/><Relationship Id="rId84" Type="http://schemas.openxmlformats.org/officeDocument/2006/relationships/customXml" Target="../ink/ink936.xml"/><Relationship Id="rId89" Type="http://schemas.openxmlformats.org/officeDocument/2006/relationships/image" Target="../media/image929.png"/><Relationship Id="rId112" Type="http://schemas.openxmlformats.org/officeDocument/2006/relationships/customXml" Target="../ink/ink950.xml"/><Relationship Id="rId16" Type="http://schemas.openxmlformats.org/officeDocument/2006/relationships/customXml" Target="../ink/ink902.xml"/><Relationship Id="rId107" Type="http://schemas.openxmlformats.org/officeDocument/2006/relationships/image" Target="../media/image938.png"/><Relationship Id="rId11" Type="http://schemas.openxmlformats.org/officeDocument/2006/relationships/image" Target="../media/image890.png"/><Relationship Id="rId32" Type="http://schemas.openxmlformats.org/officeDocument/2006/relationships/customXml" Target="../ink/ink910.xml"/><Relationship Id="rId37" Type="http://schemas.openxmlformats.org/officeDocument/2006/relationships/image" Target="../media/image903.png"/><Relationship Id="rId53" Type="http://schemas.openxmlformats.org/officeDocument/2006/relationships/image" Target="../media/image911.png"/><Relationship Id="rId58" Type="http://schemas.openxmlformats.org/officeDocument/2006/relationships/customXml" Target="../ink/ink923.xml"/><Relationship Id="rId74" Type="http://schemas.openxmlformats.org/officeDocument/2006/relationships/customXml" Target="../ink/ink931.xml"/><Relationship Id="rId79" Type="http://schemas.openxmlformats.org/officeDocument/2006/relationships/image" Target="../media/image924.png"/><Relationship Id="rId102" Type="http://schemas.openxmlformats.org/officeDocument/2006/relationships/customXml" Target="../ink/ink945.xml"/><Relationship Id="rId123" Type="http://schemas.openxmlformats.org/officeDocument/2006/relationships/image" Target="../media/image946.png"/><Relationship Id="rId5" Type="http://schemas.openxmlformats.org/officeDocument/2006/relationships/image" Target="../media/image887.png"/><Relationship Id="rId90" Type="http://schemas.openxmlformats.org/officeDocument/2006/relationships/customXml" Target="../ink/ink939.xml"/><Relationship Id="rId95" Type="http://schemas.openxmlformats.org/officeDocument/2006/relationships/image" Target="../media/image932.png"/><Relationship Id="rId22" Type="http://schemas.openxmlformats.org/officeDocument/2006/relationships/customXml" Target="../ink/ink905.xml"/><Relationship Id="rId27" Type="http://schemas.openxmlformats.org/officeDocument/2006/relationships/image" Target="../media/image898.png"/><Relationship Id="rId43" Type="http://schemas.openxmlformats.org/officeDocument/2006/relationships/image" Target="../media/image906.png"/><Relationship Id="rId48" Type="http://schemas.openxmlformats.org/officeDocument/2006/relationships/customXml" Target="../ink/ink918.xml"/><Relationship Id="rId64" Type="http://schemas.openxmlformats.org/officeDocument/2006/relationships/customXml" Target="../ink/ink926.xml"/><Relationship Id="rId69" Type="http://schemas.openxmlformats.org/officeDocument/2006/relationships/image" Target="../media/image919.png"/><Relationship Id="rId113" Type="http://schemas.openxmlformats.org/officeDocument/2006/relationships/image" Target="../media/image941.png"/><Relationship Id="rId118" Type="http://schemas.openxmlformats.org/officeDocument/2006/relationships/customXml" Target="../ink/ink953.xml"/><Relationship Id="rId80" Type="http://schemas.openxmlformats.org/officeDocument/2006/relationships/customXml" Target="../ink/ink934.xml"/><Relationship Id="rId85" Type="http://schemas.openxmlformats.org/officeDocument/2006/relationships/image" Target="../media/image927.png"/><Relationship Id="rId12" Type="http://schemas.openxmlformats.org/officeDocument/2006/relationships/customXml" Target="../ink/ink900.xml"/><Relationship Id="rId17" Type="http://schemas.openxmlformats.org/officeDocument/2006/relationships/image" Target="../media/image893.png"/><Relationship Id="rId33" Type="http://schemas.openxmlformats.org/officeDocument/2006/relationships/image" Target="../media/image901.png"/><Relationship Id="rId38" Type="http://schemas.openxmlformats.org/officeDocument/2006/relationships/customXml" Target="../ink/ink913.xml"/><Relationship Id="rId59" Type="http://schemas.openxmlformats.org/officeDocument/2006/relationships/image" Target="../media/image914.png"/><Relationship Id="rId103" Type="http://schemas.openxmlformats.org/officeDocument/2006/relationships/image" Target="../media/image936.png"/><Relationship Id="rId108" Type="http://schemas.openxmlformats.org/officeDocument/2006/relationships/customXml" Target="../ink/ink948.xml"/><Relationship Id="rId54" Type="http://schemas.openxmlformats.org/officeDocument/2006/relationships/customXml" Target="../ink/ink921.xml"/><Relationship Id="rId70" Type="http://schemas.openxmlformats.org/officeDocument/2006/relationships/customXml" Target="../ink/ink929.xml"/><Relationship Id="rId75" Type="http://schemas.openxmlformats.org/officeDocument/2006/relationships/image" Target="../media/image922.png"/><Relationship Id="rId91" Type="http://schemas.openxmlformats.org/officeDocument/2006/relationships/image" Target="../media/image930.png"/><Relationship Id="rId96" Type="http://schemas.openxmlformats.org/officeDocument/2006/relationships/customXml" Target="../ink/ink942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897.xml"/><Relationship Id="rId23" Type="http://schemas.openxmlformats.org/officeDocument/2006/relationships/image" Target="../media/image896.png"/><Relationship Id="rId28" Type="http://schemas.openxmlformats.org/officeDocument/2006/relationships/customXml" Target="../ink/ink908.xml"/><Relationship Id="rId49" Type="http://schemas.openxmlformats.org/officeDocument/2006/relationships/image" Target="../media/image909.png"/><Relationship Id="rId114" Type="http://schemas.openxmlformats.org/officeDocument/2006/relationships/customXml" Target="../ink/ink951.xml"/><Relationship Id="rId119" Type="http://schemas.openxmlformats.org/officeDocument/2006/relationships/image" Target="../media/image944.png"/><Relationship Id="rId44" Type="http://schemas.openxmlformats.org/officeDocument/2006/relationships/customXml" Target="../ink/ink916.xml"/><Relationship Id="rId60" Type="http://schemas.openxmlformats.org/officeDocument/2006/relationships/customXml" Target="../ink/ink924.xml"/><Relationship Id="rId65" Type="http://schemas.openxmlformats.org/officeDocument/2006/relationships/image" Target="../media/image917.png"/><Relationship Id="rId81" Type="http://schemas.openxmlformats.org/officeDocument/2006/relationships/image" Target="../media/image925.png"/><Relationship Id="rId86" Type="http://schemas.openxmlformats.org/officeDocument/2006/relationships/customXml" Target="../ink/ink937.xml"/><Relationship Id="rId4" Type="http://schemas.openxmlformats.org/officeDocument/2006/relationships/customXml" Target="../ink/ink896.xml"/><Relationship Id="rId9" Type="http://schemas.openxmlformats.org/officeDocument/2006/relationships/image" Target="../media/image889.png"/><Relationship Id="rId13" Type="http://schemas.openxmlformats.org/officeDocument/2006/relationships/image" Target="../media/image891.png"/><Relationship Id="rId18" Type="http://schemas.openxmlformats.org/officeDocument/2006/relationships/customXml" Target="../ink/ink903.xml"/><Relationship Id="rId39" Type="http://schemas.openxmlformats.org/officeDocument/2006/relationships/image" Target="../media/image904.png"/><Relationship Id="rId109" Type="http://schemas.openxmlformats.org/officeDocument/2006/relationships/image" Target="../media/image939.png"/><Relationship Id="rId34" Type="http://schemas.openxmlformats.org/officeDocument/2006/relationships/customXml" Target="../ink/ink911.xml"/><Relationship Id="rId50" Type="http://schemas.openxmlformats.org/officeDocument/2006/relationships/customXml" Target="../ink/ink919.xml"/><Relationship Id="rId55" Type="http://schemas.openxmlformats.org/officeDocument/2006/relationships/image" Target="../media/image912.png"/><Relationship Id="rId76" Type="http://schemas.openxmlformats.org/officeDocument/2006/relationships/customXml" Target="../ink/ink932.xml"/><Relationship Id="rId97" Type="http://schemas.openxmlformats.org/officeDocument/2006/relationships/image" Target="../media/image933.png"/><Relationship Id="rId104" Type="http://schemas.openxmlformats.org/officeDocument/2006/relationships/customXml" Target="../ink/ink946.xml"/><Relationship Id="rId120" Type="http://schemas.openxmlformats.org/officeDocument/2006/relationships/customXml" Target="../ink/ink954.xml"/><Relationship Id="rId7" Type="http://schemas.openxmlformats.org/officeDocument/2006/relationships/image" Target="../media/image888.png"/><Relationship Id="rId71" Type="http://schemas.openxmlformats.org/officeDocument/2006/relationships/image" Target="../media/image920.png"/><Relationship Id="rId92" Type="http://schemas.openxmlformats.org/officeDocument/2006/relationships/customXml" Target="../ink/ink940.xml"/><Relationship Id="rId2" Type="http://schemas.openxmlformats.org/officeDocument/2006/relationships/customXml" Target="../ink/ink895.xml"/><Relationship Id="rId29" Type="http://schemas.openxmlformats.org/officeDocument/2006/relationships/image" Target="../media/image899.png"/><Relationship Id="rId24" Type="http://schemas.openxmlformats.org/officeDocument/2006/relationships/customXml" Target="../ink/ink906.xml"/><Relationship Id="rId40" Type="http://schemas.openxmlformats.org/officeDocument/2006/relationships/customXml" Target="../ink/ink914.xml"/><Relationship Id="rId45" Type="http://schemas.openxmlformats.org/officeDocument/2006/relationships/image" Target="../media/image907.png"/><Relationship Id="rId66" Type="http://schemas.openxmlformats.org/officeDocument/2006/relationships/customXml" Target="../ink/ink927.xml"/><Relationship Id="rId87" Type="http://schemas.openxmlformats.org/officeDocument/2006/relationships/image" Target="../media/image928.png"/><Relationship Id="rId110" Type="http://schemas.openxmlformats.org/officeDocument/2006/relationships/customXml" Target="../ink/ink949.xml"/><Relationship Id="rId115" Type="http://schemas.openxmlformats.org/officeDocument/2006/relationships/image" Target="../media/image942.png"/><Relationship Id="rId61" Type="http://schemas.openxmlformats.org/officeDocument/2006/relationships/image" Target="../media/image915.png"/><Relationship Id="rId82" Type="http://schemas.openxmlformats.org/officeDocument/2006/relationships/customXml" Target="../ink/ink935.xml"/><Relationship Id="rId19" Type="http://schemas.openxmlformats.org/officeDocument/2006/relationships/image" Target="../media/image894.png"/><Relationship Id="rId14" Type="http://schemas.openxmlformats.org/officeDocument/2006/relationships/customXml" Target="../ink/ink901.xml"/><Relationship Id="rId30" Type="http://schemas.openxmlformats.org/officeDocument/2006/relationships/customXml" Target="../ink/ink909.xml"/><Relationship Id="rId35" Type="http://schemas.openxmlformats.org/officeDocument/2006/relationships/image" Target="../media/image902.png"/><Relationship Id="rId56" Type="http://schemas.openxmlformats.org/officeDocument/2006/relationships/customXml" Target="../ink/ink922.xml"/><Relationship Id="rId77" Type="http://schemas.openxmlformats.org/officeDocument/2006/relationships/image" Target="../media/image923.png"/><Relationship Id="rId100" Type="http://schemas.openxmlformats.org/officeDocument/2006/relationships/customXml" Target="../ink/ink944.xml"/><Relationship Id="rId105" Type="http://schemas.openxmlformats.org/officeDocument/2006/relationships/image" Target="../media/image937.png"/><Relationship Id="rId8" Type="http://schemas.openxmlformats.org/officeDocument/2006/relationships/customXml" Target="../ink/ink898.xml"/><Relationship Id="rId51" Type="http://schemas.openxmlformats.org/officeDocument/2006/relationships/image" Target="../media/image910.png"/><Relationship Id="rId72" Type="http://schemas.openxmlformats.org/officeDocument/2006/relationships/customXml" Target="../ink/ink930.xml"/><Relationship Id="rId93" Type="http://schemas.openxmlformats.org/officeDocument/2006/relationships/image" Target="../media/image931.png"/><Relationship Id="rId98" Type="http://schemas.openxmlformats.org/officeDocument/2006/relationships/customXml" Target="../ink/ink943.xml"/><Relationship Id="rId121" Type="http://schemas.openxmlformats.org/officeDocument/2006/relationships/image" Target="../media/image945.png"/><Relationship Id="rId3" Type="http://schemas.openxmlformats.org/officeDocument/2006/relationships/image" Target="../media/image886.png"/><Relationship Id="rId25" Type="http://schemas.openxmlformats.org/officeDocument/2006/relationships/image" Target="../media/image897.png"/><Relationship Id="rId46" Type="http://schemas.openxmlformats.org/officeDocument/2006/relationships/customXml" Target="../ink/ink917.xml"/><Relationship Id="rId67" Type="http://schemas.openxmlformats.org/officeDocument/2006/relationships/image" Target="../media/image918.png"/><Relationship Id="rId116" Type="http://schemas.openxmlformats.org/officeDocument/2006/relationships/customXml" Target="../ink/ink952.xml"/><Relationship Id="rId20" Type="http://schemas.openxmlformats.org/officeDocument/2006/relationships/customXml" Target="../ink/ink904.xml"/><Relationship Id="rId41" Type="http://schemas.openxmlformats.org/officeDocument/2006/relationships/image" Target="../media/image905.png"/><Relationship Id="rId62" Type="http://schemas.openxmlformats.org/officeDocument/2006/relationships/customXml" Target="../ink/ink925.xml"/><Relationship Id="rId83" Type="http://schemas.openxmlformats.org/officeDocument/2006/relationships/image" Target="../media/image926.png"/><Relationship Id="rId88" Type="http://schemas.openxmlformats.org/officeDocument/2006/relationships/customXml" Target="../ink/ink938.xml"/><Relationship Id="rId111" Type="http://schemas.openxmlformats.org/officeDocument/2006/relationships/image" Target="../media/image940.png"/><Relationship Id="rId15" Type="http://schemas.openxmlformats.org/officeDocument/2006/relationships/image" Target="../media/image892.png"/><Relationship Id="rId36" Type="http://schemas.openxmlformats.org/officeDocument/2006/relationships/customXml" Target="../ink/ink912.xml"/><Relationship Id="rId57" Type="http://schemas.openxmlformats.org/officeDocument/2006/relationships/image" Target="../media/image913.png"/><Relationship Id="rId106" Type="http://schemas.openxmlformats.org/officeDocument/2006/relationships/customXml" Target="../ink/ink947.xml"/><Relationship Id="rId10" Type="http://schemas.openxmlformats.org/officeDocument/2006/relationships/customXml" Target="../ink/ink899.xml"/><Relationship Id="rId31" Type="http://schemas.openxmlformats.org/officeDocument/2006/relationships/image" Target="../media/image900.png"/><Relationship Id="rId52" Type="http://schemas.openxmlformats.org/officeDocument/2006/relationships/customXml" Target="../ink/ink920.xml"/><Relationship Id="rId73" Type="http://schemas.openxmlformats.org/officeDocument/2006/relationships/image" Target="../media/image921.png"/><Relationship Id="rId78" Type="http://schemas.openxmlformats.org/officeDocument/2006/relationships/customXml" Target="../ink/ink933.xml"/><Relationship Id="rId94" Type="http://schemas.openxmlformats.org/officeDocument/2006/relationships/customXml" Target="../ink/ink941.xml"/><Relationship Id="rId99" Type="http://schemas.openxmlformats.org/officeDocument/2006/relationships/image" Target="../media/image934.png"/><Relationship Id="rId101" Type="http://schemas.openxmlformats.org/officeDocument/2006/relationships/image" Target="../media/image935.png"/><Relationship Id="rId122" Type="http://schemas.openxmlformats.org/officeDocument/2006/relationships/customXml" Target="../ink/ink955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79BE67-2E2B-971F-1202-C8BF6217769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/>
              <a:t>Selección</a:t>
            </a:r>
            <a:r>
              <a:rPr lang="en-US" dirty="0"/>
              <a:t> de variables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B0F607E-4C25-0CF9-2780-D7B9BF7A269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906577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52BB11-9357-87CB-8C57-DBB671198D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Factores</a:t>
            </a:r>
            <a:r>
              <a:rPr lang="en-US" dirty="0"/>
              <a:t> </a:t>
            </a:r>
            <a:r>
              <a:rPr lang="en-US" dirty="0" err="1"/>
              <a:t>asociados</a:t>
            </a:r>
            <a:r>
              <a:rPr lang="en-US" dirty="0"/>
              <a:t> a la AR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53E3B2-F094-817B-5741-0BA0DE7521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76177"/>
            <a:ext cx="5518533" cy="4916698"/>
          </a:xfrm>
        </p:spPr>
        <p:txBody>
          <a:bodyPr>
            <a:normAutofit lnSpcReduction="10000"/>
          </a:bodyPr>
          <a:lstStyle/>
          <a:p>
            <a:r>
              <a:rPr lang="en-US" dirty="0"/>
              <a:t>500 </a:t>
            </a:r>
            <a:r>
              <a:rPr lang="en-US" dirty="0" err="1"/>
              <a:t>pacientes</a:t>
            </a:r>
            <a:r>
              <a:rPr lang="en-US" dirty="0"/>
              <a:t> (</a:t>
            </a:r>
            <a:r>
              <a:rPr lang="en-US" dirty="0" err="1"/>
              <a:t>casos</a:t>
            </a:r>
            <a:r>
              <a:rPr lang="en-US" dirty="0"/>
              <a:t> y </a:t>
            </a:r>
            <a:r>
              <a:rPr lang="en-US" dirty="0" err="1"/>
              <a:t>controles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Edad</a:t>
            </a:r>
          </a:p>
          <a:p>
            <a:pPr lvl="1"/>
            <a:r>
              <a:rPr lang="en-US" dirty="0" err="1"/>
              <a:t>Sexo</a:t>
            </a:r>
            <a:endParaRPr lang="en-US" dirty="0"/>
          </a:p>
          <a:p>
            <a:pPr lvl="1"/>
            <a:r>
              <a:rPr lang="en-US" dirty="0" err="1"/>
              <a:t>Tabaquismo</a:t>
            </a:r>
            <a:endParaRPr lang="en-US" dirty="0"/>
          </a:p>
          <a:p>
            <a:pPr lvl="1"/>
            <a:r>
              <a:rPr lang="en-US" dirty="0"/>
              <a:t>IMC</a:t>
            </a:r>
          </a:p>
          <a:p>
            <a:pPr lvl="1"/>
            <a:r>
              <a:rPr lang="en-US" dirty="0"/>
              <a:t>HLA DRB1 04:01</a:t>
            </a:r>
          </a:p>
          <a:p>
            <a:pPr lvl="1"/>
            <a:r>
              <a:rPr lang="en-US" dirty="0"/>
              <a:t>SNP1</a:t>
            </a:r>
          </a:p>
          <a:p>
            <a:pPr lvl="1"/>
            <a:r>
              <a:rPr lang="en-US" dirty="0"/>
              <a:t>SNP2</a:t>
            </a:r>
          </a:p>
          <a:p>
            <a:pPr lvl="1"/>
            <a:r>
              <a:rPr lang="en-US" dirty="0" err="1"/>
              <a:t>Estatura</a:t>
            </a:r>
            <a:endParaRPr lang="en-US" dirty="0"/>
          </a:p>
          <a:p>
            <a:pPr lvl="1"/>
            <a:r>
              <a:rPr lang="en-US" dirty="0"/>
              <a:t>Peso</a:t>
            </a:r>
          </a:p>
          <a:p>
            <a:pPr lvl="1"/>
            <a:r>
              <a:rPr lang="en-US" dirty="0"/>
              <a:t>Estatus </a:t>
            </a:r>
            <a:r>
              <a:rPr lang="en-US" dirty="0" err="1"/>
              <a:t>socioeconómico</a:t>
            </a:r>
            <a:endParaRPr lang="en-US" dirty="0"/>
          </a:p>
          <a:p>
            <a:pPr lvl="1"/>
            <a:r>
              <a:rPr lang="en-US" dirty="0"/>
              <a:t>Uso de </a:t>
            </a:r>
            <a:r>
              <a:rPr lang="en-US" dirty="0" err="1"/>
              <a:t>transporte</a:t>
            </a:r>
            <a:r>
              <a:rPr lang="en-US" dirty="0"/>
              <a:t> </a:t>
            </a:r>
            <a:r>
              <a:rPr lang="en-US" dirty="0" err="1"/>
              <a:t>publico</a:t>
            </a:r>
            <a:r>
              <a:rPr lang="en-US" dirty="0"/>
              <a:t> </a:t>
            </a:r>
          </a:p>
          <a:p>
            <a:pPr lvl="1"/>
            <a:endParaRPr lang="en-US" dirty="0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FC43378D-A575-224F-40E5-B958B0370668}"/>
                  </a:ext>
                </a:extLst>
              </p14:cNvPr>
              <p14:cNvContentPartPr/>
              <p14:nvPr/>
            </p14:nvContentPartPr>
            <p14:xfrm>
              <a:off x="1636574" y="5673656"/>
              <a:ext cx="3044160" cy="63360"/>
            </p14:xfrm>
          </p:contentPart>
        </mc:Choice>
        <mc:Fallback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FC43378D-A575-224F-40E5-B958B0370668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618574" y="5655656"/>
                <a:ext cx="3079800" cy="99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7D914F8D-D75E-4025-C9CE-79BC8C99AF03}"/>
                  </a:ext>
                </a:extLst>
              </p14:cNvPr>
              <p14:cNvContentPartPr/>
              <p14:nvPr/>
            </p14:nvContentPartPr>
            <p14:xfrm>
              <a:off x="1690214" y="6062456"/>
              <a:ext cx="2779200" cy="74160"/>
            </p14:xfrm>
          </p:contentPart>
        </mc:Choice>
        <mc:Fallback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7D914F8D-D75E-4025-C9CE-79BC8C99AF03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672214" y="6044456"/>
                <a:ext cx="2814840" cy="109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39C8254A-86B8-9906-527C-43107C1356A2}"/>
                  </a:ext>
                </a:extLst>
              </p14:cNvPr>
              <p14:cNvContentPartPr/>
              <p14:nvPr/>
            </p14:nvContentPartPr>
            <p14:xfrm>
              <a:off x="1764014" y="4974176"/>
              <a:ext cx="789120" cy="71280"/>
            </p14:xfrm>
          </p:contentPart>
        </mc:Choice>
        <mc:Fallback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39C8254A-86B8-9906-527C-43107C1356A2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746014" y="4956536"/>
                <a:ext cx="824760" cy="106920"/>
              </a:xfrm>
              <a:prstGeom prst="rect">
                <a:avLst/>
              </a:prstGeom>
            </p:spPr>
          </p:pic>
        </mc:Fallback>
      </mc:AlternateContent>
      <p:grpSp>
        <p:nvGrpSpPr>
          <p:cNvPr id="21" name="Group 20">
            <a:extLst>
              <a:ext uri="{FF2B5EF4-FFF2-40B4-BE49-F238E27FC236}">
                <a16:creationId xmlns:a16="http://schemas.microsoft.com/office/drawing/2014/main" id="{9D768B82-F440-A3EA-E839-B1181D85E4B3}"/>
              </a:ext>
            </a:extLst>
          </p:cNvPr>
          <p:cNvGrpSpPr/>
          <p:nvPr/>
        </p:nvGrpSpPr>
        <p:grpSpPr>
          <a:xfrm>
            <a:off x="7761254" y="3049256"/>
            <a:ext cx="1319040" cy="593280"/>
            <a:chOff x="7761254" y="3049256"/>
            <a:chExt cx="1319040" cy="5932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ECA3ECFE-AF87-28D2-7B8E-F6C816ACC0E7}"/>
                    </a:ext>
                  </a:extLst>
                </p14:cNvPr>
                <p14:cNvContentPartPr/>
                <p14:nvPr/>
              </p14:nvContentPartPr>
              <p14:xfrm>
                <a:off x="7834334" y="3244736"/>
                <a:ext cx="43920" cy="36036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ECA3ECFE-AF87-28D2-7B8E-F6C816ACC0E7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7816694" y="3226736"/>
                  <a:ext cx="79560" cy="39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84E9F731-04A6-FCF2-C382-E326DD83EE55}"/>
                    </a:ext>
                  </a:extLst>
                </p14:cNvPr>
                <p14:cNvContentPartPr/>
                <p14:nvPr/>
              </p14:nvContentPartPr>
              <p14:xfrm>
                <a:off x="7761254" y="3084176"/>
                <a:ext cx="207720" cy="31644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84E9F731-04A6-FCF2-C382-E326DD83EE55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7743254" y="3066536"/>
                  <a:ext cx="243360" cy="35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B113993F-337E-F698-4A3F-099C498651BB}"/>
                    </a:ext>
                  </a:extLst>
                </p14:cNvPr>
                <p14:cNvContentPartPr/>
                <p14:nvPr/>
              </p14:nvContentPartPr>
              <p14:xfrm>
                <a:off x="8094254" y="3049256"/>
                <a:ext cx="208800" cy="59328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B113993F-337E-F698-4A3F-099C498651BB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8076614" y="3031256"/>
                  <a:ext cx="244440" cy="62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8873EA33-9A33-44C0-A106-DA4BA9F11FD5}"/>
                    </a:ext>
                  </a:extLst>
                </p14:cNvPr>
                <p14:cNvContentPartPr/>
                <p14:nvPr/>
              </p14:nvContentPartPr>
              <p14:xfrm>
                <a:off x="8378294" y="3315656"/>
                <a:ext cx="298080" cy="21276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8873EA33-9A33-44C0-A106-DA4BA9F11FD5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8360654" y="3297656"/>
                  <a:ext cx="333720" cy="24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4DF99A10-84C4-3376-40BA-742F50CD57C3}"/>
                    </a:ext>
                  </a:extLst>
                </p14:cNvPr>
                <p14:cNvContentPartPr/>
                <p14:nvPr/>
              </p14:nvContentPartPr>
              <p14:xfrm>
                <a:off x="8783294" y="3220976"/>
                <a:ext cx="297000" cy="28620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4DF99A10-84C4-3376-40BA-742F50CD57C3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8765294" y="3202976"/>
                  <a:ext cx="332640" cy="321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871066DF-DF62-E15F-03D8-B95675713CF8}"/>
              </a:ext>
            </a:extLst>
          </p:cNvPr>
          <p:cNvGrpSpPr/>
          <p:nvPr/>
        </p:nvGrpSpPr>
        <p:grpSpPr>
          <a:xfrm>
            <a:off x="7365614" y="1635176"/>
            <a:ext cx="1140120" cy="828360"/>
            <a:chOff x="7365614" y="1635176"/>
            <a:chExt cx="1140120" cy="828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147CA862-70C0-8159-D137-CB96ABD765C7}"/>
                    </a:ext>
                  </a:extLst>
                </p14:cNvPr>
                <p14:cNvContentPartPr/>
                <p14:nvPr/>
              </p14:nvContentPartPr>
              <p14:xfrm>
                <a:off x="7365614" y="1643456"/>
                <a:ext cx="117360" cy="604440"/>
              </p14:xfrm>
            </p:contentPart>
          </mc:Choice>
          <mc:Fallback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147CA862-70C0-8159-D137-CB96ABD765C7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7347974" y="1625816"/>
                  <a:ext cx="153000" cy="64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78A9553E-18A7-06F5-A5E3-F206DE19E76B}"/>
                    </a:ext>
                  </a:extLst>
                </p14:cNvPr>
                <p14:cNvContentPartPr/>
                <p14:nvPr/>
              </p14:nvContentPartPr>
              <p14:xfrm>
                <a:off x="7382174" y="1635176"/>
                <a:ext cx="492840" cy="57420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78A9553E-18A7-06F5-A5E3-F206DE19E76B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7364174" y="1617176"/>
                  <a:ext cx="528480" cy="60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96201FBC-2AF4-EF61-0576-2D6B69ADEECC}"/>
                    </a:ext>
                  </a:extLst>
                </p14:cNvPr>
                <p14:cNvContentPartPr/>
                <p14:nvPr/>
              </p14:nvContentPartPr>
              <p14:xfrm>
                <a:off x="7497374" y="1955936"/>
                <a:ext cx="123120" cy="49680"/>
              </p14:xfrm>
            </p:contentPart>
          </mc:Choice>
          <mc:Fallback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96201FBC-2AF4-EF61-0576-2D6B69ADEECC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7479734" y="1937936"/>
                  <a:ext cx="158760" cy="8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D9DA7614-F8C5-0C50-9AB9-E71C2BE0F2E0}"/>
                    </a:ext>
                  </a:extLst>
                </p14:cNvPr>
                <p14:cNvContentPartPr/>
                <p14:nvPr/>
              </p14:nvContentPartPr>
              <p14:xfrm>
                <a:off x="7786094" y="1715456"/>
                <a:ext cx="719640" cy="39636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D9DA7614-F8C5-0C50-9AB9-E71C2BE0F2E0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7768094" y="1697456"/>
                  <a:ext cx="755280" cy="43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54D34435-1419-77D2-C9AA-24DD692AF321}"/>
                    </a:ext>
                  </a:extLst>
                </p14:cNvPr>
                <p14:cNvContentPartPr/>
                <p14:nvPr/>
              </p14:nvContentPartPr>
              <p14:xfrm>
                <a:off x="7818494" y="1718696"/>
                <a:ext cx="84960" cy="52200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54D34435-1419-77D2-C9AA-24DD692AF321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7800854" y="1701056"/>
                  <a:ext cx="120600" cy="55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F0D5E4F3-3A23-073B-559B-D053FB1B74C1}"/>
                    </a:ext>
                  </a:extLst>
                </p14:cNvPr>
                <p14:cNvContentPartPr/>
                <p14:nvPr/>
              </p14:nvContentPartPr>
              <p14:xfrm>
                <a:off x="7572614" y="2340776"/>
                <a:ext cx="705240" cy="12276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F0D5E4F3-3A23-073B-559B-D053FB1B74C1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7554614" y="2322776"/>
                  <a:ext cx="740880" cy="1584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30">
            <p14:nvContentPartPr>
              <p14:cNvPr id="25" name="Ink 24">
                <a:extLst>
                  <a:ext uri="{FF2B5EF4-FFF2-40B4-BE49-F238E27FC236}">
                    <a16:creationId xmlns:a16="http://schemas.microsoft.com/office/drawing/2014/main" id="{71C73EA9-F7FB-3614-D70F-0D9DAEE2C670}"/>
                  </a:ext>
                </a:extLst>
              </p14:cNvPr>
              <p14:cNvContentPartPr/>
              <p14:nvPr/>
            </p14:nvContentPartPr>
            <p14:xfrm>
              <a:off x="2451254" y="2455616"/>
              <a:ext cx="550440" cy="14040"/>
            </p14:xfrm>
          </p:contentPart>
        </mc:Choice>
        <mc:Fallback>
          <p:pic>
            <p:nvPicPr>
              <p:cNvPr id="25" name="Ink 24">
                <a:extLst>
                  <a:ext uri="{FF2B5EF4-FFF2-40B4-BE49-F238E27FC236}">
                    <a16:creationId xmlns:a16="http://schemas.microsoft.com/office/drawing/2014/main" id="{71C73EA9-F7FB-3614-D70F-0D9DAEE2C670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2433254" y="2437976"/>
                <a:ext cx="586080" cy="49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2">
            <p14:nvContentPartPr>
              <p14:cNvPr id="26" name="Ink 25">
                <a:extLst>
                  <a:ext uri="{FF2B5EF4-FFF2-40B4-BE49-F238E27FC236}">
                    <a16:creationId xmlns:a16="http://schemas.microsoft.com/office/drawing/2014/main" id="{725A1A33-307C-E7EC-2A87-3179030EEA17}"/>
                  </a:ext>
                </a:extLst>
              </p14:cNvPr>
              <p14:cNvContentPartPr/>
              <p14:nvPr/>
            </p14:nvContentPartPr>
            <p14:xfrm>
              <a:off x="2450894" y="2864936"/>
              <a:ext cx="276120" cy="11160"/>
            </p14:xfrm>
          </p:contentPart>
        </mc:Choice>
        <mc:Fallback>
          <p:pic>
            <p:nvPicPr>
              <p:cNvPr id="26" name="Ink 25">
                <a:extLst>
                  <a:ext uri="{FF2B5EF4-FFF2-40B4-BE49-F238E27FC236}">
                    <a16:creationId xmlns:a16="http://schemas.microsoft.com/office/drawing/2014/main" id="{725A1A33-307C-E7EC-2A87-3179030EEA17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2433254" y="2847296"/>
                <a:ext cx="311760" cy="46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4">
            <p14:nvContentPartPr>
              <p14:cNvPr id="27" name="Ink 26">
                <a:extLst>
                  <a:ext uri="{FF2B5EF4-FFF2-40B4-BE49-F238E27FC236}">
                    <a16:creationId xmlns:a16="http://schemas.microsoft.com/office/drawing/2014/main" id="{1C86208A-4EA6-2B4C-9A1D-D0662D179A45}"/>
                  </a:ext>
                </a:extLst>
              </p14:cNvPr>
              <p14:cNvContentPartPr/>
              <p14:nvPr/>
            </p14:nvContentPartPr>
            <p14:xfrm>
              <a:off x="3377894" y="3135296"/>
              <a:ext cx="576360" cy="92880"/>
            </p14:xfrm>
          </p:contentPart>
        </mc:Choice>
        <mc:Fallback>
          <p:pic>
            <p:nvPicPr>
              <p:cNvPr id="27" name="Ink 26">
                <a:extLst>
                  <a:ext uri="{FF2B5EF4-FFF2-40B4-BE49-F238E27FC236}">
                    <a16:creationId xmlns:a16="http://schemas.microsoft.com/office/drawing/2014/main" id="{1C86208A-4EA6-2B4C-9A1D-D0662D179A45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3360254" y="3117296"/>
                <a:ext cx="612000" cy="128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6">
            <p14:nvContentPartPr>
              <p14:cNvPr id="28" name="Ink 27">
                <a:extLst>
                  <a:ext uri="{FF2B5EF4-FFF2-40B4-BE49-F238E27FC236}">
                    <a16:creationId xmlns:a16="http://schemas.microsoft.com/office/drawing/2014/main" id="{7C52F17A-3450-832A-F6DE-E027374FCADF}"/>
                  </a:ext>
                </a:extLst>
              </p14:cNvPr>
              <p14:cNvContentPartPr/>
              <p14:nvPr/>
            </p14:nvContentPartPr>
            <p14:xfrm>
              <a:off x="2493014" y="3472976"/>
              <a:ext cx="394920" cy="25200"/>
            </p14:xfrm>
          </p:contentPart>
        </mc:Choice>
        <mc:Fallback>
          <p:pic>
            <p:nvPicPr>
              <p:cNvPr id="28" name="Ink 27">
                <a:extLst>
                  <a:ext uri="{FF2B5EF4-FFF2-40B4-BE49-F238E27FC236}">
                    <a16:creationId xmlns:a16="http://schemas.microsoft.com/office/drawing/2014/main" id="{7C52F17A-3450-832A-F6DE-E027374FCADF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2475374" y="3455336"/>
                <a:ext cx="430560" cy="60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8">
            <p14:nvContentPartPr>
              <p14:cNvPr id="29" name="Ink 28">
                <a:extLst>
                  <a:ext uri="{FF2B5EF4-FFF2-40B4-BE49-F238E27FC236}">
                    <a16:creationId xmlns:a16="http://schemas.microsoft.com/office/drawing/2014/main" id="{EB458186-B891-E410-B013-7156DDDCA2A2}"/>
                  </a:ext>
                </a:extLst>
              </p14:cNvPr>
              <p14:cNvContentPartPr/>
              <p14:nvPr/>
            </p14:nvContentPartPr>
            <p14:xfrm>
              <a:off x="4033094" y="3816056"/>
              <a:ext cx="445320" cy="18360"/>
            </p14:xfrm>
          </p:contentPart>
        </mc:Choice>
        <mc:Fallback>
          <p:pic>
            <p:nvPicPr>
              <p:cNvPr id="29" name="Ink 28">
                <a:extLst>
                  <a:ext uri="{FF2B5EF4-FFF2-40B4-BE49-F238E27FC236}">
                    <a16:creationId xmlns:a16="http://schemas.microsoft.com/office/drawing/2014/main" id="{EB458186-B891-E410-B013-7156DDDCA2A2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4015094" y="3798416"/>
                <a:ext cx="480960" cy="54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0">
            <p14:nvContentPartPr>
              <p14:cNvPr id="30" name="Ink 29">
                <a:extLst>
                  <a:ext uri="{FF2B5EF4-FFF2-40B4-BE49-F238E27FC236}">
                    <a16:creationId xmlns:a16="http://schemas.microsoft.com/office/drawing/2014/main" id="{91AB8E37-904A-41E9-467A-D1BEE2F5C01E}"/>
                  </a:ext>
                </a:extLst>
              </p14:cNvPr>
              <p14:cNvContentPartPr/>
              <p14:nvPr/>
            </p14:nvContentPartPr>
            <p14:xfrm>
              <a:off x="2704694" y="4269656"/>
              <a:ext cx="232560" cy="14040"/>
            </p14:xfrm>
          </p:contentPart>
        </mc:Choice>
        <mc:Fallback>
          <p:pic>
            <p:nvPicPr>
              <p:cNvPr id="30" name="Ink 29">
                <a:extLst>
                  <a:ext uri="{FF2B5EF4-FFF2-40B4-BE49-F238E27FC236}">
                    <a16:creationId xmlns:a16="http://schemas.microsoft.com/office/drawing/2014/main" id="{91AB8E37-904A-41E9-467A-D1BEE2F5C01E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2687054" y="4252016"/>
                <a:ext cx="268200" cy="49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2">
            <p14:nvContentPartPr>
              <p14:cNvPr id="31" name="Ink 30">
                <a:extLst>
                  <a:ext uri="{FF2B5EF4-FFF2-40B4-BE49-F238E27FC236}">
                    <a16:creationId xmlns:a16="http://schemas.microsoft.com/office/drawing/2014/main" id="{319BE065-7B2A-B54A-8F50-360EBBE08B96}"/>
                  </a:ext>
                </a:extLst>
              </p14:cNvPr>
              <p14:cNvContentPartPr/>
              <p14:nvPr/>
            </p14:nvContentPartPr>
            <p14:xfrm>
              <a:off x="2762654" y="4607696"/>
              <a:ext cx="352080" cy="22320"/>
            </p14:xfrm>
          </p:contentPart>
        </mc:Choice>
        <mc:Fallback>
          <p:pic>
            <p:nvPicPr>
              <p:cNvPr id="31" name="Ink 30">
                <a:extLst>
                  <a:ext uri="{FF2B5EF4-FFF2-40B4-BE49-F238E27FC236}">
                    <a16:creationId xmlns:a16="http://schemas.microsoft.com/office/drawing/2014/main" id="{319BE065-7B2A-B54A-8F50-360EBBE08B96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2744654" y="4589696"/>
                <a:ext cx="387720" cy="57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4">
            <p14:nvContentPartPr>
              <p14:cNvPr id="32" name="Ink 31">
                <a:extLst>
                  <a:ext uri="{FF2B5EF4-FFF2-40B4-BE49-F238E27FC236}">
                    <a16:creationId xmlns:a16="http://schemas.microsoft.com/office/drawing/2014/main" id="{5068B067-FF8A-8F9B-151C-AA0B1A12D648}"/>
                  </a:ext>
                </a:extLst>
              </p14:cNvPr>
              <p14:cNvContentPartPr/>
              <p14:nvPr/>
            </p14:nvContentPartPr>
            <p14:xfrm>
              <a:off x="7807334" y="3935216"/>
              <a:ext cx="1098360" cy="88200"/>
            </p14:xfrm>
          </p:contentPart>
        </mc:Choice>
        <mc:Fallback>
          <p:pic>
            <p:nvPicPr>
              <p:cNvPr id="32" name="Ink 31">
                <a:extLst>
                  <a:ext uri="{FF2B5EF4-FFF2-40B4-BE49-F238E27FC236}">
                    <a16:creationId xmlns:a16="http://schemas.microsoft.com/office/drawing/2014/main" id="{5068B067-FF8A-8F9B-151C-AA0B1A12D648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7789694" y="3917576"/>
                <a:ext cx="1134000" cy="1238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33015688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9CB476-B894-A047-A86A-9CAE03CA48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Un </a:t>
            </a:r>
            <a:r>
              <a:rPr lang="en-US" dirty="0" err="1"/>
              <a:t>modelo</a:t>
            </a:r>
            <a:r>
              <a:rPr lang="en-US" dirty="0"/>
              <a:t> de regression para </a:t>
            </a:r>
            <a:r>
              <a:rPr lang="en-US" dirty="0" err="1"/>
              <a:t>identificar</a:t>
            </a:r>
            <a:r>
              <a:rPr lang="en-US" dirty="0"/>
              <a:t> variables </a:t>
            </a:r>
            <a:r>
              <a:rPr lang="en-US" dirty="0" err="1"/>
              <a:t>asociadas</a:t>
            </a:r>
            <a:r>
              <a:rPr lang="en-US" dirty="0"/>
              <a:t> a la AR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DF947349-0390-32AB-EC79-401973259E19}"/>
                  </a:ext>
                </a:extLst>
              </p14:cNvPr>
              <p14:cNvContentPartPr/>
              <p14:nvPr/>
            </p14:nvContentPartPr>
            <p14:xfrm>
              <a:off x="5153414" y="961616"/>
              <a:ext cx="1035720" cy="49680"/>
            </p14:xfrm>
          </p:contentPart>
        </mc:Choice>
        <mc:Fallback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DF947349-0390-32AB-EC79-401973259E19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5135414" y="943976"/>
                <a:ext cx="1071360" cy="85320"/>
              </a:xfrm>
              <a:prstGeom prst="rect">
                <a:avLst/>
              </a:prstGeom>
            </p:spPr>
          </p:pic>
        </mc:Fallback>
      </mc:AlternateContent>
      <p:grpSp>
        <p:nvGrpSpPr>
          <p:cNvPr id="22" name="Group 21">
            <a:extLst>
              <a:ext uri="{FF2B5EF4-FFF2-40B4-BE49-F238E27FC236}">
                <a16:creationId xmlns:a16="http://schemas.microsoft.com/office/drawing/2014/main" id="{8EBCBB8D-BFD6-D674-227B-6D9703839FFA}"/>
              </a:ext>
            </a:extLst>
          </p:cNvPr>
          <p:cNvGrpSpPr/>
          <p:nvPr/>
        </p:nvGrpSpPr>
        <p:grpSpPr>
          <a:xfrm>
            <a:off x="2167214" y="1626176"/>
            <a:ext cx="3250080" cy="714960"/>
            <a:chOff x="2167214" y="1626176"/>
            <a:chExt cx="3250080" cy="7149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EB8DC519-1BA9-996B-549B-3DBB579E6C53}"/>
                    </a:ext>
                  </a:extLst>
                </p14:cNvPr>
                <p14:cNvContentPartPr/>
                <p14:nvPr/>
              </p14:nvContentPartPr>
              <p14:xfrm>
                <a:off x="2167214" y="1953056"/>
                <a:ext cx="138600" cy="24372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EB8DC519-1BA9-996B-549B-3DBB579E6C53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2149214" y="1935056"/>
                  <a:ext cx="174240" cy="27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118D1A3B-2914-3A50-2C36-80B4C0C24D73}"/>
                    </a:ext>
                  </a:extLst>
                </p14:cNvPr>
                <p14:cNvContentPartPr/>
                <p14:nvPr/>
              </p14:nvContentPartPr>
              <p14:xfrm>
                <a:off x="2194214" y="1961336"/>
                <a:ext cx="137880" cy="14040"/>
              </p14:xfrm>
            </p:contentPart>
          </mc:Choice>
          <mc:Fallback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118D1A3B-2914-3A50-2C36-80B4C0C24D73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2176214" y="1943696"/>
                  <a:ext cx="173520" cy="4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C89BF234-BB96-3E66-014D-7AD8F081BB7D}"/>
                    </a:ext>
                  </a:extLst>
                </p14:cNvPr>
                <p14:cNvContentPartPr/>
                <p14:nvPr/>
              </p14:nvContentPartPr>
              <p14:xfrm>
                <a:off x="2492294" y="1935056"/>
                <a:ext cx="198720" cy="27648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C89BF234-BB96-3E66-014D-7AD8F081BB7D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2474294" y="1917416"/>
                  <a:ext cx="234360" cy="31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DD55DF39-53F7-AD38-746E-9C53B2027C96}"/>
                    </a:ext>
                  </a:extLst>
                </p14:cNvPr>
                <p14:cNvContentPartPr/>
                <p14:nvPr/>
              </p14:nvContentPartPr>
              <p14:xfrm>
                <a:off x="2744654" y="1920656"/>
                <a:ext cx="126000" cy="27360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DD55DF39-53F7-AD38-746E-9C53B2027C96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2727014" y="1902656"/>
                  <a:ext cx="161640" cy="30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C0CF04B5-8A5A-651D-CBE5-6FE1696CA400}"/>
                    </a:ext>
                  </a:extLst>
                </p14:cNvPr>
                <p14:cNvContentPartPr/>
                <p14:nvPr/>
              </p14:nvContentPartPr>
              <p14:xfrm>
                <a:off x="3061814" y="1855856"/>
                <a:ext cx="417600" cy="14688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C0CF04B5-8A5A-651D-CBE5-6FE1696CA400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3043814" y="1837856"/>
                  <a:ext cx="453240" cy="18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965E09D3-694C-7124-8F49-8A5B94FD1344}"/>
                    </a:ext>
                  </a:extLst>
                </p14:cNvPr>
                <p14:cNvContentPartPr/>
                <p14:nvPr/>
              </p14:nvContentPartPr>
              <p14:xfrm>
                <a:off x="3511094" y="1746776"/>
                <a:ext cx="218880" cy="25740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965E09D3-694C-7124-8F49-8A5B94FD1344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3493454" y="1729136"/>
                  <a:ext cx="254520" cy="29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EF11A3C4-B497-FB70-59AF-D5842E2B0B03}"/>
                    </a:ext>
                  </a:extLst>
                </p14:cNvPr>
                <p14:cNvContentPartPr/>
                <p14:nvPr/>
              </p14:nvContentPartPr>
              <p14:xfrm>
                <a:off x="3983414" y="1626176"/>
                <a:ext cx="379440" cy="29412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EF11A3C4-B497-FB70-59AF-D5842E2B0B03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3965414" y="1608176"/>
                  <a:ext cx="415080" cy="32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2AB01895-57F1-2630-4AC3-BB4543B71417}"/>
                    </a:ext>
                  </a:extLst>
                </p14:cNvPr>
                <p14:cNvContentPartPr/>
                <p14:nvPr/>
              </p14:nvContentPartPr>
              <p14:xfrm>
                <a:off x="4043174" y="1837856"/>
                <a:ext cx="167040" cy="576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2AB01895-57F1-2630-4AC3-BB4543B71417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4025534" y="1820216"/>
                  <a:ext cx="202680" cy="4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3FF0AFDC-ADC4-5669-2EA1-158DD356553A}"/>
                    </a:ext>
                  </a:extLst>
                </p14:cNvPr>
                <p14:cNvContentPartPr/>
                <p14:nvPr/>
              </p14:nvContentPartPr>
              <p14:xfrm>
                <a:off x="4324694" y="1647776"/>
                <a:ext cx="179280" cy="25452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3FF0AFDC-ADC4-5669-2EA1-158DD356553A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306694" y="1629776"/>
                  <a:ext cx="214920" cy="29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783AFC60-2D1B-15A7-AAAF-33967BE83B57}"/>
                    </a:ext>
                  </a:extLst>
                </p14:cNvPr>
                <p14:cNvContentPartPr/>
                <p14:nvPr/>
              </p14:nvContentPartPr>
              <p14:xfrm>
                <a:off x="3210854" y="2157896"/>
                <a:ext cx="466560" cy="6372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783AFC60-2D1B-15A7-AAAF-33967BE83B57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3193214" y="2140256"/>
                  <a:ext cx="502200" cy="9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6C681A7F-57F2-AD9E-012E-83AD60F4381F}"/>
                    </a:ext>
                  </a:extLst>
                </p14:cNvPr>
                <p14:cNvContentPartPr/>
                <p14:nvPr/>
              </p14:nvContentPartPr>
              <p14:xfrm>
                <a:off x="3692174" y="2135936"/>
                <a:ext cx="189000" cy="20520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6C681A7F-57F2-AD9E-012E-83AD60F4381F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3674534" y="2117936"/>
                  <a:ext cx="224640" cy="24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5D231B1E-F15B-0E45-B6EB-95636739BEA8}"/>
                    </a:ext>
                  </a:extLst>
                </p14:cNvPr>
                <p14:cNvContentPartPr/>
                <p14:nvPr/>
              </p14:nvContentPartPr>
              <p14:xfrm>
                <a:off x="4275374" y="2094896"/>
                <a:ext cx="265320" cy="20340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5D231B1E-F15B-0E45-B6EB-95636739BEA8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4257374" y="2077256"/>
                  <a:ext cx="300960" cy="23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76572F0B-10F8-772A-ADEF-D339B45B214A}"/>
                    </a:ext>
                  </a:extLst>
                </p14:cNvPr>
                <p14:cNvContentPartPr/>
                <p14:nvPr/>
              </p14:nvContentPartPr>
              <p14:xfrm>
                <a:off x="4624574" y="2067896"/>
                <a:ext cx="52200" cy="16020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76572F0B-10F8-772A-ADEF-D339B45B214A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4606934" y="2049896"/>
                  <a:ext cx="87840" cy="19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AEDD0794-4F0A-29E2-908D-6CDF4A28B6D0}"/>
                    </a:ext>
                  </a:extLst>
                </p14:cNvPr>
                <p14:cNvContentPartPr/>
                <p14:nvPr/>
              </p14:nvContentPartPr>
              <p14:xfrm>
                <a:off x="4897094" y="2050976"/>
                <a:ext cx="250200" cy="22104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AEDD0794-4F0A-29E2-908D-6CDF4A28B6D0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4879454" y="2032976"/>
                  <a:ext cx="285840" cy="25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86394A7D-F3B0-CD03-7D34-3FD31DD7E492}"/>
                    </a:ext>
                  </a:extLst>
                </p14:cNvPr>
                <p14:cNvContentPartPr/>
                <p14:nvPr/>
              </p14:nvContentPartPr>
              <p14:xfrm>
                <a:off x="4912214" y="2168336"/>
                <a:ext cx="139680" cy="3024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86394A7D-F3B0-CD03-7D34-3FD31DD7E492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4894574" y="2150336"/>
                  <a:ext cx="175320" cy="6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92DDDC88-3E16-FDD3-3A9F-41DA978B1036}"/>
                    </a:ext>
                  </a:extLst>
                </p14:cNvPr>
                <p14:cNvContentPartPr/>
                <p14:nvPr/>
              </p14:nvContentPartPr>
              <p14:xfrm>
                <a:off x="5182574" y="1982936"/>
                <a:ext cx="234720" cy="21492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92DDDC88-3E16-FDD3-3A9F-41DA978B1036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5164934" y="1965296"/>
                  <a:ext cx="270360" cy="250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220525AB-C08D-BD68-D878-532F785F1FFB}"/>
              </a:ext>
            </a:extLst>
          </p:cNvPr>
          <p:cNvGrpSpPr/>
          <p:nvPr/>
        </p:nvGrpSpPr>
        <p:grpSpPr>
          <a:xfrm>
            <a:off x="1318694" y="3015416"/>
            <a:ext cx="868680" cy="524160"/>
            <a:chOff x="1318694" y="3015416"/>
            <a:chExt cx="868680" cy="524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CDAE39A4-14F9-ABEE-92C2-8D66C0DB4D5E}"/>
                    </a:ext>
                  </a:extLst>
                </p14:cNvPr>
                <p14:cNvContentPartPr/>
                <p14:nvPr/>
              </p14:nvContentPartPr>
              <p14:xfrm>
                <a:off x="1318694" y="3028016"/>
                <a:ext cx="156240" cy="51156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CDAE39A4-14F9-ABEE-92C2-8D66C0DB4D5E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1301054" y="3010016"/>
                  <a:ext cx="191880" cy="54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DB6041FE-72CC-1B49-773C-FE8EDE6DB281}"/>
                    </a:ext>
                  </a:extLst>
                </p14:cNvPr>
                <p14:cNvContentPartPr/>
                <p14:nvPr/>
              </p14:nvContentPartPr>
              <p14:xfrm>
                <a:off x="1453694" y="3015416"/>
                <a:ext cx="270360" cy="42732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DB6041FE-72CC-1B49-773C-FE8EDE6DB281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1436054" y="2997776"/>
                  <a:ext cx="306000" cy="46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7264AF5B-D7D1-4138-DD03-C1F1DC732DB4}"/>
                    </a:ext>
                  </a:extLst>
                </p14:cNvPr>
                <p14:cNvContentPartPr/>
                <p14:nvPr/>
              </p14:nvContentPartPr>
              <p14:xfrm>
                <a:off x="1464134" y="3256976"/>
                <a:ext cx="227160" cy="4392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7264AF5B-D7D1-4138-DD03-C1F1DC732DB4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1446134" y="3238976"/>
                  <a:ext cx="262800" cy="7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EF29E2E1-BCA3-3AB3-AC92-0F6E48611FCE}"/>
                    </a:ext>
                  </a:extLst>
                </p14:cNvPr>
                <p14:cNvContentPartPr/>
                <p14:nvPr/>
              </p14:nvContentPartPr>
              <p14:xfrm>
                <a:off x="1816214" y="3048176"/>
                <a:ext cx="371160" cy="31968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EF29E2E1-BCA3-3AB3-AC92-0F6E48611FCE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1798214" y="3030176"/>
                  <a:ext cx="406800" cy="355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45103FA2-6D31-E1A0-4B07-B8996BAC8B05}"/>
              </a:ext>
            </a:extLst>
          </p:cNvPr>
          <p:cNvGrpSpPr/>
          <p:nvPr/>
        </p:nvGrpSpPr>
        <p:grpSpPr>
          <a:xfrm>
            <a:off x="2500934" y="2739296"/>
            <a:ext cx="2714760" cy="906480"/>
            <a:chOff x="2500934" y="2739296"/>
            <a:chExt cx="2714760" cy="906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70EFAD53-5DCB-5308-736D-C5333B28CA62}"/>
                    </a:ext>
                  </a:extLst>
                </p14:cNvPr>
                <p14:cNvContentPartPr/>
                <p14:nvPr/>
              </p14:nvContentPartPr>
              <p14:xfrm>
                <a:off x="2500934" y="3081656"/>
                <a:ext cx="106920" cy="1944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70EFAD53-5DCB-5308-736D-C5333B28CA62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2482934" y="3063656"/>
                  <a:ext cx="142560" cy="5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78916D4A-ED00-A06B-558F-546E8B3CD183}"/>
                    </a:ext>
                  </a:extLst>
                </p14:cNvPr>
                <p14:cNvContentPartPr/>
                <p14:nvPr/>
              </p14:nvContentPartPr>
              <p14:xfrm>
                <a:off x="2535134" y="3181736"/>
                <a:ext cx="227160" cy="3024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78916D4A-ED00-A06B-558F-546E8B3CD183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2517494" y="3163736"/>
                  <a:ext cx="262800" cy="6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CE001526-033F-6B38-8EDF-9A37384B04E2}"/>
                    </a:ext>
                  </a:extLst>
                </p14:cNvPr>
                <p14:cNvContentPartPr/>
                <p14:nvPr/>
              </p14:nvContentPartPr>
              <p14:xfrm>
                <a:off x="3065054" y="2884016"/>
                <a:ext cx="160920" cy="76176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CE001526-033F-6B38-8EDF-9A37384B04E2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3047414" y="2866016"/>
                  <a:ext cx="196560" cy="79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157D9A78-F539-939E-961F-2C1C962EA895}"/>
                    </a:ext>
                  </a:extLst>
                </p14:cNvPr>
                <p14:cNvContentPartPr/>
                <p14:nvPr/>
              </p14:nvContentPartPr>
              <p14:xfrm>
                <a:off x="3045614" y="2856296"/>
                <a:ext cx="394200" cy="38340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157D9A78-F539-939E-961F-2C1C962EA895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3027614" y="2838656"/>
                  <a:ext cx="429840" cy="41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144C8BFD-3968-C7AD-2B90-6D11CAA7C0A6}"/>
                    </a:ext>
                  </a:extLst>
                </p14:cNvPr>
                <p14:cNvContentPartPr/>
                <p14:nvPr/>
              </p14:nvContentPartPr>
              <p14:xfrm>
                <a:off x="3315254" y="3085256"/>
                <a:ext cx="311400" cy="20304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144C8BFD-3968-C7AD-2B90-6D11CAA7C0A6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3297614" y="3067256"/>
                  <a:ext cx="347040" cy="23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A90B9F88-BB97-8FBD-66EA-6AB004BF0A97}"/>
                    </a:ext>
                  </a:extLst>
                </p14:cNvPr>
                <p14:cNvContentPartPr/>
                <p14:nvPr/>
              </p14:nvContentPartPr>
              <p14:xfrm>
                <a:off x="3899534" y="2828936"/>
                <a:ext cx="122040" cy="48132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A90B9F88-BB97-8FBD-66EA-6AB004BF0A97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3881894" y="2811296"/>
                  <a:ext cx="157680" cy="51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406F7161-B6E7-B481-FB64-98CEDF4A0B92}"/>
                    </a:ext>
                  </a:extLst>
                </p14:cNvPr>
                <p14:cNvContentPartPr/>
                <p14:nvPr/>
              </p14:nvContentPartPr>
              <p14:xfrm>
                <a:off x="3805574" y="3018656"/>
                <a:ext cx="270720" cy="3312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406F7161-B6E7-B481-FB64-98CEDF4A0B92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3787574" y="3001016"/>
                  <a:ext cx="306360" cy="6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79352D49-08E9-9B6F-242E-C24A05B89C75}"/>
                    </a:ext>
                  </a:extLst>
                </p14:cNvPr>
                <p14:cNvContentPartPr/>
                <p14:nvPr/>
              </p14:nvContentPartPr>
              <p14:xfrm>
                <a:off x="4385534" y="2869976"/>
                <a:ext cx="115200" cy="38808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79352D49-08E9-9B6F-242E-C24A05B89C75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4367894" y="2851976"/>
                  <a:ext cx="150840" cy="42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FA2666AA-5745-4D15-DF44-4FBDDBA7977F}"/>
                    </a:ext>
                  </a:extLst>
                </p14:cNvPr>
                <p14:cNvContentPartPr/>
                <p14:nvPr/>
              </p14:nvContentPartPr>
              <p14:xfrm>
                <a:off x="4301294" y="2812016"/>
                <a:ext cx="318240" cy="33516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FA2666AA-5745-4D15-DF44-4FBDDBA7977F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4283294" y="2794016"/>
                  <a:ext cx="353880" cy="37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2DE6E7F0-75A7-D046-FDFA-FD53007185C0}"/>
                    </a:ext>
                  </a:extLst>
                </p14:cNvPr>
                <p14:cNvContentPartPr/>
                <p14:nvPr/>
              </p14:nvContentPartPr>
              <p14:xfrm>
                <a:off x="4736174" y="2989856"/>
                <a:ext cx="49680" cy="7236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2DE6E7F0-75A7-D046-FDFA-FD53007185C0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4718534" y="2971856"/>
                  <a:ext cx="85320" cy="10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5DA1B3D5-2236-7664-6330-0D8D47A18BAD}"/>
                    </a:ext>
                  </a:extLst>
                </p14:cNvPr>
                <p14:cNvContentPartPr/>
                <p14:nvPr/>
              </p14:nvContentPartPr>
              <p14:xfrm>
                <a:off x="4750934" y="2739296"/>
                <a:ext cx="220680" cy="37548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5DA1B3D5-2236-7664-6330-0D8D47A18BAD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4732934" y="2721656"/>
                  <a:ext cx="256320" cy="41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6535AE2F-C6C5-2B01-E537-707ABDBE3D09}"/>
                    </a:ext>
                  </a:extLst>
                </p14:cNvPr>
                <p14:cNvContentPartPr/>
                <p14:nvPr/>
              </p14:nvContentPartPr>
              <p14:xfrm>
                <a:off x="4830134" y="2816696"/>
                <a:ext cx="210600" cy="23544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6535AE2F-C6C5-2B01-E537-707ABDBE3D09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4812134" y="2798696"/>
                  <a:ext cx="246240" cy="27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DC6B17B1-602D-7086-3C18-76081205B187}"/>
                    </a:ext>
                  </a:extLst>
                </p14:cNvPr>
                <p14:cNvContentPartPr/>
                <p14:nvPr/>
              </p14:nvContentPartPr>
              <p14:xfrm>
                <a:off x="5155214" y="2953496"/>
                <a:ext cx="60480" cy="8604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DC6B17B1-602D-7086-3C18-76081205B187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5137214" y="2935496"/>
                  <a:ext cx="96120" cy="121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4" name="Group 63">
            <a:extLst>
              <a:ext uri="{FF2B5EF4-FFF2-40B4-BE49-F238E27FC236}">
                <a16:creationId xmlns:a16="http://schemas.microsoft.com/office/drawing/2014/main" id="{601BE4C3-54E2-3674-BBD8-DA2FD84CDEFD}"/>
              </a:ext>
            </a:extLst>
          </p:cNvPr>
          <p:cNvGrpSpPr/>
          <p:nvPr/>
        </p:nvGrpSpPr>
        <p:grpSpPr>
          <a:xfrm>
            <a:off x="5494334" y="2631296"/>
            <a:ext cx="277920" cy="477000"/>
            <a:chOff x="5494334" y="2631296"/>
            <a:chExt cx="277920" cy="477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46A9F4BD-0CEB-384A-54CA-F3CF237DBC6B}"/>
                    </a:ext>
                  </a:extLst>
                </p14:cNvPr>
                <p14:cNvContentPartPr/>
                <p14:nvPr/>
              </p14:nvContentPartPr>
              <p14:xfrm>
                <a:off x="5547614" y="2631296"/>
                <a:ext cx="159840" cy="47700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46A9F4BD-0CEB-384A-54CA-F3CF237DBC6B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5529614" y="2613296"/>
                  <a:ext cx="195480" cy="51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E618B7D7-ACCA-BE01-9CF6-C1E447C9C031}"/>
                    </a:ext>
                  </a:extLst>
                </p14:cNvPr>
                <p14:cNvContentPartPr/>
                <p14:nvPr/>
              </p14:nvContentPartPr>
              <p14:xfrm>
                <a:off x="5494334" y="2869256"/>
                <a:ext cx="277920" cy="4248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E618B7D7-ACCA-BE01-9CF6-C1E447C9C031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5476334" y="2851256"/>
                  <a:ext cx="313560" cy="78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B9356304-D1A7-CE9F-8320-15FD2EB67272}"/>
              </a:ext>
            </a:extLst>
          </p:cNvPr>
          <p:cNvGrpSpPr/>
          <p:nvPr/>
        </p:nvGrpSpPr>
        <p:grpSpPr>
          <a:xfrm>
            <a:off x="6050534" y="2521856"/>
            <a:ext cx="984240" cy="586800"/>
            <a:chOff x="6050534" y="2521856"/>
            <a:chExt cx="984240" cy="586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0E351B47-BD28-8539-CF9E-63800D65836F}"/>
                    </a:ext>
                  </a:extLst>
                </p14:cNvPr>
                <p14:cNvContentPartPr/>
                <p14:nvPr/>
              </p14:nvContentPartPr>
              <p14:xfrm>
                <a:off x="6134054" y="2642456"/>
                <a:ext cx="36000" cy="46620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0E351B47-BD28-8539-CF9E-63800D65836F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6116414" y="2624456"/>
                  <a:ext cx="71640" cy="50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08019D0A-17AA-F493-D40E-11A68949028C}"/>
                    </a:ext>
                  </a:extLst>
                </p14:cNvPr>
                <p14:cNvContentPartPr/>
                <p14:nvPr/>
              </p14:nvContentPartPr>
              <p14:xfrm>
                <a:off x="6050534" y="2626976"/>
                <a:ext cx="237960" cy="35280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08019D0A-17AA-F493-D40E-11A68949028C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6032894" y="2609336"/>
                  <a:ext cx="273600" cy="38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DB00410F-14E7-0A2F-F9A6-7E369BAB5AAD}"/>
                    </a:ext>
                  </a:extLst>
                </p14:cNvPr>
                <p14:cNvContentPartPr/>
                <p14:nvPr/>
              </p14:nvContentPartPr>
              <p14:xfrm>
                <a:off x="6323774" y="2814176"/>
                <a:ext cx="165600" cy="17064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DB00410F-14E7-0A2F-F9A6-7E369BAB5AAD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6305774" y="2796536"/>
                  <a:ext cx="201240" cy="20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8587F96E-F317-759A-FD5E-7C222B0561F1}"/>
                    </a:ext>
                  </a:extLst>
                </p14:cNvPr>
                <p14:cNvContentPartPr/>
                <p14:nvPr/>
              </p14:nvContentPartPr>
              <p14:xfrm>
                <a:off x="6599894" y="2521856"/>
                <a:ext cx="78840" cy="55368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8587F96E-F317-759A-FD5E-7C222B0561F1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6582254" y="2503856"/>
                  <a:ext cx="114480" cy="58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1D86F484-F802-7F8B-3B29-E1FC618FC5D8}"/>
                    </a:ext>
                  </a:extLst>
                </p14:cNvPr>
                <p14:cNvContentPartPr/>
                <p14:nvPr/>
              </p14:nvContentPartPr>
              <p14:xfrm>
                <a:off x="6558494" y="2778536"/>
                <a:ext cx="286560" cy="17820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1D86F484-F802-7F8B-3B29-E1FC618FC5D8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6540854" y="2760896"/>
                  <a:ext cx="322200" cy="21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8F3BB487-80C2-F5E3-C647-FE6CBE4BCCFA}"/>
                    </a:ext>
                  </a:extLst>
                </p14:cNvPr>
                <p14:cNvContentPartPr/>
                <p14:nvPr/>
              </p14:nvContentPartPr>
              <p14:xfrm>
                <a:off x="6840374" y="2822816"/>
                <a:ext cx="194400" cy="16524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8F3BB487-80C2-F5E3-C647-FE6CBE4BCCFA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6822734" y="2804816"/>
                  <a:ext cx="230040" cy="200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C9522CD6-B4E7-48E6-5AB0-7A661BB1E04D}"/>
              </a:ext>
            </a:extLst>
          </p:cNvPr>
          <p:cNvGrpSpPr/>
          <p:nvPr/>
        </p:nvGrpSpPr>
        <p:grpSpPr>
          <a:xfrm>
            <a:off x="7395854" y="2815616"/>
            <a:ext cx="513360" cy="84960"/>
            <a:chOff x="7395854" y="2815616"/>
            <a:chExt cx="513360" cy="849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DDFC76DC-AF9D-2B12-D76B-214DCB1EBE36}"/>
                    </a:ext>
                  </a:extLst>
                </p14:cNvPr>
                <p14:cNvContentPartPr/>
                <p14:nvPr/>
              </p14:nvContentPartPr>
              <p14:xfrm>
                <a:off x="7395854" y="2900216"/>
                <a:ext cx="55080" cy="36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DDFC76DC-AF9D-2B12-D76B-214DCB1EBE36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7378214" y="2882576"/>
                  <a:ext cx="9072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7AF5328C-1D5A-8A0B-4FDD-BD7D0343C808}"/>
                    </a:ext>
                  </a:extLst>
                </p14:cNvPr>
                <p14:cNvContentPartPr/>
                <p14:nvPr/>
              </p14:nvContentPartPr>
              <p14:xfrm>
                <a:off x="7696094" y="2815616"/>
                <a:ext cx="16920" cy="324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7AF5328C-1D5A-8A0B-4FDD-BD7D0343C808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7678094" y="2797976"/>
                  <a:ext cx="52560" cy="3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1581F817-0143-F010-B61B-A2EC6BF8C5FD}"/>
                    </a:ext>
                  </a:extLst>
                </p14:cNvPr>
                <p14:cNvContentPartPr/>
                <p14:nvPr/>
              </p14:nvContentPartPr>
              <p14:xfrm>
                <a:off x="7895174" y="2817056"/>
                <a:ext cx="14040" cy="180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1581F817-0143-F010-B61B-A2EC6BF8C5FD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7877534" y="2799056"/>
                  <a:ext cx="49680" cy="37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FE741353-9287-003D-2C89-ACC5865DE557}"/>
              </a:ext>
            </a:extLst>
          </p:cNvPr>
          <p:cNvGrpSpPr/>
          <p:nvPr/>
        </p:nvGrpSpPr>
        <p:grpSpPr>
          <a:xfrm>
            <a:off x="8452094" y="2257976"/>
            <a:ext cx="1302120" cy="746640"/>
            <a:chOff x="8452094" y="2257976"/>
            <a:chExt cx="1302120" cy="746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2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DD126B44-04F9-BBC9-2DA5-A6B3F30B25AF}"/>
                    </a:ext>
                  </a:extLst>
                </p14:cNvPr>
                <p14:cNvContentPartPr/>
                <p14:nvPr/>
              </p14:nvContentPartPr>
              <p14:xfrm>
                <a:off x="8519414" y="2517176"/>
                <a:ext cx="41760" cy="487440"/>
              </p14:xfrm>
            </p:contentPart>
          </mc:Choice>
          <mc:Fallback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DD126B44-04F9-BBC9-2DA5-A6B3F30B25AF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8501774" y="2499176"/>
                  <a:ext cx="77400" cy="52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CC0F95C0-2A3F-D21C-9087-135892D7D1E4}"/>
                    </a:ext>
                  </a:extLst>
                </p14:cNvPr>
                <p14:cNvContentPartPr/>
                <p14:nvPr/>
              </p14:nvContentPartPr>
              <p14:xfrm>
                <a:off x="8452094" y="2351576"/>
                <a:ext cx="254160" cy="379440"/>
              </p14:xfrm>
            </p:contentPart>
          </mc:Choice>
          <mc:Fallback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CC0F95C0-2A3F-D21C-9087-135892D7D1E4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8434454" y="2333576"/>
                  <a:ext cx="289800" cy="41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6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5E612F1E-E10B-F5F7-EEF4-D99868D174A3}"/>
                    </a:ext>
                  </a:extLst>
                </p14:cNvPr>
                <p14:cNvContentPartPr/>
                <p14:nvPr/>
              </p14:nvContentPartPr>
              <p14:xfrm>
                <a:off x="8821454" y="2592776"/>
                <a:ext cx="55080" cy="146160"/>
              </p14:xfrm>
            </p:contentPart>
          </mc:Choice>
          <mc:Fallback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5E612F1E-E10B-F5F7-EEF4-D99868D174A3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8803454" y="2575136"/>
                  <a:ext cx="90720" cy="18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8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B0D48FA9-0A6A-8008-C522-469BAB38A614}"/>
                    </a:ext>
                  </a:extLst>
                </p14:cNvPr>
                <p14:cNvContentPartPr/>
                <p14:nvPr/>
              </p14:nvContentPartPr>
              <p14:xfrm>
                <a:off x="8968694" y="2575496"/>
                <a:ext cx="41400" cy="152280"/>
              </p14:xfrm>
            </p:contentPart>
          </mc:Choice>
          <mc:Fallback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B0D48FA9-0A6A-8008-C522-469BAB38A614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8951054" y="2557856"/>
                  <a:ext cx="77040" cy="18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0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C05F2A2C-1248-2AB5-7870-01155EA0DA85}"/>
                    </a:ext>
                  </a:extLst>
                </p14:cNvPr>
                <p14:cNvContentPartPr/>
                <p14:nvPr/>
              </p14:nvContentPartPr>
              <p14:xfrm>
                <a:off x="9171374" y="2257976"/>
                <a:ext cx="77760" cy="534600"/>
              </p14:xfrm>
            </p:contentPart>
          </mc:Choice>
          <mc:Fallback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C05F2A2C-1248-2AB5-7870-01155EA0DA85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9153734" y="2239976"/>
                  <a:ext cx="113400" cy="57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2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31FAB4E3-5054-BCD9-525B-B12E7C6A0D51}"/>
                    </a:ext>
                  </a:extLst>
                </p14:cNvPr>
                <p14:cNvContentPartPr/>
                <p14:nvPr/>
              </p14:nvContentPartPr>
              <p14:xfrm>
                <a:off x="9120254" y="2437256"/>
                <a:ext cx="298080" cy="248040"/>
              </p14:xfrm>
            </p:contentPart>
          </mc:Choice>
          <mc:Fallback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31FAB4E3-5054-BCD9-525B-B12E7C6A0D51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9102614" y="2419256"/>
                  <a:ext cx="333720" cy="28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4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F1683B38-D30F-8596-6842-12A7E6291365}"/>
                    </a:ext>
                  </a:extLst>
                </p14:cNvPr>
                <p14:cNvContentPartPr/>
                <p14:nvPr/>
              </p14:nvContentPartPr>
              <p14:xfrm>
                <a:off x="9518774" y="2560376"/>
                <a:ext cx="22320" cy="94320"/>
              </p14:xfrm>
            </p:contentPart>
          </mc:Choice>
          <mc:Fallback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F1683B38-D30F-8596-6842-12A7E6291365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9501134" y="2542736"/>
                  <a:ext cx="57960" cy="12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6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EC702472-6FA8-5936-4157-56E8DF5B02AB}"/>
                    </a:ext>
                  </a:extLst>
                </p14:cNvPr>
                <p14:cNvContentPartPr/>
                <p14:nvPr/>
              </p14:nvContentPartPr>
              <p14:xfrm>
                <a:off x="9658094" y="2476856"/>
                <a:ext cx="96120" cy="307440"/>
              </p14:xfrm>
            </p:contentPart>
          </mc:Choice>
          <mc:Fallback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EC702472-6FA8-5936-4157-56E8DF5B02AB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9640454" y="2459216"/>
                  <a:ext cx="131760" cy="343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2" name="Group 91">
            <a:extLst>
              <a:ext uri="{FF2B5EF4-FFF2-40B4-BE49-F238E27FC236}">
                <a16:creationId xmlns:a16="http://schemas.microsoft.com/office/drawing/2014/main" id="{4A9F02D5-F99E-9BBB-CCB1-5017642B4ED1}"/>
              </a:ext>
            </a:extLst>
          </p:cNvPr>
          <p:cNvGrpSpPr/>
          <p:nvPr/>
        </p:nvGrpSpPr>
        <p:grpSpPr>
          <a:xfrm>
            <a:off x="3951014" y="4225016"/>
            <a:ext cx="952560" cy="1022040"/>
            <a:chOff x="3951014" y="4225016"/>
            <a:chExt cx="952560" cy="1022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08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DD0E559B-1840-7804-40D8-4EE979BCE574}"/>
                    </a:ext>
                  </a:extLst>
                </p14:cNvPr>
                <p14:cNvContentPartPr/>
                <p14:nvPr/>
              </p14:nvContentPartPr>
              <p14:xfrm>
                <a:off x="3951014" y="4342376"/>
                <a:ext cx="561960" cy="369000"/>
              </p14:xfrm>
            </p:contentPart>
          </mc:Choice>
          <mc:Fallback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DD0E559B-1840-7804-40D8-4EE979BCE574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3933374" y="4324736"/>
                  <a:ext cx="597600" cy="40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0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C342D729-B172-9D2B-0066-78BFA5C14A90}"/>
                    </a:ext>
                  </a:extLst>
                </p14:cNvPr>
                <p14:cNvContentPartPr/>
                <p14:nvPr/>
              </p14:nvContentPartPr>
              <p14:xfrm>
                <a:off x="4503974" y="4225016"/>
                <a:ext cx="284760" cy="280080"/>
              </p14:xfrm>
            </p:contentPart>
          </mc:Choice>
          <mc:Fallback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C342D729-B172-9D2B-0066-78BFA5C14A90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4485974" y="4207016"/>
                  <a:ext cx="320400" cy="31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2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02D5310A-F146-63A0-B7D7-A96DAC847AEE}"/>
                    </a:ext>
                  </a:extLst>
                </p14:cNvPr>
                <p14:cNvContentPartPr/>
                <p14:nvPr/>
              </p14:nvContentPartPr>
              <p14:xfrm>
                <a:off x="3963974" y="4774736"/>
                <a:ext cx="627480" cy="302400"/>
              </p14:xfrm>
            </p:contentPart>
          </mc:Choice>
          <mc:Fallback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02D5310A-F146-63A0-B7D7-A96DAC847AEE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3946334" y="4757096"/>
                  <a:ext cx="663120" cy="33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4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C0C137B2-BF00-5CF8-F80B-67FEDF3D648F}"/>
                    </a:ext>
                  </a:extLst>
                </p14:cNvPr>
                <p14:cNvContentPartPr/>
                <p14:nvPr/>
              </p14:nvContentPartPr>
              <p14:xfrm>
                <a:off x="4641134" y="4956176"/>
                <a:ext cx="262440" cy="290880"/>
              </p14:xfrm>
            </p:contentPart>
          </mc:Choice>
          <mc:Fallback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C0C137B2-BF00-5CF8-F80B-67FEDF3D648F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4623134" y="4938536"/>
                  <a:ext cx="298080" cy="326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8" name="Group 87">
            <a:extLst>
              <a:ext uri="{FF2B5EF4-FFF2-40B4-BE49-F238E27FC236}">
                <a16:creationId xmlns:a16="http://schemas.microsoft.com/office/drawing/2014/main" id="{29DF2BE2-816C-8405-47BE-07D1A96A6A29}"/>
              </a:ext>
            </a:extLst>
          </p:cNvPr>
          <p:cNvGrpSpPr/>
          <p:nvPr/>
        </p:nvGrpSpPr>
        <p:grpSpPr>
          <a:xfrm>
            <a:off x="5314694" y="4048976"/>
            <a:ext cx="1399680" cy="384480"/>
            <a:chOff x="5314694" y="4048976"/>
            <a:chExt cx="1399680" cy="384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16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A25C4FB9-D3B3-6A06-7A01-C073C1B8529D}"/>
                    </a:ext>
                  </a:extLst>
                </p14:cNvPr>
                <p14:cNvContentPartPr/>
                <p14:nvPr/>
              </p14:nvContentPartPr>
              <p14:xfrm>
                <a:off x="5314694" y="4094696"/>
                <a:ext cx="239400" cy="338760"/>
              </p14:xfrm>
            </p:contentPart>
          </mc:Choice>
          <mc:Fallback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A25C4FB9-D3B3-6A06-7A01-C073C1B8529D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5297054" y="4076696"/>
                  <a:ext cx="275040" cy="37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8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C685447F-F35C-F47E-2C1F-B9C0D49CEEA6}"/>
                    </a:ext>
                  </a:extLst>
                </p14:cNvPr>
                <p14:cNvContentPartPr/>
                <p14:nvPr/>
              </p14:nvContentPartPr>
              <p14:xfrm>
                <a:off x="5760374" y="4048976"/>
                <a:ext cx="63360" cy="259920"/>
              </p14:xfrm>
            </p:contentPart>
          </mc:Choice>
          <mc:Fallback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C685447F-F35C-F47E-2C1F-B9C0D49CEEA6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5742734" y="4030976"/>
                  <a:ext cx="99000" cy="29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0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2A9B0BD2-E945-A06F-B38C-3AED74126020}"/>
                    </a:ext>
                  </a:extLst>
                </p14:cNvPr>
                <p14:cNvContentPartPr/>
                <p14:nvPr/>
              </p14:nvContentPartPr>
              <p14:xfrm>
                <a:off x="6068174" y="4060496"/>
                <a:ext cx="646200" cy="122040"/>
              </p14:xfrm>
            </p:contentPart>
          </mc:Choice>
          <mc:Fallback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2A9B0BD2-E945-A06F-B38C-3AED74126020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6050174" y="4042496"/>
                  <a:ext cx="681840" cy="157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FCD2D654-EF01-1559-DBC3-BACB0B4ECFBC}"/>
              </a:ext>
            </a:extLst>
          </p:cNvPr>
          <p:cNvGrpSpPr/>
          <p:nvPr/>
        </p:nvGrpSpPr>
        <p:grpSpPr>
          <a:xfrm>
            <a:off x="5494334" y="4783376"/>
            <a:ext cx="1436760" cy="485640"/>
            <a:chOff x="5494334" y="4783376"/>
            <a:chExt cx="1436760" cy="485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22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3D577642-835C-4116-6788-3DD5ACFBFC47}"/>
                    </a:ext>
                  </a:extLst>
                </p14:cNvPr>
                <p14:cNvContentPartPr/>
                <p14:nvPr/>
              </p14:nvContentPartPr>
              <p14:xfrm>
                <a:off x="5494334" y="4879856"/>
                <a:ext cx="416880" cy="389160"/>
              </p14:xfrm>
            </p:contentPart>
          </mc:Choice>
          <mc:Fallback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3D577642-835C-4116-6788-3DD5ACFBFC47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5476694" y="4862216"/>
                  <a:ext cx="452520" cy="42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4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EA781FC1-F26C-7619-4FCA-4C93693A5FF5}"/>
                    </a:ext>
                  </a:extLst>
                </p14:cNvPr>
                <p14:cNvContentPartPr/>
                <p14:nvPr/>
              </p14:nvContentPartPr>
              <p14:xfrm>
                <a:off x="6057374" y="4822616"/>
                <a:ext cx="160560" cy="437400"/>
              </p14:xfrm>
            </p:contentPart>
          </mc:Choice>
          <mc:Fallback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EA781FC1-F26C-7619-4FCA-4C93693A5FF5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6039734" y="4804616"/>
                  <a:ext cx="196200" cy="47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6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42C94271-495C-0770-130E-E5C7F6BCDE75}"/>
                    </a:ext>
                  </a:extLst>
                </p14:cNvPr>
                <p14:cNvContentPartPr/>
                <p14:nvPr/>
              </p14:nvContentPartPr>
              <p14:xfrm>
                <a:off x="6411614" y="4783376"/>
                <a:ext cx="519480" cy="268200"/>
              </p14:xfrm>
            </p:contentPart>
          </mc:Choice>
          <mc:Fallback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42C94271-495C-0770-130E-E5C7F6BCDE75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6393974" y="4765376"/>
                  <a:ext cx="555120" cy="3038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28">
            <p14:nvContentPartPr>
              <p14:cNvPr id="93" name="Ink 92">
                <a:extLst>
                  <a:ext uri="{FF2B5EF4-FFF2-40B4-BE49-F238E27FC236}">
                    <a16:creationId xmlns:a16="http://schemas.microsoft.com/office/drawing/2014/main" id="{4C11130C-44D1-392C-88AF-C889BBB3D750}"/>
                  </a:ext>
                </a:extLst>
              </p14:cNvPr>
              <p14:cNvContentPartPr/>
              <p14:nvPr/>
            </p14:nvContentPartPr>
            <p14:xfrm>
              <a:off x="6458774" y="1547696"/>
              <a:ext cx="427320" cy="22320"/>
            </p14:xfrm>
          </p:contentPart>
        </mc:Choice>
        <mc:Fallback>
          <p:pic>
            <p:nvPicPr>
              <p:cNvPr id="93" name="Ink 92">
                <a:extLst>
                  <a:ext uri="{FF2B5EF4-FFF2-40B4-BE49-F238E27FC236}">
                    <a16:creationId xmlns:a16="http://schemas.microsoft.com/office/drawing/2014/main" id="{4C11130C-44D1-392C-88AF-C889BBB3D750}"/>
                  </a:ext>
                </a:extLst>
              </p:cNvPr>
              <p:cNvPicPr/>
              <p:nvPr/>
            </p:nvPicPr>
            <p:blipFill>
              <a:blip r:embed="rId129"/>
              <a:stretch>
                <a:fillRect/>
              </a:stretch>
            </p:blipFill>
            <p:spPr>
              <a:xfrm>
                <a:off x="6441134" y="1530056"/>
                <a:ext cx="462960" cy="57960"/>
              </a:xfrm>
              <a:prstGeom prst="rect">
                <a:avLst/>
              </a:prstGeom>
            </p:spPr>
          </p:pic>
        </mc:Fallback>
      </mc:AlternateContent>
      <p:grpSp>
        <p:nvGrpSpPr>
          <p:cNvPr id="96" name="Group 95">
            <a:extLst>
              <a:ext uri="{FF2B5EF4-FFF2-40B4-BE49-F238E27FC236}">
                <a16:creationId xmlns:a16="http://schemas.microsoft.com/office/drawing/2014/main" id="{B7A7EB41-84E9-BAE1-F64B-18DB12F7789F}"/>
              </a:ext>
            </a:extLst>
          </p:cNvPr>
          <p:cNvGrpSpPr/>
          <p:nvPr/>
        </p:nvGrpSpPr>
        <p:grpSpPr>
          <a:xfrm>
            <a:off x="2342174" y="4136456"/>
            <a:ext cx="1172160" cy="1115280"/>
            <a:chOff x="2342174" y="4136456"/>
            <a:chExt cx="1172160" cy="11152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30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A49C2B98-C51D-B05C-33B5-5E911FFB96F2}"/>
                    </a:ext>
                  </a:extLst>
                </p14:cNvPr>
                <p14:cNvContentPartPr/>
                <p14:nvPr/>
              </p14:nvContentPartPr>
              <p14:xfrm>
                <a:off x="2841854" y="4411856"/>
                <a:ext cx="75240" cy="609120"/>
              </p14:xfrm>
            </p:contentPart>
          </mc:Choice>
          <mc:Fallback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A49C2B98-C51D-B05C-33B5-5E911FFB96F2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2824214" y="4393856"/>
                  <a:ext cx="110880" cy="64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2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6C04CD9A-04B7-AB18-298B-5083DDA24917}"/>
                    </a:ext>
                  </a:extLst>
                </p14:cNvPr>
                <p14:cNvContentPartPr/>
                <p14:nvPr/>
              </p14:nvContentPartPr>
              <p14:xfrm>
                <a:off x="3281774" y="4487456"/>
                <a:ext cx="95040" cy="488160"/>
              </p14:xfrm>
            </p:contentPart>
          </mc:Choice>
          <mc:Fallback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6C04CD9A-04B7-AB18-298B-5083DDA24917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3264134" y="4469816"/>
                  <a:ext cx="130680" cy="52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4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FDDA946C-B0B3-9C89-8C6F-EF5C677E8EB2}"/>
                    </a:ext>
                  </a:extLst>
                </p14:cNvPr>
                <p14:cNvContentPartPr/>
                <p14:nvPr/>
              </p14:nvContentPartPr>
              <p14:xfrm>
                <a:off x="2342174" y="4136456"/>
                <a:ext cx="1172160" cy="1115280"/>
              </p14:xfrm>
            </p:contentPart>
          </mc:Choice>
          <mc:Fallback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FDDA946C-B0B3-9C89-8C6F-EF5C677E8EB2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2324174" y="4118816"/>
                  <a:ext cx="1207800" cy="1150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8FD4ECB2-2012-B46A-615C-E0EF452CC927}"/>
              </a:ext>
            </a:extLst>
          </p:cNvPr>
          <p:cNvGrpSpPr/>
          <p:nvPr/>
        </p:nvGrpSpPr>
        <p:grpSpPr>
          <a:xfrm>
            <a:off x="7434734" y="4534976"/>
            <a:ext cx="1533240" cy="916920"/>
            <a:chOff x="7434734" y="4534976"/>
            <a:chExt cx="1533240" cy="916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36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83EF3274-287B-EE2D-17B4-A55F0A7146D0}"/>
                    </a:ext>
                  </a:extLst>
                </p14:cNvPr>
                <p14:cNvContentPartPr/>
                <p14:nvPr/>
              </p14:nvContentPartPr>
              <p14:xfrm>
                <a:off x="7434734" y="4731896"/>
                <a:ext cx="106920" cy="265680"/>
              </p14:xfrm>
            </p:contentPart>
          </mc:Choice>
          <mc:Fallback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83EF3274-287B-EE2D-17B4-A55F0A7146D0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7417094" y="4714256"/>
                  <a:ext cx="142560" cy="30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8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9FD80C73-C868-5242-C9A5-E48E5E4399AF}"/>
                    </a:ext>
                  </a:extLst>
                </p14:cNvPr>
                <p14:cNvContentPartPr/>
                <p14:nvPr/>
              </p14:nvContentPartPr>
              <p14:xfrm>
                <a:off x="7638494" y="4687976"/>
                <a:ext cx="202320" cy="223200"/>
              </p14:xfrm>
            </p:contentPart>
          </mc:Choice>
          <mc:Fallback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9FD80C73-C868-5242-C9A5-E48E5E4399AF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7620494" y="4669976"/>
                  <a:ext cx="237960" cy="25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0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5B5DA86D-A9DA-0D63-51A3-1D62C153E8B3}"/>
                    </a:ext>
                  </a:extLst>
                </p14:cNvPr>
                <p14:cNvContentPartPr/>
                <p14:nvPr/>
              </p14:nvContentPartPr>
              <p14:xfrm>
                <a:off x="7875014" y="4534976"/>
                <a:ext cx="234000" cy="390960"/>
              </p14:xfrm>
            </p:contentPart>
          </mc:Choice>
          <mc:Fallback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5B5DA86D-A9DA-0D63-51A3-1D62C153E8B3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7857374" y="4517336"/>
                  <a:ext cx="269640" cy="42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2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EDFC662F-E040-46F9-C3A3-C2F3704F41EB}"/>
                    </a:ext>
                  </a:extLst>
                </p14:cNvPr>
                <p14:cNvContentPartPr/>
                <p14:nvPr/>
              </p14:nvContentPartPr>
              <p14:xfrm>
                <a:off x="8171654" y="4677536"/>
                <a:ext cx="154440" cy="273600"/>
              </p14:xfrm>
            </p:contentPart>
          </mc:Choice>
          <mc:Fallback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EDFC662F-E040-46F9-C3A3-C2F3704F41EB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8154014" y="4659536"/>
                  <a:ext cx="190080" cy="30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4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D0A42010-D223-42C3-EA1C-F1965E3F7DE1}"/>
                    </a:ext>
                  </a:extLst>
                </p14:cNvPr>
                <p14:cNvContentPartPr/>
                <p14:nvPr/>
              </p14:nvContentPartPr>
              <p14:xfrm>
                <a:off x="8493134" y="4640096"/>
                <a:ext cx="231480" cy="204840"/>
              </p14:xfrm>
            </p:contentPart>
          </mc:Choice>
          <mc:Fallback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D0A42010-D223-42C3-EA1C-F1965E3F7DE1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8475134" y="4622456"/>
                  <a:ext cx="267120" cy="24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6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DA7D3AC3-0900-E8BA-E68A-E4043FD2FE40}"/>
                    </a:ext>
                  </a:extLst>
                </p14:cNvPr>
                <p14:cNvContentPartPr/>
                <p14:nvPr/>
              </p14:nvContentPartPr>
              <p14:xfrm>
                <a:off x="8587454" y="4648376"/>
                <a:ext cx="58320" cy="188280"/>
              </p14:xfrm>
            </p:contentPart>
          </mc:Choice>
          <mc:Fallback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DA7D3AC3-0900-E8BA-E68A-E4043FD2FE40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8569454" y="4630376"/>
                  <a:ext cx="93960" cy="22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8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05BCBB13-7AFA-39F7-CF0D-5D0751A7EF21}"/>
                    </a:ext>
                  </a:extLst>
                </p14:cNvPr>
                <p14:cNvContentPartPr/>
                <p14:nvPr/>
              </p14:nvContentPartPr>
              <p14:xfrm>
                <a:off x="7734614" y="5258936"/>
                <a:ext cx="105480" cy="174600"/>
              </p14:xfrm>
            </p:contentPart>
          </mc:Choice>
          <mc:Fallback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05BCBB13-7AFA-39F7-CF0D-5D0751A7EF21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7716974" y="5240936"/>
                  <a:ext cx="141120" cy="21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0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D8438416-5E7A-52A6-4725-568E6C57F916}"/>
                    </a:ext>
                  </a:extLst>
                </p14:cNvPr>
                <p14:cNvContentPartPr/>
                <p14:nvPr/>
              </p14:nvContentPartPr>
              <p14:xfrm>
                <a:off x="7916774" y="5290976"/>
                <a:ext cx="138600" cy="148320"/>
              </p14:xfrm>
            </p:contentPart>
          </mc:Choice>
          <mc:Fallback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D8438416-5E7A-52A6-4725-568E6C57F916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7899134" y="5272976"/>
                  <a:ext cx="174240" cy="18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2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922595FF-53CC-F4AB-10CD-1AF42D39E287}"/>
                    </a:ext>
                  </a:extLst>
                </p14:cNvPr>
                <p14:cNvContentPartPr/>
                <p14:nvPr/>
              </p14:nvContentPartPr>
              <p14:xfrm>
                <a:off x="8096774" y="5184416"/>
                <a:ext cx="109440" cy="255240"/>
              </p14:xfrm>
            </p:contentPart>
          </mc:Choice>
          <mc:Fallback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922595FF-53CC-F4AB-10CD-1AF42D39E287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8078774" y="5166776"/>
                  <a:ext cx="145080" cy="29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4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10ACDDE2-020B-2D2B-DA0A-8F584188DDC6}"/>
                    </a:ext>
                  </a:extLst>
                </p14:cNvPr>
                <p14:cNvContentPartPr/>
                <p14:nvPr/>
              </p14:nvContentPartPr>
              <p14:xfrm>
                <a:off x="8263094" y="5331296"/>
                <a:ext cx="5760" cy="95400"/>
              </p14:xfrm>
            </p:contentPart>
          </mc:Choice>
          <mc:Fallback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10ACDDE2-020B-2D2B-DA0A-8F584188DDC6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8245094" y="5313296"/>
                  <a:ext cx="41400" cy="13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6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64004FFD-38AD-22B6-9264-915DFED2E14F}"/>
                    </a:ext>
                  </a:extLst>
                </p14:cNvPr>
                <p14:cNvContentPartPr/>
                <p14:nvPr/>
              </p14:nvContentPartPr>
              <p14:xfrm>
                <a:off x="8382974" y="5273336"/>
                <a:ext cx="248760" cy="133920"/>
              </p14:xfrm>
            </p:contentPart>
          </mc:Choice>
          <mc:Fallback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64004FFD-38AD-22B6-9264-915DFED2E14F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8365334" y="5255696"/>
                  <a:ext cx="284400" cy="16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8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FB102244-C4E3-829D-44D4-F247BA1AD864}"/>
                    </a:ext>
                  </a:extLst>
                </p14:cNvPr>
                <p14:cNvContentPartPr/>
                <p14:nvPr/>
              </p14:nvContentPartPr>
              <p14:xfrm>
                <a:off x="8656214" y="5286656"/>
                <a:ext cx="208080" cy="165240"/>
              </p14:xfrm>
            </p:contentPart>
          </mc:Choice>
          <mc:Fallback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FB102244-C4E3-829D-44D4-F247BA1AD864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8638214" y="5269016"/>
                  <a:ext cx="243720" cy="20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0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935A912D-0414-B4FD-39A5-B53E16CF901F}"/>
                    </a:ext>
                  </a:extLst>
                </p14:cNvPr>
                <p14:cNvContentPartPr/>
                <p14:nvPr/>
              </p14:nvContentPartPr>
              <p14:xfrm>
                <a:off x="8918294" y="5081096"/>
                <a:ext cx="49680" cy="226800"/>
              </p14:xfrm>
            </p:contentPart>
          </mc:Choice>
          <mc:Fallback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935A912D-0414-B4FD-39A5-B53E16CF901F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8900294" y="5063456"/>
                  <a:ext cx="85320" cy="2624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62">
            <p14:nvContentPartPr>
              <p14:cNvPr id="121" name="Ink 120">
                <a:extLst>
                  <a:ext uri="{FF2B5EF4-FFF2-40B4-BE49-F238E27FC236}">
                    <a16:creationId xmlns:a16="http://schemas.microsoft.com/office/drawing/2014/main" id="{9105EEFA-D302-F8B0-60CF-CE3BB90C955A}"/>
                  </a:ext>
                </a:extLst>
              </p14:cNvPr>
              <p14:cNvContentPartPr/>
              <p14:nvPr/>
            </p14:nvContentPartPr>
            <p14:xfrm>
              <a:off x="9164894" y="3880136"/>
              <a:ext cx="58320" cy="72360"/>
            </p14:xfrm>
          </p:contentPart>
        </mc:Choice>
        <mc:Fallback>
          <p:pic>
            <p:nvPicPr>
              <p:cNvPr id="121" name="Ink 120">
                <a:extLst>
                  <a:ext uri="{FF2B5EF4-FFF2-40B4-BE49-F238E27FC236}">
                    <a16:creationId xmlns:a16="http://schemas.microsoft.com/office/drawing/2014/main" id="{9105EEFA-D302-F8B0-60CF-CE3BB90C955A}"/>
                  </a:ext>
                </a:extLst>
              </p:cNvPr>
              <p:cNvPicPr/>
              <p:nvPr/>
            </p:nvPicPr>
            <p:blipFill>
              <a:blip r:embed="rId163"/>
              <a:stretch>
                <a:fillRect/>
              </a:stretch>
            </p:blipFill>
            <p:spPr>
              <a:xfrm>
                <a:off x="9147254" y="3862496"/>
                <a:ext cx="93960" cy="108000"/>
              </a:xfrm>
              <a:prstGeom prst="rect">
                <a:avLst/>
              </a:prstGeom>
            </p:spPr>
          </p:pic>
        </mc:Fallback>
      </mc:AlternateContent>
      <p:grpSp>
        <p:nvGrpSpPr>
          <p:cNvPr id="126" name="Group 125">
            <a:extLst>
              <a:ext uri="{FF2B5EF4-FFF2-40B4-BE49-F238E27FC236}">
                <a16:creationId xmlns:a16="http://schemas.microsoft.com/office/drawing/2014/main" id="{EED55BF2-6AD1-8349-F4A6-CF9AFF59D399}"/>
              </a:ext>
            </a:extLst>
          </p:cNvPr>
          <p:cNvGrpSpPr/>
          <p:nvPr/>
        </p:nvGrpSpPr>
        <p:grpSpPr>
          <a:xfrm>
            <a:off x="7130174" y="3753056"/>
            <a:ext cx="1775520" cy="554400"/>
            <a:chOff x="7130174" y="3753056"/>
            <a:chExt cx="1775520" cy="554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64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729B819F-514D-2404-973D-68FE10B9F23D}"/>
                    </a:ext>
                  </a:extLst>
                </p14:cNvPr>
                <p14:cNvContentPartPr/>
                <p14:nvPr/>
              </p14:nvContentPartPr>
              <p14:xfrm>
                <a:off x="7130174" y="3821816"/>
                <a:ext cx="205560" cy="309240"/>
              </p14:xfrm>
            </p:contentPart>
          </mc:Choice>
          <mc:Fallback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729B819F-514D-2404-973D-68FE10B9F23D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7112174" y="3804176"/>
                  <a:ext cx="241200" cy="34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6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9BFA85C2-BB72-6FC2-821B-87E474932129}"/>
                    </a:ext>
                  </a:extLst>
                </p14:cNvPr>
                <p14:cNvContentPartPr/>
                <p14:nvPr/>
              </p14:nvContentPartPr>
              <p14:xfrm>
                <a:off x="7378574" y="3974096"/>
                <a:ext cx="190800" cy="158040"/>
              </p14:xfrm>
            </p:contentPart>
          </mc:Choice>
          <mc:Fallback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9BFA85C2-BB72-6FC2-821B-87E474932129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7360934" y="3956096"/>
                  <a:ext cx="226440" cy="19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8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0DA89ECA-122F-2691-2A95-E7F2C86241D3}"/>
                    </a:ext>
                  </a:extLst>
                </p14:cNvPr>
                <p14:cNvContentPartPr/>
                <p14:nvPr/>
              </p14:nvContentPartPr>
              <p14:xfrm>
                <a:off x="7583774" y="3973376"/>
                <a:ext cx="213480" cy="138600"/>
              </p14:xfrm>
            </p:contentPart>
          </mc:Choice>
          <mc:Fallback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0DA89ECA-122F-2691-2A95-E7F2C86241D3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7565774" y="3955376"/>
                  <a:ext cx="249120" cy="17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0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CA530FFD-C47E-891A-CE63-59E59ABDF013}"/>
                    </a:ext>
                  </a:extLst>
                </p14:cNvPr>
                <p14:cNvContentPartPr/>
                <p14:nvPr/>
              </p14:nvContentPartPr>
              <p14:xfrm>
                <a:off x="7870334" y="3781856"/>
                <a:ext cx="76680" cy="350640"/>
              </p14:xfrm>
            </p:contentPart>
          </mc:Choice>
          <mc:Fallback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CA530FFD-C47E-891A-CE63-59E59ABDF013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7852694" y="3764216"/>
                  <a:ext cx="112320" cy="38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2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3EE89DCA-CCB4-2D76-20AD-CDDB5562AFEF}"/>
                    </a:ext>
                  </a:extLst>
                </p14:cNvPr>
                <p14:cNvContentPartPr/>
                <p14:nvPr/>
              </p14:nvContentPartPr>
              <p14:xfrm>
                <a:off x="8026214" y="3974816"/>
                <a:ext cx="98640" cy="64080"/>
              </p14:xfrm>
            </p:contentPart>
          </mc:Choice>
          <mc:Fallback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3EE89DCA-CCB4-2D76-20AD-CDDB5562AFEF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8008214" y="3957176"/>
                  <a:ext cx="134280" cy="9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4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6ED83269-9D2A-822A-C80A-63050B6791F0}"/>
                    </a:ext>
                  </a:extLst>
                </p14:cNvPr>
                <p14:cNvContentPartPr/>
                <p14:nvPr/>
              </p14:nvContentPartPr>
              <p14:xfrm>
                <a:off x="8269934" y="3867536"/>
                <a:ext cx="114840" cy="237240"/>
              </p14:xfrm>
            </p:contentPart>
          </mc:Choice>
          <mc:Fallback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6ED83269-9D2A-822A-C80A-63050B6791F0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8251934" y="3849896"/>
                  <a:ext cx="150480" cy="27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6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785B2232-E674-558B-F712-C5F2812C57D0}"/>
                    </a:ext>
                  </a:extLst>
                </p14:cNvPr>
                <p14:cNvContentPartPr/>
                <p14:nvPr/>
              </p14:nvContentPartPr>
              <p14:xfrm>
                <a:off x="8403494" y="3753056"/>
                <a:ext cx="117720" cy="246240"/>
              </p14:xfrm>
            </p:contentPart>
          </mc:Choice>
          <mc:Fallback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785B2232-E674-558B-F712-C5F2812C57D0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8385494" y="3735056"/>
                  <a:ext cx="153360" cy="28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8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D31B02CB-D4E2-E019-D642-B8ECDEDCB42F}"/>
                    </a:ext>
                  </a:extLst>
                </p14:cNvPr>
                <p14:cNvContentPartPr/>
                <p14:nvPr/>
              </p14:nvContentPartPr>
              <p14:xfrm>
                <a:off x="8626694" y="3883376"/>
                <a:ext cx="141480" cy="169920"/>
              </p14:xfrm>
            </p:contentPart>
          </mc:Choice>
          <mc:Fallback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D31B02CB-D4E2-E019-D642-B8ECDEDCB42F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8609054" y="3865376"/>
                  <a:ext cx="177120" cy="20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0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8CF5B5EA-C05E-806C-5608-D1B22BD3B2E7}"/>
                    </a:ext>
                  </a:extLst>
                </p14:cNvPr>
                <p14:cNvContentPartPr/>
                <p14:nvPr/>
              </p14:nvContentPartPr>
              <p14:xfrm>
                <a:off x="8787974" y="3809576"/>
                <a:ext cx="117720" cy="196920"/>
              </p14:xfrm>
            </p:contentPart>
          </mc:Choice>
          <mc:Fallback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8CF5B5EA-C05E-806C-5608-D1B22BD3B2E7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8769974" y="3791576"/>
                  <a:ext cx="153360" cy="23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2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F8D8C7E6-41A1-068B-26D3-066166FC3EBF}"/>
                    </a:ext>
                  </a:extLst>
                </p14:cNvPr>
                <p14:cNvContentPartPr/>
                <p14:nvPr/>
              </p14:nvContentPartPr>
              <p14:xfrm>
                <a:off x="7415294" y="4204856"/>
                <a:ext cx="1452240" cy="102600"/>
              </p14:xfrm>
            </p:contentPart>
          </mc:Choice>
          <mc:Fallback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F8D8C7E6-41A1-068B-26D3-066166FC3EBF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7397294" y="4186856"/>
                  <a:ext cx="1487880" cy="13824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5069744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33BB54-7676-1F7E-7D08-CEC7635E99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¿</a:t>
            </a:r>
            <a:r>
              <a:rPr lang="en-US" dirty="0" err="1"/>
              <a:t>Cúantas</a:t>
            </a:r>
            <a:r>
              <a:rPr lang="en-US" dirty="0"/>
              <a:t> variables </a:t>
            </a:r>
            <a:r>
              <a:rPr lang="en-US" dirty="0" err="1"/>
              <a:t>incluir</a:t>
            </a:r>
            <a:r>
              <a:rPr lang="en-US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60E865-6DAA-4878-CCD4-09F88F92EA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020239" cy="4351338"/>
          </a:xfrm>
        </p:spPr>
        <p:txBody>
          <a:bodyPr/>
          <a:lstStyle/>
          <a:p>
            <a:r>
              <a:rPr lang="en-US" dirty="0" err="1"/>
              <a:t>Todas</a:t>
            </a:r>
            <a:endParaRPr 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06146C4D-8D27-A2EE-875F-1B56F4E70051}"/>
              </a:ext>
            </a:extLst>
          </p:cNvPr>
          <p:cNvSpPr txBox="1">
            <a:spLocks/>
          </p:cNvSpPr>
          <p:nvPr/>
        </p:nvSpPr>
        <p:spPr>
          <a:xfrm>
            <a:off x="6096000" y="1825625"/>
            <a:ext cx="4020239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 err="1"/>
              <a:t>Pocas</a:t>
            </a:r>
            <a:endParaRPr lang="en-US" dirty="0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33FED8F0-84B3-5E4E-BDC5-60731F78659E}"/>
              </a:ext>
            </a:extLst>
          </p:cNvPr>
          <p:cNvGrpSpPr/>
          <p:nvPr/>
        </p:nvGrpSpPr>
        <p:grpSpPr>
          <a:xfrm>
            <a:off x="1042574" y="2465336"/>
            <a:ext cx="2700000" cy="653760"/>
            <a:chOff x="1042574" y="2465336"/>
            <a:chExt cx="2700000" cy="6537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DCAE1EE4-49DC-67C4-D32B-1F6B5BBE27A7}"/>
                    </a:ext>
                  </a:extLst>
                </p14:cNvPr>
                <p14:cNvContentPartPr/>
                <p14:nvPr/>
              </p14:nvContentPartPr>
              <p14:xfrm>
                <a:off x="1042574" y="2465336"/>
                <a:ext cx="284400" cy="42084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DCAE1EE4-49DC-67C4-D32B-1F6B5BBE27A7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1024574" y="2447696"/>
                  <a:ext cx="320040" cy="45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10FCA523-C3D7-5B95-D0A8-EDF2436DC9EF}"/>
                    </a:ext>
                  </a:extLst>
                </p14:cNvPr>
                <p14:cNvContentPartPr/>
                <p14:nvPr/>
              </p14:nvContentPartPr>
              <p14:xfrm>
                <a:off x="1406174" y="2719136"/>
                <a:ext cx="167040" cy="156960"/>
              </p14:xfrm>
            </p:contentPart>
          </mc:Choice>
          <mc:Fallback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10FCA523-C3D7-5B95-D0A8-EDF2436DC9EF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388174" y="2701496"/>
                  <a:ext cx="202680" cy="19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D2313E06-27C1-40DA-E8CA-E0195105A9D3}"/>
                    </a:ext>
                  </a:extLst>
                </p14:cNvPr>
                <p14:cNvContentPartPr/>
                <p14:nvPr/>
              </p14:nvContentPartPr>
              <p14:xfrm>
                <a:off x="1653854" y="2502776"/>
                <a:ext cx="330840" cy="41328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D2313E06-27C1-40DA-E8CA-E0195105A9D3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1636214" y="2484776"/>
                  <a:ext cx="366480" cy="44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5EC92C12-D7D6-49EC-6580-B772499A5D2F}"/>
                    </a:ext>
                  </a:extLst>
                </p14:cNvPr>
                <p14:cNvContentPartPr/>
                <p14:nvPr/>
              </p14:nvContentPartPr>
              <p14:xfrm>
                <a:off x="2029694" y="2689616"/>
                <a:ext cx="145080" cy="17568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5EC92C12-D7D6-49EC-6580-B772499A5D2F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2012054" y="2671616"/>
                  <a:ext cx="180720" cy="21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C75DE286-A765-F167-A8B9-05DF15646E7C}"/>
                    </a:ext>
                  </a:extLst>
                </p14:cNvPr>
                <p14:cNvContentPartPr/>
                <p14:nvPr/>
              </p14:nvContentPartPr>
              <p14:xfrm>
                <a:off x="2264774" y="2685656"/>
                <a:ext cx="187200" cy="19656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C75DE286-A765-F167-A8B9-05DF15646E7C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2246774" y="2668016"/>
                  <a:ext cx="222840" cy="23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941AA13D-F2C6-AF2B-6EA6-07F96D95A977}"/>
                    </a:ext>
                  </a:extLst>
                </p14:cNvPr>
                <p14:cNvContentPartPr/>
                <p14:nvPr/>
              </p14:nvContentPartPr>
              <p14:xfrm>
                <a:off x="2565374" y="2660816"/>
                <a:ext cx="112680" cy="17532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941AA13D-F2C6-AF2B-6EA6-07F96D95A977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2547374" y="2642816"/>
                  <a:ext cx="148320" cy="21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971DB9B1-C74F-F12A-C22B-7EAB99BFCE40}"/>
                    </a:ext>
                  </a:extLst>
                </p14:cNvPr>
                <p14:cNvContentPartPr/>
                <p14:nvPr/>
              </p14:nvContentPartPr>
              <p14:xfrm>
                <a:off x="2690654" y="2650016"/>
                <a:ext cx="148320" cy="46908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971DB9B1-C74F-F12A-C22B-7EAB99BFCE40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2672654" y="2632016"/>
                  <a:ext cx="183960" cy="50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0C4C0397-0DC8-66E2-90F0-F4F13E98E6F8}"/>
                    </a:ext>
                  </a:extLst>
                </p14:cNvPr>
                <p14:cNvContentPartPr/>
                <p14:nvPr/>
              </p14:nvContentPartPr>
              <p14:xfrm>
                <a:off x="2916014" y="2700776"/>
                <a:ext cx="158760" cy="11412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0C4C0397-0DC8-66E2-90F0-F4F13E98E6F8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2898014" y="2682776"/>
                  <a:ext cx="194400" cy="14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9DAEE735-5CD6-79B6-2E2C-3B07D22088F1}"/>
                    </a:ext>
                  </a:extLst>
                </p14:cNvPr>
                <p14:cNvContentPartPr/>
                <p14:nvPr/>
              </p14:nvContentPartPr>
              <p14:xfrm>
                <a:off x="3145334" y="2644976"/>
                <a:ext cx="87840" cy="18576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9DAEE735-5CD6-79B6-2E2C-3B07D22088F1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3127694" y="2626976"/>
                  <a:ext cx="123480" cy="22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44F7F30D-401C-2861-2E26-687731F062D7}"/>
                    </a:ext>
                  </a:extLst>
                </p14:cNvPr>
                <p14:cNvContentPartPr/>
                <p14:nvPr/>
              </p14:nvContentPartPr>
              <p14:xfrm>
                <a:off x="3312374" y="2476856"/>
                <a:ext cx="140760" cy="39780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44F7F30D-401C-2861-2E26-687731F062D7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3294734" y="2459216"/>
                  <a:ext cx="176400" cy="43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118074EB-C15C-5F2D-F84A-616DAB2706B7}"/>
                    </a:ext>
                  </a:extLst>
                </p14:cNvPr>
                <p14:cNvContentPartPr/>
                <p14:nvPr/>
              </p14:nvContentPartPr>
              <p14:xfrm>
                <a:off x="3328214" y="2707616"/>
                <a:ext cx="327600" cy="1152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118074EB-C15C-5F2D-F84A-616DAB2706B7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3310574" y="2689976"/>
                  <a:ext cx="363240" cy="4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BC5A2FAD-183B-3DFC-6B48-715F2BF126E4}"/>
                    </a:ext>
                  </a:extLst>
                </p14:cNvPr>
                <p14:cNvContentPartPr/>
                <p14:nvPr/>
              </p14:nvContentPartPr>
              <p14:xfrm>
                <a:off x="3641414" y="2690696"/>
                <a:ext cx="101160" cy="21456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BC5A2FAD-183B-3DFC-6B48-715F2BF126E4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3623774" y="2673056"/>
                  <a:ext cx="136800" cy="250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4FC16127-B43C-5CAE-6C0F-BB148C607716}"/>
              </a:ext>
            </a:extLst>
          </p:cNvPr>
          <p:cNvGrpSpPr/>
          <p:nvPr/>
        </p:nvGrpSpPr>
        <p:grpSpPr>
          <a:xfrm>
            <a:off x="1277294" y="3260216"/>
            <a:ext cx="1586520" cy="398520"/>
            <a:chOff x="1277294" y="3260216"/>
            <a:chExt cx="1586520" cy="398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AB588D4F-87CE-9D6F-E291-F4FBAD575F58}"/>
                    </a:ext>
                  </a:extLst>
                </p14:cNvPr>
                <p14:cNvContentPartPr/>
                <p14:nvPr/>
              </p14:nvContentPartPr>
              <p14:xfrm>
                <a:off x="1277294" y="3266696"/>
                <a:ext cx="202320" cy="35784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AB588D4F-87CE-9D6F-E291-F4FBAD575F58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1259294" y="3248696"/>
                  <a:ext cx="237960" cy="39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2DA07AD9-8F8E-A667-8CA4-E8041DFCB6F3}"/>
                    </a:ext>
                  </a:extLst>
                </p14:cNvPr>
                <p14:cNvContentPartPr/>
                <p14:nvPr/>
              </p14:nvContentPartPr>
              <p14:xfrm>
                <a:off x="1557734" y="3447776"/>
                <a:ext cx="160560" cy="17892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2DA07AD9-8F8E-A667-8CA4-E8041DFCB6F3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1539734" y="3429776"/>
                  <a:ext cx="196200" cy="21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90B1CD91-F779-AD2F-2DFD-D579A05B1F16}"/>
                    </a:ext>
                  </a:extLst>
                </p14:cNvPr>
                <p14:cNvContentPartPr/>
                <p14:nvPr/>
              </p14:nvContentPartPr>
              <p14:xfrm>
                <a:off x="1792094" y="3260216"/>
                <a:ext cx="47880" cy="31896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90B1CD91-F779-AD2F-2DFD-D579A05B1F16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1774454" y="3242216"/>
                  <a:ext cx="83520" cy="35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AAADA58E-14C0-9929-34E3-CB34AD2E842B}"/>
                    </a:ext>
                  </a:extLst>
                </p14:cNvPr>
                <p14:cNvContentPartPr/>
                <p14:nvPr/>
              </p14:nvContentPartPr>
              <p14:xfrm>
                <a:off x="1978934" y="3404576"/>
                <a:ext cx="49680" cy="16344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AAADA58E-14C0-9929-34E3-CB34AD2E842B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1960934" y="3386936"/>
                  <a:ext cx="85320" cy="19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E344056C-8977-5010-D9F0-59DF60E3049B}"/>
                    </a:ext>
                  </a:extLst>
                </p14:cNvPr>
                <p14:cNvContentPartPr/>
                <p14:nvPr/>
              </p14:nvContentPartPr>
              <p14:xfrm>
                <a:off x="2169734" y="3375776"/>
                <a:ext cx="325080" cy="28296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E344056C-8977-5010-D9F0-59DF60E3049B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2151734" y="3358136"/>
                  <a:ext cx="360720" cy="31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99DCB55E-0EC0-3C30-DF99-77686345BA2D}"/>
                    </a:ext>
                  </a:extLst>
                </p14:cNvPr>
                <p14:cNvContentPartPr/>
                <p14:nvPr/>
              </p14:nvContentPartPr>
              <p14:xfrm>
                <a:off x="2492654" y="3379016"/>
                <a:ext cx="371160" cy="23580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99DCB55E-0EC0-3C30-DF99-77686345BA2D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2474654" y="3361376"/>
                  <a:ext cx="406800" cy="271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90FD5DA-4385-E4F9-8804-1DEDAA280472}"/>
              </a:ext>
            </a:extLst>
          </p:cNvPr>
          <p:cNvGrpSpPr/>
          <p:nvPr/>
        </p:nvGrpSpPr>
        <p:grpSpPr>
          <a:xfrm>
            <a:off x="1404734" y="3858536"/>
            <a:ext cx="379800" cy="549000"/>
            <a:chOff x="1404734" y="3858536"/>
            <a:chExt cx="379800" cy="549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E9436285-9403-3125-1E49-2E56569066C9}"/>
                    </a:ext>
                  </a:extLst>
                </p14:cNvPr>
                <p14:cNvContentPartPr/>
                <p14:nvPr/>
              </p14:nvContentPartPr>
              <p14:xfrm>
                <a:off x="1414814" y="3932696"/>
                <a:ext cx="34920" cy="47484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E9436285-9403-3125-1E49-2E56569066C9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1397174" y="3915056"/>
                  <a:ext cx="70560" cy="51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42AF67D2-AC82-D51D-2DA1-C9898266F20A}"/>
                    </a:ext>
                  </a:extLst>
                </p14:cNvPr>
                <p14:cNvContentPartPr/>
                <p14:nvPr/>
              </p14:nvContentPartPr>
              <p14:xfrm>
                <a:off x="1404734" y="3858536"/>
                <a:ext cx="233280" cy="40680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42AF67D2-AC82-D51D-2DA1-C9898266F20A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1386734" y="3840896"/>
                  <a:ext cx="268920" cy="44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43A88DC7-7DD8-076C-4B74-E98711282FC3}"/>
                    </a:ext>
                  </a:extLst>
                </p14:cNvPr>
                <p14:cNvContentPartPr/>
                <p14:nvPr/>
              </p14:nvContentPartPr>
              <p14:xfrm>
                <a:off x="1766534" y="4136816"/>
                <a:ext cx="18000" cy="8892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43A88DC7-7DD8-076C-4B74-E98711282FC3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1748534" y="4118816"/>
                  <a:ext cx="53640" cy="124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8FFE7757-7369-8ABD-964F-581EBC548463}"/>
              </a:ext>
            </a:extLst>
          </p:cNvPr>
          <p:cNvGrpSpPr/>
          <p:nvPr/>
        </p:nvGrpSpPr>
        <p:grpSpPr>
          <a:xfrm>
            <a:off x="2408054" y="3886256"/>
            <a:ext cx="420840" cy="280440"/>
            <a:chOff x="2408054" y="3886256"/>
            <a:chExt cx="420840" cy="280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21869007-9A34-2383-5C20-0CEA2DBAE252}"/>
                    </a:ext>
                  </a:extLst>
                </p14:cNvPr>
                <p14:cNvContentPartPr/>
                <p14:nvPr/>
              </p14:nvContentPartPr>
              <p14:xfrm>
                <a:off x="2408054" y="3910016"/>
                <a:ext cx="254520" cy="25668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21869007-9A34-2383-5C20-0CEA2DBAE252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2390414" y="3892016"/>
                  <a:ext cx="290160" cy="29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5F6AB168-DD5E-FBD5-60C8-256401BA9951}"/>
                    </a:ext>
                  </a:extLst>
                </p14:cNvPr>
                <p14:cNvContentPartPr/>
                <p14:nvPr/>
              </p14:nvContentPartPr>
              <p14:xfrm>
                <a:off x="2721974" y="3886256"/>
                <a:ext cx="106920" cy="21204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5F6AB168-DD5E-FBD5-60C8-256401BA9951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2704334" y="3868616"/>
                  <a:ext cx="142560" cy="247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9F160EB2-4247-D015-265A-C44424CE24BD}"/>
              </a:ext>
            </a:extLst>
          </p:cNvPr>
          <p:cNvGrpSpPr/>
          <p:nvPr/>
        </p:nvGrpSpPr>
        <p:grpSpPr>
          <a:xfrm>
            <a:off x="3201134" y="3866816"/>
            <a:ext cx="274320" cy="235440"/>
            <a:chOff x="3201134" y="3866816"/>
            <a:chExt cx="274320" cy="235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E5788432-4E18-E37F-2871-BA1DB2A02818}"/>
                    </a:ext>
                  </a:extLst>
                </p14:cNvPr>
                <p14:cNvContentPartPr/>
                <p14:nvPr/>
              </p14:nvContentPartPr>
              <p14:xfrm>
                <a:off x="3319214" y="3895256"/>
                <a:ext cx="94320" cy="20088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E5788432-4E18-E37F-2871-BA1DB2A02818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3301574" y="3877256"/>
                  <a:ext cx="129960" cy="23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ED5C5C88-31A7-3FCE-54C6-DD6235EA2311}"/>
                    </a:ext>
                  </a:extLst>
                </p14:cNvPr>
                <p14:cNvContentPartPr/>
                <p14:nvPr/>
              </p14:nvContentPartPr>
              <p14:xfrm>
                <a:off x="3393014" y="3943856"/>
                <a:ext cx="82440" cy="8892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ED5C5C88-31A7-3FCE-54C6-DD6235EA2311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3375014" y="3925856"/>
                  <a:ext cx="118080" cy="12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8059E4EC-2C3F-37CC-072C-4F0A4BB4A170}"/>
                    </a:ext>
                  </a:extLst>
                </p14:cNvPr>
                <p14:cNvContentPartPr/>
                <p14:nvPr/>
              </p14:nvContentPartPr>
              <p14:xfrm>
                <a:off x="3212654" y="3905336"/>
                <a:ext cx="59400" cy="19692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8059E4EC-2C3F-37CC-072C-4F0A4BB4A170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3195014" y="3887696"/>
                  <a:ext cx="95040" cy="23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7F22329F-D4FD-7887-6EE2-68A2AA152B26}"/>
                    </a:ext>
                  </a:extLst>
                </p14:cNvPr>
                <p14:cNvContentPartPr/>
                <p14:nvPr/>
              </p14:nvContentPartPr>
              <p14:xfrm>
                <a:off x="3207614" y="3998216"/>
                <a:ext cx="74160" cy="1404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7F22329F-D4FD-7887-6EE2-68A2AA152B26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3189974" y="3980216"/>
                  <a:ext cx="109800" cy="4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6C80CA27-2CA9-D03A-BF5F-7FDE46F3ABA4}"/>
                    </a:ext>
                  </a:extLst>
                </p14:cNvPr>
                <p14:cNvContentPartPr/>
                <p14:nvPr/>
              </p14:nvContentPartPr>
              <p14:xfrm>
                <a:off x="3201134" y="3866816"/>
                <a:ext cx="98640" cy="1116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6C80CA27-2CA9-D03A-BF5F-7FDE46F3ABA4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3183494" y="3849176"/>
                  <a:ext cx="134280" cy="46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C95E4D16-9B3D-24BA-A083-D60F4223DD55}"/>
              </a:ext>
            </a:extLst>
          </p:cNvPr>
          <p:cNvGrpSpPr/>
          <p:nvPr/>
        </p:nvGrpSpPr>
        <p:grpSpPr>
          <a:xfrm>
            <a:off x="1467374" y="4583216"/>
            <a:ext cx="1481760" cy="353160"/>
            <a:chOff x="1467374" y="4583216"/>
            <a:chExt cx="1481760" cy="353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FC810D0E-3A31-9EC7-4398-07237BB1649C}"/>
                    </a:ext>
                  </a:extLst>
                </p14:cNvPr>
                <p14:cNvContentPartPr/>
                <p14:nvPr/>
              </p14:nvContentPartPr>
              <p14:xfrm>
                <a:off x="1478534" y="4711736"/>
                <a:ext cx="58320" cy="22392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FC810D0E-3A31-9EC7-4398-07237BB1649C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1460894" y="4694096"/>
                  <a:ext cx="93960" cy="25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E0262F88-7AA4-4859-4764-55915E333ED6}"/>
                    </a:ext>
                  </a:extLst>
                </p14:cNvPr>
                <p14:cNvContentPartPr/>
                <p14:nvPr/>
              </p14:nvContentPartPr>
              <p14:xfrm>
                <a:off x="1467374" y="4703096"/>
                <a:ext cx="267480" cy="23328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E0262F88-7AA4-4859-4764-55915E333ED6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1449374" y="4685456"/>
                  <a:ext cx="303120" cy="26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3EC44FB2-71B6-7BE6-C316-04131404C72F}"/>
                    </a:ext>
                  </a:extLst>
                </p14:cNvPr>
                <p14:cNvContentPartPr/>
                <p14:nvPr/>
              </p14:nvContentPartPr>
              <p14:xfrm>
                <a:off x="1813334" y="4625696"/>
                <a:ext cx="235440" cy="20412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3EC44FB2-71B6-7BE6-C316-04131404C72F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1795694" y="4608056"/>
                  <a:ext cx="271080" cy="23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5B411022-FB02-F356-9E55-B0C4373F5326}"/>
                    </a:ext>
                  </a:extLst>
                </p14:cNvPr>
                <p14:cNvContentPartPr/>
                <p14:nvPr/>
              </p14:nvContentPartPr>
              <p14:xfrm>
                <a:off x="2081174" y="4604096"/>
                <a:ext cx="36000" cy="16344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5B411022-FB02-F356-9E55-B0C4373F5326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2063174" y="4586096"/>
                  <a:ext cx="71640" cy="19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55CFFDE2-4542-C333-B3C3-65591C5D5CA5}"/>
                    </a:ext>
                  </a:extLst>
                </p14:cNvPr>
                <p14:cNvContentPartPr/>
                <p14:nvPr/>
              </p14:nvContentPartPr>
              <p14:xfrm>
                <a:off x="2280614" y="4597616"/>
                <a:ext cx="337680" cy="22896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55CFFDE2-4542-C333-B3C3-65591C5D5CA5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2262614" y="4579976"/>
                  <a:ext cx="373320" cy="26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5E3A443F-E777-1DF0-0E6E-6CDB3755E813}"/>
                    </a:ext>
                  </a:extLst>
                </p14:cNvPr>
                <p14:cNvContentPartPr/>
                <p14:nvPr/>
              </p14:nvContentPartPr>
              <p14:xfrm>
                <a:off x="2694974" y="4583216"/>
                <a:ext cx="254160" cy="23544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5E3A443F-E777-1DF0-0E6E-6CDB3755E813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2677334" y="4565576"/>
                  <a:ext cx="289800" cy="271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F016643A-D92D-7D8D-71D3-D762B8574F71}"/>
              </a:ext>
            </a:extLst>
          </p:cNvPr>
          <p:cNvGrpSpPr/>
          <p:nvPr/>
        </p:nvGrpSpPr>
        <p:grpSpPr>
          <a:xfrm>
            <a:off x="6904094" y="2379296"/>
            <a:ext cx="1226520" cy="357480"/>
            <a:chOff x="6904094" y="2379296"/>
            <a:chExt cx="1226520" cy="357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1CD67811-71E5-D470-D15F-208A118A387D}"/>
                    </a:ext>
                  </a:extLst>
                </p14:cNvPr>
                <p14:cNvContentPartPr/>
                <p14:nvPr/>
              </p14:nvContentPartPr>
              <p14:xfrm>
                <a:off x="6904094" y="2461376"/>
                <a:ext cx="71280" cy="22644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1CD67811-71E5-D470-D15F-208A118A387D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6886454" y="2443376"/>
                  <a:ext cx="106920" cy="26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D537BFC5-E063-57A1-D221-248304D37120}"/>
                    </a:ext>
                  </a:extLst>
                </p14:cNvPr>
                <p14:cNvContentPartPr/>
                <p14:nvPr/>
              </p14:nvContentPartPr>
              <p14:xfrm>
                <a:off x="7100654" y="2561816"/>
                <a:ext cx="265320" cy="8892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D537BFC5-E063-57A1-D221-248304D37120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7083014" y="2543816"/>
                  <a:ext cx="300960" cy="12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65488B4E-282E-7F9F-92D7-2121D517DEC6}"/>
                    </a:ext>
                  </a:extLst>
                </p14:cNvPr>
                <p14:cNvContentPartPr/>
                <p14:nvPr/>
              </p14:nvContentPartPr>
              <p14:xfrm>
                <a:off x="7417814" y="2518976"/>
                <a:ext cx="172440" cy="21780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65488B4E-282E-7F9F-92D7-2121D517DEC6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7399814" y="2500976"/>
                  <a:ext cx="208080" cy="25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8F7C8F3F-A3CF-522B-CD82-52196E6CF967}"/>
                    </a:ext>
                  </a:extLst>
                </p14:cNvPr>
                <p14:cNvContentPartPr/>
                <p14:nvPr/>
              </p14:nvContentPartPr>
              <p14:xfrm>
                <a:off x="7686734" y="2519336"/>
                <a:ext cx="200880" cy="8892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8F7C8F3F-A3CF-522B-CD82-52196E6CF967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7669094" y="2501696"/>
                  <a:ext cx="236520" cy="12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F4844472-D793-5B97-E74B-0FDACFCC1ACB}"/>
                    </a:ext>
                  </a:extLst>
                </p14:cNvPr>
                <p14:cNvContentPartPr/>
                <p14:nvPr/>
              </p14:nvContentPartPr>
              <p14:xfrm>
                <a:off x="7922894" y="2477576"/>
                <a:ext cx="43920" cy="7560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F4844472-D793-5B97-E74B-0FDACFCC1ACB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7904894" y="2459576"/>
                  <a:ext cx="79560" cy="11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BFFF8B58-7B13-5A7B-5132-7F2A0C0BCAA3}"/>
                    </a:ext>
                  </a:extLst>
                </p14:cNvPr>
                <p14:cNvContentPartPr/>
                <p14:nvPr/>
              </p14:nvContentPartPr>
              <p14:xfrm>
                <a:off x="8061854" y="2379296"/>
                <a:ext cx="68760" cy="19116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BFFF8B58-7B13-5A7B-5132-7F2A0C0BCAA3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8044214" y="2361296"/>
                  <a:ext cx="104400" cy="226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F53E58CB-1780-7CF7-5BA9-7F21208FB948}"/>
              </a:ext>
            </a:extLst>
          </p:cNvPr>
          <p:cNvGrpSpPr/>
          <p:nvPr/>
        </p:nvGrpSpPr>
        <p:grpSpPr>
          <a:xfrm>
            <a:off x="7178054" y="2949896"/>
            <a:ext cx="646920" cy="216000"/>
            <a:chOff x="7178054" y="2949896"/>
            <a:chExt cx="646920" cy="216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78035366-1412-BE48-C43A-64624435B940}"/>
                    </a:ext>
                  </a:extLst>
                </p14:cNvPr>
                <p14:cNvContentPartPr/>
                <p14:nvPr/>
              </p14:nvContentPartPr>
              <p14:xfrm>
                <a:off x="7178054" y="2949896"/>
                <a:ext cx="292320" cy="216000"/>
              </p14:xfrm>
            </p:contentPart>
          </mc:Choice>
          <mc:Fallback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78035366-1412-BE48-C43A-64624435B940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7160414" y="2931896"/>
                  <a:ext cx="327960" cy="25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A19193CE-72AA-C1F3-E6CE-44858EBA852D}"/>
                    </a:ext>
                  </a:extLst>
                </p14:cNvPr>
                <p14:cNvContentPartPr/>
                <p14:nvPr/>
              </p14:nvContentPartPr>
              <p14:xfrm>
                <a:off x="7590974" y="2980496"/>
                <a:ext cx="234000" cy="16956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A19193CE-72AA-C1F3-E6CE-44858EBA852D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7572974" y="2962496"/>
                  <a:ext cx="269640" cy="205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2" name="Group 71">
            <a:extLst>
              <a:ext uri="{FF2B5EF4-FFF2-40B4-BE49-F238E27FC236}">
                <a16:creationId xmlns:a16="http://schemas.microsoft.com/office/drawing/2014/main" id="{3CD947CF-D20E-68CE-D9E2-15B75BD46AAC}"/>
              </a:ext>
            </a:extLst>
          </p:cNvPr>
          <p:cNvGrpSpPr/>
          <p:nvPr/>
        </p:nvGrpSpPr>
        <p:grpSpPr>
          <a:xfrm>
            <a:off x="8322494" y="2881856"/>
            <a:ext cx="1023480" cy="232560"/>
            <a:chOff x="8322494" y="2881856"/>
            <a:chExt cx="1023480" cy="2325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8FE42D9A-72A4-6291-CA9A-D01E95E800B3}"/>
                    </a:ext>
                  </a:extLst>
                </p14:cNvPr>
                <p14:cNvContentPartPr/>
                <p14:nvPr/>
              </p14:nvContentPartPr>
              <p14:xfrm>
                <a:off x="8322494" y="2950976"/>
                <a:ext cx="300960" cy="16344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8FE42D9A-72A4-6291-CA9A-D01E95E800B3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8304854" y="2933336"/>
                  <a:ext cx="336600" cy="19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C669B7B4-FFB6-0BEA-2228-AF5236AD0483}"/>
                    </a:ext>
                  </a:extLst>
                </p14:cNvPr>
                <p14:cNvContentPartPr/>
                <p14:nvPr/>
              </p14:nvContentPartPr>
              <p14:xfrm>
                <a:off x="8726414" y="2906696"/>
                <a:ext cx="377280" cy="118080"/>
              </p14:xfrm>
            </p:contentPart>
          </mc:Choice>
          <mc:Fallback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C669B7B4-FFB6-0BEA-2228-AF5236AD0483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8708774" y="2888696"/>
                  <a:ext cx="412920" cy="15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5D2CD269-9A4B-C08E-6A4B-F21868B7E7E8}"/>
                    </a:ext>
                  </a:extLst>
                </p14:cNvPr>
                <p14:cNvContentPartPr/>
                <p14:nvPr/>
              </p14:nvContentPartPr>
              <p14:xfrm>
                <a:off x="9116294" y="2881856"/>
                <a:ext cx="229680" cy="174960"/>
              </p14:xfrm>
            </p:contentPart>
          </mc:Choice>
          <mc:Fallback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5D2CD269-9A4B-C08E-6A4B-F21868B7E7E8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9098654" y="2863856"/>
                  <a:ext cx="265320" cy="210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4" name="Group 83">
            <a:extLst>
              <a:ext uri="{FF2B5EF4-FFF2-40B4-BE49-F238E27FC236}">
                <a16:creationId xmlns:a16="http://schemas.microsoft.com/office/drawing/2014/main" id="{F0D99A9B-387F-069F-DB61-1E9FAB00627A}"/>
              </a:ext>
            </a:extLst>
          </p:cNvPr>
          <p:cNvGrpSpPr/>
          <p:nvPr/>
        </p:nvGrpSpPr>
        <p:grpSpPr>
          <a:xfrm>
            <a:off x="7838654" y="3271736"/>
            <a:ext cx="1452960" cy="397800"/>
            <a:chOff x="7838654" y="3271736"/>
            <a:chExt cx="1452960" cy="397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2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CB8CE03D-06D3-6C19-A4AA-F6CCF870DD21}"/>
                    </a:ext>
                  </a:extLst>
                </p14:cNvPr>
                <p14:cNvContentPartPr/>
                <p14:nvPr/>
              </p14:nvContentPartPr>
              <p14:xfrm>
                <a:off x="7838654" y="3451016"/>
                <a:ext cx="333720" cy="213480"/>
              </p14:xfrm>
            </p:contentPart>
          </mc:Choice>
          <mc:Fallback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CB8CE03D-06D3-6C19-A4AA-F6CCF870DD21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7821014" y="3433016"/>
                  <a:ext cx="369360" cy="24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017FF7B5-6BE7-B4D5-50E3-6AF9423A1E96}"/>
                    </a:ext>
                  </a:extLst>
                </p14:cNvPr>
                <p14:cNvContentPartPr/>
                <p14:nvPr/>
              </p14:nvContentPartPr>
              <p14:xfrm>
                <a:off x="8136734" y="3460016"/>
                <a:ext cx="246600" cy="154800"/>
              </p14:xfrm>
            </p:contentPart>
          </mc:Choice>
          <mc:Fallback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017FF7B5-6BE7-B4D5-50E3-6AF9423A1E96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8119094" y="3442016"/>
                  <a:ext cx="282240" cy="19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6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93EDC277-3C69-76C9-C180-274D2AB801D8}"/>
                    </a:ext>
                  </a:extLst>
                </p14:cNvPr>
                <p14:cNvContentPartPr/>
                <p14:nvPr/>
              </p14:nvContentPartPr>
              <p14:xfrm>
                <a:off x="8438774" y="3300896"/>
                <a:ext cx="63360" cy="262800"/>
              </p14:xfrm>
            </p:contentPart>
          </mc:Choice>
          <mc:Fallback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93EDC277-3C69-76C9-C180-274D2AB801D8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8421134" y="3283256"/>
                  <a:ext cx="99000" cy="29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8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E2D62C92-981A-B283-BD76-DC4B2AAB6D25}"/>
                    </a:ext>
                  </a:extLst>
                </p14:cNvPr>
                <p14:cNvContentPartPr/>
                <p14:nvPr/>
              </p14:nvContentPartPr>
              <p14:xfrm>
                <a:off x="8265254" y="3493496"/>
                <a:ext cx="215640" cy="176040"/>
              </p14:xfrm>
            </p:contentPart>
          </mc:Choice>
          <mc:Fallback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E2D62C92-981A-B283-BD76-DC4B2AAB6D25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8247614" y="3475496"/>
                  <a:ext cx="251280" cy="21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0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D99A02D8-B282-240C-3953-DC2D07F8E268}"/>
                    </a:ext>
                  </a:extLst>
                </p14:cNvPr>
                <p14:cNvContentPartPr/>
                <p14:nvPr/>
              </p14:nvContentPartPr>
              <p14:xfrm>
                <a:off x="8576294" y="3397376"/>
                <a:ext cx="199800" cy="144720"/>
              </p14:xfrm>
            </p:contentPart>
          </mc:Choice>
          <mc:Fallback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D99A02D8-B282-240C-3953-DC2D07F8E268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8558654" y="3379376"/>
                  <a:ext cx="235440" cy="18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2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E6135C98-B125-C4AC-93D1-343381129928}"/>
                    </a:ext>
                  </a:extLst>
                </p14:cNvPr>
                <p14:cNvContentPartPr/>
                <p14:nvPr/>
              </p14:nvContentPartPr>
              <p14:xfrm>
                <a:off x="8911454" y="3350576"/>
                <a:ext cx="380160" cy="160560"/>
              </p14:xfrm>
            </p:contentPart>
          </mc:Choice>
          <mc:Fallback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E6135C98-B125-C4AC-93D1-343381129928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8893814" y="3332576"/>
                  <a:ext cx="415800" cy="19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4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5AF5D092-D90E-935A-1A45-5F7AD52763F2}"/>
                    </a:ext>
                  </a:extLst>
                </p14:cNvPr>
                <p14:cNvContentPartPr/>
                <p14:nvPr/>
              </p14:nvContentPartPr>
              <p14:xfrm>
                <a:off x="9224654" y="3271736"/>
                <a:ext cx="33120" cy="22320"/>
              </p14:xfrm>
            </p:contentPart>
          </mc:Choice>
          <mc:Fallback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5AF5D092-D90E-935A-1A45-5F7AD52763F2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9207014" y="3254096"/>
                  <a:ext cx="68760" cy="57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CD89A425-4BD6-8510-C07B-927331102337}"/>
              </a:ext>
            </a:extLst>
          </p:cNvPr>
          <p:cNvGrpSpPr/>
          <p:nvPr/>
        </p:nvGrpSpPr>
        <p:grpSpPr>
          <a:xfrm>
            <a:off x="9928094" y="3098936"/>
            <a:ext cx="449640" cy="285840"/>
            <a:chOff x="9928094" y="3098936"/>
            <a:chExt cx="449640" cy="285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06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96F66EE6-7AEB-ABCA-7D72-633250FA0E43}"/>
                    </a:ext>
                  </a:extLst>
                </p14:cNvPr>
                <p14:cNvContentPartPr/>
                <p14:nvPr/>
              </p14:nvContentPartPr>
              <p14:xfrm>
                <a:off x="9928094" y="3130256"/>
                <a:ext cx="253080" cy="254520"/>
              </p14:xfrm>
            </p:contentPart>
          </mc:Choice>
          <mc:Fallback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96F66EE6-7AEB-ABCA-7D72-633250FA0E43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9910094" y="3112616"/>
                  <a:ext cx="288720" cy="29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8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B73DDE8B-4E38-BB2A-34CD-351B05FB64A3}"/>
                    </a:ext>
                  </a:extLst>
                </p14:cNvPr>
                <p14:cNvContentPartPr/>
                <p14:nvPr/>
              </p14:nvContentPartPr>
              <p14:xfrm>
                <a:off x="10005854" y="3098936"/>
                <a:ext cx="371880" cy="198000"/>
              </p14:xfrm>
            </p:contentPart>
          </mc:Choice>
          <mc:Fallback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B73DDE8B-4E38-BB2A-34CD-351B05FB64A3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9988214" y="3080936"/>
                  <a:ext cx="407520" cy="2336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10">
            <p14:nvContentPartPr>
              <p14:cNvPr id="85" name="Ink 84">
                <a:extLst>
                  <a:ext uri="{FF2B5EF4-FFF2-40B4-BE49-F238E27FC236}">
                    <a16:creationId xmlns:a16="http://schemas.microsoft.com/office/drawing/2014/main" id="{778608EA-2688-CC0F-A95C-F8E50B82FADA}"/>
                  </a:ext>
                </a:extLst>
              </p14:cNvPr>
              <p14:cNvContentPartPr/>
              <p14:nvPr/>
            </p14:nvContentPartPr>
            <p14:xfrm>
              <a:off x="4923014" y="1414496"/>
              <a:ext cx="688320" cy="3372480"/>
            </p14:xfrm>
          </p:contentPart>
        </mc:Choice>
        <mc:Fallback>
          <p:pic>
            <p:nvPicPr>
              <p:cNvPr id="85" name="Ink 84">
                <a:extLst>
                  <a:ext uri="{FF2B5EF4-FFF2-40B4-BE49-F238E27FC236}">
                    <a16:creationId xmlns:a16="http://schemas.microsoft.com/office/drawing/2014/main" id="{778608EA-2688-CC0F-A95C-F8E50B82FADA}"/>
                  </a:ext>
                </a:extLst>
              </p:cNvPr>
              <p:cNvPicPr/>
              <p:nvPr/>
            </p:nvPicPr>
            <p:blipFill>
              <a:blip r:embed="rId111"/>
              <a:stretch>
                <a:fillRect/>
              </a:stretch>
            </p:blipFill>
            <p:spPr>
              <a:xfrm>
                <a:off x="4905374" y="1396496"/>
                <a:ext cx="723960" cy="3408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12">
            <p14:nvContentPartPr>
              <p14:cNvPr id="86" name="Ink 85">
                <a:extLst>
                  <a:ext uri="{FF2B5EF4-FFF2-40B4-BE49-F238E27FC236}">
                    <a16:creationId xmlns:a16="http://schemas.microsoft.com/office/drawing/2014/main" id="{B04BD0E5-3D67-016E-4AA1-148CCE5CB2F3}"/>
                  </a:ext>
                </a:extLst>
              </p14:cNvPr>
              <p14:cNvContentPartPr/>
              <p14:nvPr/>
            </p14:nvContentPartPr>
            <p14:xfrm>
              <a:off x="6359414" y="4918736"/>
              <a:ext cx="308520" cy="307080"/>
            </p14:xfrm>
          </p:contentPart>
        </mc:Choice>
        <mc:Fallback>
          <p:pic>
            <p:nvPicPr>
              <p:cNvPr id="86" name="Ink 85">
                <a:extLst>
                  <a:ext uri="{FF2B5EF4-FFF2-40B4-BE49-F238E27FC236}">
                    <a16:creationId xmlns:a16="http://schemas.microsoft.com/office/drawing/2014/main" id="{B04BD0E5-3D67-016E-4AA1-148CCE5CB2F3}"/>
                  </a:ext>
                </a:extLst>
              </p:cNvPr>
              <p:cNvPicPr/>
              <p:nvPr/>
            </p:nvPicPr>
            <p:blipFill>
              <a:blip r:embed="rId113"/>
              <a:stretch>
                <a:fillRect/>
              </a:stretch>
            </p:blipFill>
            <p:spPr>
              <a:xfrm>
                <a:off x="6341414" y="4900736"/>
                <a:ext cx="344160" cy="342720"/>
              </a:xfrm>
              <a:prstGeom prst="rect">
                <a:avLst/>
              </a:prstGeom>
            </p:spPr>
          </p:pic>
        </mc:Fallback>
      </mc:AlternateContent>
      <p:grpSp>
        <p:nvGrpSpPr>
          <p:cNvPr id="94" name="Group 93">
            <a:extLst>
              <a:ext uri="{FF2B5EF4-FFF2-40B4-BE49-F238E27FC236}">
                <a16:creationId xmlns:a16="http://schemas.microsoft.com/office/drawing/2014/main" id="{406D2EDA-BD62-39B3-E861-B5812F37A8BA}"/>
              </a:ext>
            </a:extLst>
          </p:cNvPr>
          <p:cNvGrpSpPr/>
          <p:nvPr/>
        </p:nvGrpSpPr>
        <p:grpSpPr>
          <a:xfrm>
            <a:off x="6414854" y="5362616"/>
            <a:ext cx="363240" cy="362520"/>
            <a:chOff x="6414854" y="5362616"/>
            <a:chExt cx="363240" cy="362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14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D123F7C6-591D-6270-5330-F6D86AC92A46}"/>
                    </a:ext>
                  </a:extLst>
                </p14:cNvPr>
                <p14:cNvContentPartPr/>
                <p14:nvPr/>
              </p14:nvContentPartPr>
              <p14:xfrm>
                <a:off x="6414854" y="5458376"/>
                <a:ext cx="194400" cy="266760"/>
              </p14:xfrm>
            </p:contentPart>
          </mc:Choice>
          <mc:Fallback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D123F7C6-591D-6270-5330-F6D86AC92A46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6397214" y="5440376"/>
                  <a:ext cx="230040" cy="30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6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ECB3B7B0-C400-094B-0F12-EC83F4F1A7B1}"/>
                    </a:ext>
                  </a:extLst>
                </p14:cNvPr>
                <p14:cNvContentPartPr/>
                <p14:nvPr/>
              </p14:nvContentPartPr>
              <p14:xfrm>
                <a:off x="6530414" y="5362616"/>
                <a:ext cx="247680" cy="284040"/>
              </p14:xfrm>
            </p:contentPart>
          </mc:Choice>
          <mc:Fallback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ECB3B7B0-C400-094B-0F12-EC83F4F1A7B1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6512774" y="5344976"/>
                  <a:ext cx="283320" cy="319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2" name="Group 91">
            <a:extLst>
              <a:ext uri="{FF2B5EF4-FFF2-40B4-BE49-F238E27FC236}">
                <a16:creationId xmlns:a16="http://schemas.microsoft.com/office/drawing/2014/main" id="{1033A0A0-EB29-B8F0-4B77-7BD602B3B3F0}"/>
              </a:ext>
            </a:extLst>
          </p:cNvPr>
          <p:cNvGrpSpPr/>
          <p:nvPr/>
        </p:nvGrpSpPr>
        <p:grpSpPr>
          <a:xfrm>
            <a:off x="7071494" y="5518136"/>
            <a:ext cx="221760" cy="206640"/>
            <a:chOff x="7071494" y="5518136"/>
            <a:chExt cx="221760" cy="206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18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BEC95EB2-4243-BF73-68E1-6624B4951E39}"/>
                    </a:ext>
                  </a:extLst>
                </p14:cNvPr>
                <p14:cNvContentPartPr/>
                <p14:nvPr/>
              </p14:nvContentPartPr>
              <p14:xfrm>
                <a:off x="7071494" y="5518136"/>
                <a:ext cx="43920" cy="206640"/>
              </p14:xfrm>
            </p:contentPart>
          </mc:Choice>
          <mc:Fallback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BEC95EB2-4243-BF73-68E1-6624B4951E39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7053854" y="5500136"/>
                  <a:ext cx="79560" cy="24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0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954D22E2-8C97-DC62-1789-8ADF2CA29ED3}"/>
                    </a:ext>
                  </a:extLst>
                </p14:cNvPr>
                <p14:cNvContentPartPr/>
                <p14:nvPr/>
              </p14:nvContentPartPr>
              <p14:xfrm>
                <a:off x="7279214" y="5635496"/>
                <a:ext cx="14040" cy="5760"/>
              </p14:xfrm>
            </p:contentPart>
          </mc:Choice>
          <mc:Fallback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954D22E2-8C97-DC62-1789-8ADF2CA29ED3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7261214" y="5617496"/>
                  <a:ext cx="49680" cy="414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792680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24B0F4-5BA7-030F-B3A5-89AD327D06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¿</a:t>
            </a:r>
            <a:r>
              <a:rPr lang="en-US" dirty="0" err="1"/>
              <a:t>Qué</a:t>
            </a:r>
            <a:r>
              <a:rPr lang="en-US" dirty="0"/>
              <a:t> variables </a:t>
            </a:r>
            <a:r>
              <a:rPr lang="en-US" dirty="0" err="1"/>
              <a:t>incluir</a:t>
            </a:r>
            <a:r>
              <a:rPr lang="en-US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1B0A5E-810F-D517-5CC7-7F119426F6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EDE0A40F-3EBA-7BF6-57D3-4D54FF240AB9}"/>
                  </a:ext>
                </a:extLst>
              </p14:cNvPr>
              <p14:cNvContentPartPr/>
              <p14:nvPr/>
            </p14:nvContentPartPr>
            <p14:xfrm>
              <a:off x="1849694" y="2713376"/>
              <a:ext cx="430920" cy="41760"/>
            </p14:xfrm>
          </p:contentPart>
        </mc:Choice>
        <mc:Fallback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EDE0A40F-3EBA-7BF6-57D3-4D54FF240AB9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832054" y="2695736"/>
                <a:ext cx="466560" cy="77400"/>
              </a:xfrm>
              <a:prstGeom prst="rect">
                <a:avLst/>
              </a:prstGeom>
            </p:spPr>
          </p:pic>
        </mc:Fallback>
      </mc:AlternateContent>
      <p:grpSp>
        <p:nvGrpSpPr>
          <p:cNvPr id="24" name="Group 23">
            <a:extLst>
              <a:ext uri="{FF2B5EF4-FFF2-40B4-BE49-F238E27FC236}">
                <a16:creationId xmlns:a16="http://schemas.microsoft.com/office/drawing/2014/main" id="{9B4AECD2-7522-0C1F-ADC3-DA9180AE135C}"/>
              </a:ext>
            </a:extLst>
          </p:cNvPr>
          <p:cNvGrpSpPr/>
          <p:nvPr/>
        </p:nvGrpSpPr>
        <p:grpSpPr>
          <a:xfrm>
            <a:off x="2512814" y="2281016"/>
            <a:ext cx="3870360" cy="685800"/>
            <a:chOff x="2512814" y="2281016"/>
            <a:chExt cx="3870360" cy="685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1FB46239-DBD4-409A-E5AF-93CEC8442AC2}"/>
                    </a:ext>
                  </a:extLst>
                </p14:cNvPr>
                <p14:cNvContentPartPr/>
                <p14:nvPr/>
              </p14:nvContentPartPr>
              <p14:xfrm>
                <a:off x="2512814" y="2335376"/>
                <a:ext cx="227160" cy="63144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1FB46239-DBD4-409A-E5AF-93CEC8442AC2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2494814" y="2317736"/>
                  <a:ext cx="262800" cy="66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BA619265-CB0B-B2B5-1041-FDC33E7DFC23}"/>
                    </a:ext>
                  </a:extLst>
                </p14:cNvPr>
                <p14:cNvContentPartPr/>
                <p14:nvPr/>
              </p14:nvContentPartPr>
              <p14:xfrm>
                <a:off x="2881094" y="2365976"/>
                <a:ext cx="55080" cy="48312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BA619265-CB0B-B2B5-1041-FDC33E7DFC23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2863094" y="2347976"/>
                  <a:ext cx="90720" cy="51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BBFA1ACB-D83F-2438-D1B7-63A5D682CB2E}"/>
                    </a:ext>
                  </a:extLst>
                </p14:cNvPr>
                <p14:cNvContentPartPr/>
                <p14:nvPr/>
              </p14:nvContentPartPr>
              <p14:xfrm>
                <a:off x="2972174" y="2558936"/>
                <a:ext cx="247680" cy="25956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BBFA1ACB-D83F-2438-D1B7-63A5D682CB2E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2954174" y="2541296"/>
                  <a:ext cx="283320" cy="29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B2782901-C7AC-B5A9-AEFA-79823B875BAB}"/>
                    </a:ext>
                  </a:extLst>
                </p14:cNvPr>
                <p14:cNvContentPartPr/>
                <p14:nvPr/>
              </p14:nvContentPartPr>
              <p14:xfrm>
                <a:off x="3312374" y="2558936"/>
                <a:ext cx="261000" cy="27216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B2782901-C7AC-B5A9-AEFA-79823B875BAB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3294374" y="2541296"/>
                  <a:ext cx="296640" cy="30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F6A95B47-8E61-8943-39AD-DC3D85D67204}"/>
                    </a:ext>
                  </a:extLst>
                </p14:cNvPr>
                <p14:cNvContentPartPr/>
                <p14:nvPr/>
              </p14:nvContentPartPr>
              <p14:xfrm>
                <a:off x="3762374" y="2491616"/>
                <a:ext cx="111240" cy="30744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F6A95B47-8E61-8943-39AD-DC3D85D67204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3744374" y="2473616"/>
                  <a:ext cx="146880" cy="34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38D2DBD6-D479-997A-5783-D8FB10362EF6}"/>
                    </a:ext>
                  </a:extLst>
                </p14:cNvPr>
                <p14:cNvContentPartPr/>
                <p14:nvPr/>
              </p14:nvContentPartPr>
              <p14:xfrm>
                <a:off x="3974414" y="2582696"/>
                <a:ext cx="38520" cy="12096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38D2DBD6-D479-997A-5783-D8FB10362EF6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3956774" y="2564696"/>
                  <a:ext cx="74160" cy="15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69A730AD-2813-B8A3-1BFC-19F0E2828056}"/>
                    </a:ext>
                  </a:extLst>
                </p14:cNvPr>
                <p14:cNvContentPartPr/>
                <p14:nvPr/>
              </p14:nvContentPartPr>
              <p14:xfrm>
                <a:off x="4170254" y="2375696"/>
                <a:ext cx="167040" cy="34776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69A730AD-2813-B8A3-1BFC-19F0E2828056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4152254" y="2358056"/>
                  <a:ext cx="202680" cy="38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B0F2C567-2AD3-C9F0-024B-73911F0FBA0E}"/>
                    </a:ext>
                  </a:extLst>
                </p14:cNvPr>
                <p14:cNvContentPartPr/>
                <p14:nvPr/>
              </p14:nvContentPartPr>
              <p14:xfrm>
                <a:off x="4501454" y="2489456"/>
                <a:ext cx="68760" cy="26856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B0F2C567-2AD3-C9F0-024B-73911F0FBA0E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4483454" y="2471456"/>
                  <a:ext cx="104400" cy="30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99DE7290-5B01-74EA-FDB9-7F658E11A33C}"/>
                    </a:ext>
                  </a:extLst>
                </p14:cNvPr>
                <p14:cNvContentPartPr/>
                <p14:nvPr/>
              </p14:nvContentPartPr>
              <p14:xfrm>
                <a:off x="4774694" y="2281016"/>
                <a:ext cx="28080" cy="35064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99DE7290-5B01-74EA-FDB9-7F658E11A33C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757054" y="2263376"/>
                  <a:ext cx="63720" cy="38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0497E856-71AA-D3B6-4C98-BE0F8E8BFA5C}"/>
                    </a:ext>
                  </a:extLst>
                </p14:cNvPr>
                <p14:cNvContentPartPr/>
                <p14:nvPr/>
              </p14:nvContentPartPr>
              <p14:xfrm>
                <a:off x="4960454" y="2494496"/>
                <a:ext cx="123120" cy="19656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0497E856-71AA-D3B6-4C98-BE0F8E8BFA5C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4942814" y="2476856"/>
                  <a:ext cx="158760" cy="23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524A9381-C2CE-CDD0-8389-28A50E2189E9}"/>
                    </a:ext>
                  </a:extLst>
                </p14:cNvPr>
                <p14:cNvContentPartPr/>
                <p14:nvPr/>
              </p14:nvContentPartPr>
              <p14:xfrm>
                <a:off x="5247014" y="2344736"/>
                <a:ext cx="371880" cy="36108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524A9381-C2CE-CDD0-8389-28A50E2189E9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5229374" y="2326736"/>
                  <a:ext cx="407520" cy="39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C0EE91DF-D651-93A1-52E7-ECC2F71AE652}"/>
                    </a:ext>
                  </a:extLst>
                </p14:cNvPr>
                <p14:cNvContentPartPr/>
                <p14:nvPr/>
              </p14:nvContentPartPr>
              <p14:xfrm>
                <a:off x="5649854" y="2457416"/>
                <a:ext cx="378000" cy="17460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C0EE91DF-D651-93A1-52E7-ECC2F71AE652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5631854" y="2439776"/>
                  <a:ext cx="413640" cy="21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95201361-E3E2-5481-1378-AA05357C2E88}"/>
                    </a:ext>
                  </a:extLst>
                </p14:cNvPr>
                <p14:cNvContentPartPr/>
                <p14:nvPr/>
              </p14:nvContentPartPr>
              <p14:xfrm>
                <a:off x="6051254" y="2423216"/>
                <a:ext cx="268920" cy="21276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95201361-E3E2-5481-1378-AA05357C2E88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6033254" y="2405576"/>
                  <a:ext cx="304560" cy="24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BCDC072A-4CEF-3F6C-D151-E518B89CAB77}"/>
                    </a:ext>
                  </a:extLst>
                </p14:cNvPr>
                <p14:cNvContentPartPr/>
                <p14:nvPr/>
              </p14:nvContentPartPr>
              <p14:xfrm>
                <a:off x="6322694" y="2316656"/>
                <a:ext cx="60480" cy="31104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BCDC072A-4CEF-3F6C-D151-E518B89CAB77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6304694" y="2299016"/>
                  <a:ext cx="96120" cy="346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EEED5A22-28C3-8C94-822D-2C377B89103B}"/>
              </a:ext>
            </a:extLst>
          </p:cNvPr>
          <p:cNvGrpSpPr/>
          <p:nvPr/>
        </p:nvGrpSpPr>
        <p:grpSpPr>
          <a:xfrm>
            <a:off x="1929254" y="3158336"/>
            <a:ext cx="2608200" cy="896400"/>
            <a:chOff x="1929254" y="3158336"/>
            <a:chExt cx="2608200" cy="896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B203356D-6E1E-5B2E-FFF5-E2DAD68F2FDF}"/>
                    </a:ext>
                  </a:extLst>
                </p14:cNvPr>
                <p14:cNvContentPartPr/>
                <p14:nvPr/>
              </p14:nvContentPartPr>
              <p14:xfrm>
                <a:off x="1929254" y="3509336"/>
                <a:ext cx="374040" cy="3240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B203356D-6E1E-5B2E-FFF5-E2DAD68F2FDF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1911254" y="3491696"/>
                  <a:ext cx="409680" cy="6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1225F3E2-BB29-F856-8B50-466B0F8E96F1}"/>
                    </a:ext>
                  </a:extLst>
                </p14:cNvPr>
                <p14:cNvContentPartPr/>
                <p14:nvPr/>
              </p14:nvContentPartPr>
              <p14:xfrm>
                <a:off x="2747534" y="3158336"/>
                <a:ext cx="30600" cy="41796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1225F3E2-BB29-F856-8B50-466B0F8E96F1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2729894" y="3140696"/>
                  <a:ext cx="66240" cy="45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9A6F4EE2-480D-826C-7E5E-80D76A834553}"/>
                    </a:ext>
                  </a:extLst>
                </p14:cNvPr>
                <p14:cNvContentPartPr/>
                <p14:nvPr/>
              </p14:nvContentPartPr>
              <p14:xfrm>
                <a:off x="3049574" y="3386576"/>
                <a:ext cx="380160" cy="17172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9A6F4EE2-480D-826C-7E5E-80D76A834553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3031574" y="3368936"/>
                  <a:ext cx="415800" cy="20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B8355C45-F77F-7358-9384-439EF2124BD8}"/>
                    </a:ext>
                  </a:extLst>
                </p14:cNvPr>
                <p14:cNvContentPartPr/>
                <p14:nvPr/>
              </p14:nvContentPartPr>
              <p14:xfrm>
                <a:off x="3617294" y="3229616"/>
                <a:ext cx="59400" cy="26820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B8355C45-F77F-7358-9384-439EF2124BD8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3599294" y="3211616"/>
                  <a:ext cx="95040" cy="30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06F1C386-9982-07F5-CE37-D9B669199FF0}"/>
                    </a:ext>
                  </a:extLst>
                </p14:cNvPr>
                <p14:cNvContentPartPr/>
                <p14:nvPr/>
              </p14:nvContentPartPr>
              <p14:xfrm>
                <a:off x="3486254" y="3410696"/>
                <a:ext cx="381600" cy="5724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06F1C386-9982-07F5-CE37-D9B669199FF0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3468614" y="3392696"/>
                  <a:ext cx="417240" cy="9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62BEDFD8-203A-CE0D-F3DE-FCF04A13733D}"/>
                    </a:ext>
                  </a:extLst>
                </p14:cNvPr>
                <p14:cNvContentPartPr/>
                <p14:nvPr/>
              </p14:nvContentPartPr>
              <p14:xfrm>
                <a:off x="3905654" y="3319256"/>
                <a:ext cx="196920" cy="16848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62BEDFD8-203A-CE0D-F3DE-FCF04A13733D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3888014" y="3301256"/>
                  <a:ext cx="232560" cy="20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075F315A-2487-9ABF-A017-0959274793A3}"/>
                    </a:ext>
                  </a:extLst>
                </p14:cNvPr>
                <p14:cNvContentPartPr/>
                <p14:nvPr/>
              </p14:nvContentPartPr>
              <p14:xfrm>
                <a:off x="2333894" y="4017296"/>
                <a:ext cx="172440" cy="2232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075F315A-2487-9ABF-A017-0959274793A3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2316254" y="3999656"/>
                  <a:ext cx="208080" cy="5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B8B13243-7025-DF5E-5D9B-8209E5C75943}"/>
                    </a:ext>
                  </a:extLst>
                </p14:cNvPr>
                <p14:cNvContentPartPr/>
                <p14:nvPr/>
              </p14:nvContentPartPr>
              <p14:xfrm>
                <a:off x="2867054" y="3799856"/>
                <a:ext cx="183240" cy="25488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B8B13243-7025-DF5E-5D9B-8209E5C75943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2849414" y="3781856"/>
                  <a:ext cx="218880" cy="29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21E308CC-E2C4-FBB2-3646-E7EA9455064C}"/>
                    </a:ext>
                  </a:extLst>
                </p14:cNvPr>
                <p14:cNvContentPartPr/>
                <p14:nvPr/>
              </p14:nvContentPartPr>
              <p14:xfrm>
                <a:off x="3276734" y="3886616"/>
                <a:ext cx="139680" cy="9180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21E308CC-E2C4-FBB2-3646-E7EA9455064C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3259094" y="3868976"/>
                  <a:ext cx="175320" cy="12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E0416719-06BE-083B-88A1-DF94C75EBBFC}"/>
                    </a:ext>
                  </a:extLst>
                </p14:cNvPr>
                <p14:cNvContentPartPr/>
                <p14:nvPr/>
              </p14:nvContentPartPr>
              <p14:xfrm>
                <a:off x="3541694" y="3825056"/>
                <a:ext cx="229680" cy="20412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E0416719-06BE-083B-88A1-DF94C75EBBFC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3524054" y="3807416"/>
                  <a:ext cx="265320" cy="23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1880338B-8C81-A88D-C9ED-144E64EE041E}"/>
                    </a:ext>
                  </a:extLst>
                </p14:cNvPr>
                <p14:cNvContentPartPr/>
                <p14:nvPr/>
              </p14:nvContentPartPr>
              <p14:xfrm>
                <a:off x="3989534" y="3650456"/>
                <a:ext cx="233640" cy="36072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1880338B-8C81-A88D-C9ED-144E64EE041E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3971894" y="3632816"/>
                  <a:ext cx="269280" cy="39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E838B3A6-AE3F-5C49-6024-6DDCF00F940C}"/>
                    </a:ext>
                  </a:extLst>
                </p14:cNvPr>
                <p14:cNvContentPartPr/>
                <p14:nvPr/>
              </p14:nvContentPartPr>
              <p14:xfrm>
                <a:off x="4023734" y="3866456"/>
                <a:ext cx="325440" cy="3096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E838B3A6-AE3F-5C49-6024-6DDCF00F940C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4005734" y="3848456"/>
                  <a:ext cx="361080" cy="6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E91495D5-FCD9-9BF3-F71B-0EA77C9A3B73}"/>
                    </a:ext>
                  </a:extLst>
                </p14:cNvPr>
                <p14:cNvContentPartPr/>
                <p14:nvPr/>
              </p14:nvContentPartPr>
              <p14:xfrm>
                <a:off x="4398854" y="3792296"/>
                <a:ext cx="138600" cy="19044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E91495D5-FCD9-9BF3-F71B-0EA77C9A3B73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4380854" y="3774296"/>
                  <a:ext cx="174240" cy="2260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58">
            <p14:nvContentPartPr>
              <p14:cNvPr id="42" name="Ink 41">
                <a:extLst>
                  <a:ext uri="{FF2B5EF4-FFF2-40B4-BE49-F238E27FC236}">
                    <a16:creationId xmlns:a16="http://schemas.microsoft.com/office/drawing/2014/main" id="{3DC85E8B-FD17-FFCF-9F0B-9036DA5802AB}"/>
                  </a:ext>
                </a:extLst>
              </p14:cNvPr>
              <p14:cNvContentPartPr/>
              <p14:nvPr/>
            </p14:nvContentPartPr>
            <p14:xfrm>
              <a:off x="7585934" y="716816"/>
              <a:ext cx="450720" cy="310680"/>
            </p14:xfrm>
          </p:contentPart>
        </mc:Choice>
        <mc:Fallback>
          <p:pic>
            <p:nvPicPr>
              <p:cNvPr id="42" name="Ink 41">
                <a:extLst>
                  <a:ext uri="{FF2B5EF4-FFF2-40B4-BE49-F238E27FC236}">
                    <a16:creationId xmlns:a16="http://schemas.microsoft.com/office/drawing/2014/main" id="{3DC85E8B-FD17-FFCF-9F0B-9036DA5802AB}"/>
                  </a:ext>
                </a:extLst>
              </p:cNvPr>
              <p:cNvPicPr/>
              <p:nvPr/>
            </p:nvPicPr>
            <p:blipFill>
              <a:blip r:embed="rId59"/>
              <a:stretch>
                <a:fillRect/>
              </a:stretch>
            </p:blipFill>
            <p:spPr>
              <a:xfrm>
                <a:off x="7567934" y="699176"/>
                <a:ext cx="486360" cy="346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0">
            <p14:nvContentPartPr>
              <p14:cNvPr id="43" name="Ink 42">
                <a:extLst>
                  <a:ext uri="{FF2B5EF4-FFF2-40B4-BE49-F238E27FC236}">
                    <a16:creationId xmlns:a16="http://schemas.microsoft.com/office/drawing/2014/main" id="{CE489CE9-7901-57A0-4782-9CDE1657418F}"/>
                  </a:ext>
                </a:extLst>
              </p14:cNvPr>
              <p14:cNvContentPartPr/>
              <p14:nvPr/>
            </p14:nvContentPartPr>
            <p14:xfrm>
              <a:off x="7745774" y="1168256"/>
              <a:ext cx="280080" cy="31680"/>
            </p14:xfrm>
          </p:contentPart>
        </mc:Choice>
        <mc:Fallback>
          <p:pic>
            <p:nvPicPr>
              <p:cNvPr id="43" name="Ink 42">
                <a:extLst>
                  <a:ext uri="{FF2B5EF4-FFF2-40B4-BE49-F238E27FC236}">
                    <a16:creationId xmlns:a16="http://schemas.microsoft.com/office/drawing/2014/main" id="{CE489CE9-7901-57A0-4782-9CDE1657418F}"/>
                  </a:ext>
                </a:extLst>
              </p:cNvPr>
              <p:cNvPicPr/>
              <p:nvPr/>
            </p:nvPicPr>
            <p:blipFill>
              <a:blip r:embed="rId61"/>
              <a:stretch>
                <a:fillRect/>
              </a:stretch>
            </p:blipFill>
            <p:spPr>
              <a:xfrm>
                <a:off x="7728134" y="1150256"/>
                <a:ext cx="315720" cy="67320"/>
              </a:xfrm>
              <a:prstGeom prst="rect">
                <a:avLst/>
              </a:prstGeom>
            </p:spPr>
          </p:pic>
        </mc:Fallback>
      </mc:AlternateContent>
      <p:grpSp>
        <p:nvGrpSpPr>
          <p:cNvPr id="52" name="Group 51">
            <a:extLst>
              <a:ext uri="{FF2B5EF4-FFF2-40B4-BE49-F238E27FC236}">
                <a16:creationId xmlns:a16="http://schemas.microsoft.com/office/drawing/2014/main" id="{D61E99D1-9B7F-6BA8-6603-C824E3FEF4CF}"/>
              </a:ext>
            </a:extLst>
          </p:cNvPr>
          <p:cNvGrpSpPr/>
          <p:nvPr/>
        </p:nvGrpSpPr>
        <p:grpSpPr>
          <a:xfrm>
            <a:off x="8917934" y="507656"/>
            <a:ext cx="933480" cy="729720"/>
            <a:chOff x="8917934" y="507656"/>
            <a:chExt cx="933480" cy="729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2B1CD93F-829E-1D15-A751-A1488BE64521}"/>
                    </a:ext>
                  </a:extLst>
                </p14:cNvPr>
                <p14:cNvContentPartPr/>
                <p14:nvPr/>
              </p14:nvContentPartPr>
              <p14:xfrm>
                <a:off x="9036734" y="507656"/>
                <a:ext cx="86400" cy="48384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2B1CD93F-829E-1D15-A751-A1488BE64521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9018734" y="489656"/>
                  <a:ext cx="122040" cy="51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9B115A31-32C7-90C4-67EE-38E57018D348}"/>
                    </a:ext>
                  </a:extLst>
                </p14:cNvPr>
                <p14:cNvContentPartPr/>
                <p14:nvPr/>
              </p14:nvContentPartPr>
              <p14:xfrm>
                <a:off x="8917934" y="644096"/>
                <a:ext cx="262080" cy="17064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9B115A31-32C7-90C4-67EE-38E57018D348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8899934" y="626096"/>
                  <a:ext cx="297720" cy="20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CEF9A05B-7794-AD41-7913-6B42ED2CE49E}"/>
                    </a:ext>
                  </a:extLst>
                </p14:cNvPr>
                <p14:cNvContentPartPr/>
                <p14:nvPr/>
              </p14:nvContentPartPr>
              <p14:xfrm>
                <a:off x="9180014" y="567416"/>
                <a:ext cx="172440" cy="40500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CEF9A05B-7794-AD41-7913-6B42ED2CE49E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9162014" y="549416"/>
                  <a:ext cx="208080" cy="44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F5CA510F-C7CB-4604-B3B7-374983198CCF}"/>
                    </a:ext>
                  </a:extLst>
                </p14:cNvPr>
                <p14:cNvContentPartPr/>
                <p14:nvPr/>
              </p14:nvContentPartPr>
              <p14:xfrm>
                <a:off x="9438854" y="508016"/>
                <a:ext cx="140760" cy="37296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F5CA510F-C7CB-4604-B3B7-374983198CCF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9421214" y="490376"/>
                  <a:ext cx="176400" cy="40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C954FC2B-B46F-E524-48A5-35783566FCBB}"/>
                    </a:ext>
                  </a:extLst>
                </p14:cNvPr>
                <p14:cNvContentPartPr/>
                <p14:nvPr/>
              </p14:nvContentPartPr>
              <p14:xfrm>
                <a:off x="9452174" y="1029656"/>
                <a:ext cx="399240" cy="20772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C954FC2B-B46F-E524-48A5-35783566FCBB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9434534" y="1011656"/>
                  <a:ext cx="434880" cy="243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6B879D22-F97F-1032-E2C0-C5337B23A4D6}"/>
              </a:ext>
            </a:extLst>
          </p:cNvPr>
          <p:cNvGrpSpPr/>
          <p:nvPr/>
        </p:nvGrpSpPr>
        <p:grpSpPr>
          <a:xfrm>
            <a:off x="10231214" y="904736"/>
            <a:ext cx="351360" cy="256680"/>
            <a:chOff x="10231214" y="904736"/>
            <a:chExt cx="351360" cy="256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D206964C-DF92-A451-8225-84D0C8A7DD24}"/>
                    </a:ext>
                  </a:extLst>
                </p14:cNvPr>
                <p14:cNvContentPartPr/>
                <p14:nvPr/>
              </p14:nvContentPartPr>
              <p14:xfrm>
                <a:off x="10231214" y="1000856"/>
                <a:ext cx="209160" cy="16056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D206964C-DF92-A451-8225-84D0C8A7DD24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10213574" y="982856"/>
                  <a:ext cx="244800" cy="19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FEBA3FEC-2E12-17D0-1EC7-A613A0BCD352}"/>
                    </a:ext>
                  </a:extLst>
                </p14:cNvPr>
                <p14:cNvContentPartPr/>
                <p14:nvPr/>
              </p14:nvContentPartPr>
              <p14:xfrm>
                <a:off x="10496174" y="904736"/>
                <a:ext cx="86400" cy="17244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FEBA3FEC-2E12-17D0-1EC7-A613A0BCD352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10478534" y="887096"/>
                  <a:ext cx="122040" cy="208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CFA0DFF2-53DF-C62D-76B0-DA943FD0FDAC}"/>
              </a:ext>
            </a:extLst>
          </p:cNvPr>
          <p:cNvGrpSpPr/>
          <p:nvPr/>
        </p:nvGrpSpPr>
        <p:grpSpPr>
          <a:xfrm>
            <a:off x="10242014" y="1308296"/>
            <a:ext cx="563400" cy="326160"/>
            <a:chOff x="10242014" y="1308296"/>
            <a:chExt cx="563400" cy="326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73DB430D-7123-29F1-3CD2-168A01516273}"/>
                    </a:ext>
                  </a:extLst>
                </p14:cNvPr>
                <p14:cNvContentPartPr/>
                <p14:nvPr/>
              </p14:nvContentPartPr>
              <p14:xfrm>
                <a:off x="10242014" y="1382456"/>
                <a:ext cx="255240" cy="252000"/>
              </p14:xfrm>
            </p:contentPart>
          </mc:Choice>
          <mc:Fallback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73DB430D-7123-29F1-3CD2-168A01516273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10224014" y="1364816"/>
                  <a:ext cx="290880" cy="28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3516E7F2-9108-827C-2906-33D3730A60C8}"/>
                    </a:ext>
                  </a:extLst>
                </p14:cNvPr>
                <p14:cNvContentPartPr/>
                <p14:nvPr/>
              </p14:nvContentPartPr>
              <p14:xfrm>
                <a:off x="10574294" y="1308296"/>
                <a:ext cx="231120" cy="304560"/>
              </p14:xfrm>
            </p:contentPart>
          </mc:Choice>
          <mc:Fallback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3516E7F2-9108-827C-2906-33D3730A60C8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10556294" y="1290296"/>
                  <a:ext cx="266760" cy="340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13A648D2-621B-4F43-8E47-C8601A13AFAA}"/>
              </a:ext>
            </a:extLst>
          </p:cNvPr>
          <p:cNvGrpSpPr/>
          <p:nvPr/>
        </p:nvGrpSpPr>
        <p:grpSpPr>
          <a:xfrm>
            <a:off x="9133934" y="1163936"/>
            <a:ext cx="747360" cy="922320"/>
            <a:chOff x="9133934" y="1163936"/>
            <a:chExt cx="747360" cy="922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06E6B5DE-DEA5-2599-F9CF-091E770348FF}"/>
                    </a:ext>
                  </a:extLst>
                </p14:cNvPr>
                <p14:cNvContentPartPr/>
                <p14:nvPr/>
              </p14:nvContentPartPr>
              <p14:xfrm>
                <a:off x="9296294" y="1163936"/>
                <a:ext cx="414360" cy="37368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06E6B5DE-DEA5-2599-F9CF-091E770348FF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9278654" y="1146296"/>
                  <a:ext cx="450000" cy="40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335D0C24-119A-7F06-5586-D5000ADC1F3C}"/>
                    </a:ext>
                  </a:extLst>
                </p14:cNvPr>
                <p14:cNvContentPartPr/>
                <p14:nvPr/>
              </p14:nvContentPartPr>
              <p14:xfrm>
                <a:off x="9726494" y="1444736"/>
                <a:ext cx="154800" cy="19332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335D0C24-119A-7F06-5586-D5000ADC1F3C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9708494" y="1426736"/>
                  <a:ext cx="190440" cy="22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9E9DB5E0-B579-E53C-A1B9-F8508325A62A}"/>
                    </a:ext>
                  </a:extLst>
                </p14:cNvPr>
                <p14:cNvContentPartPr/>
                <p14:nvPr/>
              </p14:nvContentPartPr>
              <p14:xfrm>
                <a:off x="9133934" y="1287056"/>
                <a:ext cx="561960" cy="799200"/>
              </p14:xfrm>
            </p:contentPart>
          </mc:Choice>
          <mc:Fallback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9E9DB5E0-B579-E53C-A1B9-F8508325A62A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9116294" y="1269056"/>
                  <a:ext cx="597600" cy="834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A74B5865-5A01-92F6-51F2-53C6CB2AC33B}"/>
              </a:ext>
            </a:extLst>
          </p:cNvPr>
          <p:cNvGrpSpPr/>
          <p:nvPr/>
        </p:nvGrpSpPr>
        <p:grpSpPr>
          <a:xfrm>
            <a:off x="10341014" y="1814816"/>
            <a:ext cx="396360" cy="401760"/>
            <a:chOff x="10341014" y="1814816"/>
            <a:chExt cx="396360" cy="4017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CAB42B3C-C9C9-67BF-367C-7D0917A159B8}"/>
                    </a:ext>
                  </a:extLst>
                </p14:cNvPr>
                <p14:cNvContentPartPr/>
                <p14:nvPr/>
              </p14:nvContentPartPr>
              <p14:xfrm>
                <a:off x="10341014" y="1880336"/>
                <a:ext cx="343080" cy="33624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CAB42B3C-C9C9-67BF-367C-7D0917A159B8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10323374" y="1862696"/>
                  <a:ext cx="378720" cy="37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93AA8C29-6258-8321-412A-662DE7DDEC63}"/>
                    </a:ext>
                  </a:extLst>
                </p14:cNvPr>
                <p14:cNvContentPartPr/>
                <p14:nvPr/>
              </p14:nvContentPartPr>
              <p14:xfrm>
                <a:off x="10554134" y="1814816"/>
                <a:ext cx="183240" cy="1116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93AA8C29-6258-8321-412A-662DE7DDEC63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10536134" y="1796816"/>
                  <a:ext cx="218880" cy="468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90">
            <p14:nvContentPartPr>
              <p14:cNvPr id="70" name="Ink 69">
                <a:extLst>
                  <a:ext uri="{FF2B5EF4-FFF2-40B4-BE49-F238E27FC236}">
                    <a16:creationId xmlns:a16="http://schemas.microsoft.com/office/drawing/2014/main" id="{8A0C54DB-42F9-4171-8C84-2F2044D21841}"/>
                  </a:ext>
                </a:extLst>
              </p14:cNvPr>
              <p14:cNvContentPartPr/>
              <p14:nvPr/>
            </p14:nvContentPartPr>
            <p14:xfrm>
              <a:off x="7906334" y="1744256"/>
              <a:ext cx="568440" cy="1508400"/>
            </p14:xfrm>
          </p:contentPart>
        </mc:Choice>
        <mc:Fallback>
          <p:pic>
            <p:nvPicPr>
              <p:cNvPr id="70" name="Ink 69">
                <a:extLst>
                  <a:ext uri="{FF2B5EF4-FFF2-40B4-BE49-F238E27FC236}">
                    <a16:creationId xmlns:a16="http://schemas.microsoft.com/office/drawing/2014/main" id="{8A0C54DB-42F9-4171-8C84-2F2044D21841}"/>
                  </a:ext>
                </a:extLst>
              </p:cNvPr>
              <p:cNvPicPr/>
              <p:nvPr/>
            </p:nvPicPr>
            <p:blipFill>
              <a:blip r:embed="rId91"/>
              <a:stretch>
                <a:fillRect/>
              </a:stretch>
            </p:blipFill>
            <p:spPr>
              <a:xfrm>
                <a:off x="7888694" y="1726616"/>
                <a:ext cx="604080" cy="1544040"/>
              </a:xfrm>
              <a:prstGeom prst="rect">
                <a:avLst/>
              </a:prstGeom>
            </p:spPr>
          </p:pic>
        </mc:Fallback>
      </mc:AlternateContent>
      <p:grpSp>
        <p:nvGrpSpPr>
          <p:cNvPr id="75" name="Group 74">
            <a:extLst>
              <a:ext uri="{FF2B5EF4-FFF2-40B4-BE49-F238E27FC236}">
                <a16:creationId xmlns:a16="http://schemas.microsoft.com/office/drawing/2014/main" id="{AB87526D-B515-539F-FFCF-53529C7B6F74}"/>
              </a:ext>
            </a:extLst>
          </p:cNvPr>
          <p:cNvGrpSpPr/>
          <p:nvPr/>
        </p:nvGrpSpPr>
        <p:grpSpPr>
          <a:xfrm>
            <a:off x="8793014" y="2870336"/>
            <a:ext cx="594000" cy="635040"/>
            <a:chOff x="8793014" y="2870336"/>
            <a:chExt cx="594000" cy="635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2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96931D49-F388-D4A5-20C7-4FD0E5B17F51}"/>
                    </a:ext>
                  </a:extLst>
                </p14:cNvPr>
                <p14:cNvContentPartPr/>
                <p14:nvPr/>
              </p14:nvContentPartPr>
              <p14:xfrm>
                <a:off x="8869334" y="2889056"/>
                <a:ext cx="96840" cy="370440"/>
              </p14:xfrm>
            </p:contentPart>
          </mc:Choice>
          <mc:Fallback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96931D49-F388-D4A5-20C7-4FD0E5B17F51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8851694" y="2871416"/>
                  <a:ext cx="132480" cy="40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B8C93983-297F-6B87-0BA5-C4199ACF6E9D}"/>
                    </a:ext>
                  </a:extLst>
                </p14:cNvPr>
                <p14:cNvContentPartPr/>
                <p14:nvPr/>
              </p14:nvContentPartPr>
              <p14:xfrm>
                <a:off x="9056534" y="2870336"/>
                <a:ext cx="174240" cy="432720"/>
              </p14:xfrm>
            </p:contentPart>
          </mc:Choice>
          <mc:Fallback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B8C93983-297F-6B87-0BA5-C4199ACF6E9D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9038534" y="2852336"/>
                  <a:ext cx="209880" cy="46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6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6F4B9041-1A92-069D-D594-9D88FFB80B48}"/>
                    </a:ext>
                  </a:extLst>
                </p14:cNvPr>
                <p14:cNvContentPartPr/>
                <p14:nvPr/>
              </p14:nvContentPartPr>
              <p14:xfrm>
                <a:off x="8793014" y="3458216"/>
                <a:ext cx="594000" cy="47160"/>
              </p14:xfrm>
            </p:contentPart>
          </mc:Choice>
          <mc:Fallback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6F4B9041-1A92-069D-D594-9D88FFB80B48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8775014" y="3440216"/>
                  <a:ext cx="629640" cy="828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70217366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58C73A-2DFA-D5F4-5FC2-F2B210AC0F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El </a:t>
            </a:r>
            <a:r>
              <a:rPr lang="en-US" dirty="0" err="1"/>
              <a:t>análisis</a:t>
            </a:r>
            <a:r>
              <a:rPr lang="en-US" dirty="0"/>
              <a:t> </a:t>
            </a:r>
            <a:r>
              <a:rPr lang="en-US" dirty="0" err="1"/>
              <a:t>bivariado</a:t>
            </a:r>
            <a:r>
              <a:rPr lang="en-US" dirty="0"/>
              <a:t> </a:t>
            </a:r>
            <a:r>
              <a:rPr lang="en-US" dirty="0" err="1"/>
              <a:t>siempre</a:t>
            </a:r>
            <a:r>
              <a:rPr lang="en-US" dirty="0"/>
              <a:t> </a:t>
            </a:r>
            <a:r>
              <a:rPr lang="en-US" dirty="0" err="1"/>
              <a:t>ayuda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C45F51-7E54-0658-FA85-1ECD6DF339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5654018E-F6CE-45C5-48A7-DBBD41D509DB}"/>
              </a:ext>
            </a:extLst>
          </p:cNvPr>
          <p:cNvGrpSpPr/>
          <p:nvPr/>
        </p:nvGrpSpPr>
        <p:grpSpPr>
          <a:xfrm>
            <a:off x="5306414" y="2034056"/>
            <a:ext cx="705960" cy="330120"/>
            <a:chOff x="5306414" y="2034056"/>
            <a:chExt cx="705960" cy="330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B7019811-8E03-A6FD-FB6F-1A160BC7C90F}"/>
                    </a:ext>
                  </a:extLst>
                </p14:cNvPr>
                <p14:cNvContentPartPr/>
                <p14:nvPr/>
              </p14:nvContentPartPr>
              <p14:xfrm>
                <a:off x="5306414" y="2034056"/>
                <a:ext cx="341640" cy="330120"/>
              </p14:xfrm>
            </p:contentPart>
          </mc:Choice>
          <mc:Fallback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B7019811-8E03-A6FD-FB6F-1A160BC7C90F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5288774" y="2016416"/>
                  <a:ext cx="377280" cy="36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97ADC1A8-ABFE-43B5-AA72-873082AAEBE3}"/>
                    </a:ext>
                  </a:extLst>
                </p14:cNvPr>
                <p14:cNvContentPartPr/>
                <p14:nvPr/>
              </p14:nvContentPartPr>
              <p14:xfrm>
                <a:off x="5405774" y="2200376"/>
                <a:ext cx="241200" cy="2664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97ADC1A8-ABFE-43B5-AA72-873082AAEBE3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5387774" y="2182376"/>
                  <a:ext cx="276840" cy="6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FD0D2C9D-1184-E0B3-9E42-2CBE0F619EF6}"/>
                    </a:ext>
                  </a:extLst>
                </p14:cNvPr>
                <p14:cNvContentPartPr/>
                <p14:nvPr/>
              </p14:nvContentPartPr>
              <p14:xfrm>
                <a:off x="5654894" y="2065376"/>
                <a:ext cx="357480" cy="220320"/>
              </p14:xfrm>
            </p:contentPart>
          </mc:Choice>
          <mc:Fallback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FD0D2C9D-1184-E0B3-9E42-2CBE0F619EF6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5636894" y="2047736"/>
                  <a:ext cx="393120" cy="255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F8C92417-17E1-2B6B-04CF-0F6198C7535F}"/>
              </a:ext>
            </a:extLst>
          </p:cNvPr>
          <p:cNvGrpSpPr/>
          <p:nvPr/>
        </p:nvGrpSpPr>
        <p:grpSpPr>
          <a:xfrm>
            <a:off x="8018294" y="2037296"/>
            <a:ext cx="533520" cy="243720"/>
            <a:chOff x="8018294" y="2037296"/>
            <a:chExt cx="533520" cy="243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050D6B66-8AC5-2F92-199F-A8AEAD4B781D}"/>
                    </a:ext>
                  </a:extLst>
                </p14:cNvPr>
                <p14:cNvContentPartPr/>
                <p14:nvPr/>
              </p14:nvContentPartPr>
              <p14:xfrm>
                <a:off x="8018294" y="2037296"/>
                <a:ext cx="343080" cy="24264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050D6B66-8AC5-2F92-199F-A8AEAD4B781D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8000294" y="2019296"/>
                  <a:ext cx="378720" cy="27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5182519D-A79C-6147-AD65-7B74BA6FE7ED}"/>
                    </a:ext>
                  </a:extLst>
                </p14:cNvPr>
                <p14:cNvContentPartPr/>
                <p14:nvPr/>
              </p14:nvContentPartPr>
              <p14:xfrm>
                <a:off x="8455694" y="2045576"/>
                <a:ext cx="96120" cy="23544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5182519D-A79C-6147-AD65-7B74BA6FE7ED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8437694" y="2027936"/>
                  <a:ext cx="131760" cy="271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8677267E-86B1-3C14-D973-C03FE587BA71}"/>
              </a:ext>
            </a:extLst>
          </p:cNvPr>
          <p:cNvGrpSpPr/>
          <p:nvPr/>
        </p:nvGrpSpPr>
        <p:grpSpPr>
          <a:xfrm>
            <a:off x="9004694" y="1937216"/>
            <a:ext cx="697680" cy="290160"/>
            <a:chOff x="9004694" y="1937216"/>
            <a:chExt cx="697680" cy="290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BCAC6E1F-A97C-96FB-C09A-48C7A5040064}"/>
                    </a:ext>
                  </a:extLst>
                </p14:cNvPr>
                <p14:cNvContentPartPr/>
                <p14:nvPr/>
              </p14:nvContentPartPr>
              <p14:xfrm>
                <a:off x="9004694" y="1937216"/>
                <a:ext cx="318600" cy="29016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BCAC6E1F-A97C-96FB-C09A-48C7A5040064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8987054" y="1919216"/>
                  <a:ext cx="354240" cy="32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6C5EF7CC-50E8-05F6-E03F-031EF46F2F7A}"/>
                    </a:ext>
                  </a:extLst>
                </p14:cNvPr>
                <p14:cNvContentPartPr/>
                <p14:nvPr/>
              </p14:nvContentPartPr>
              <p14:xfrm>
                <a:off x="9047174" y="2122976"/>
                <a:ext cx="248760" cy="3600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6C5EF7CC-50E8-05F6-E03F-031EF46F2F7A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9029174" y="2104976"/>
                  <a:ext cx="284400" cy="7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02A8F6F6-0F65-4ACD-066D-59602C0DD813}"/>
                    </a:ext>
                  </a:extLst>
                </p14:cNvPr>
                <p14:cNvContentPartPr/>
                <p14:nvPr/>
              </p14:nvContentPartPr>
              <p14:xfrm>
                <a:off x="9451454" y="1998056"/>
                <a:ext cx="250920" cy="19692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02A8F6F6-0F65-4ACD-066D-59602C0DD813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9433454" y="1980416"/>
                  <a:ext cx="286560" cy="232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6F27B962-584F-BAC7-4033-F13D6BBA4B09}"/>
              </a:ext>
            </a:extLst>
          </p:cNvPr>
          <p:cNvGrpSpPr/>
          <p:nvPr/>
        </p:nvGrpSpPr>
        <p:grpSpPr>
          <a:xfrm>
            <a:off x="2176214" y="2687096"/>
            <a:ext cx="1117800" cy="318600"/>
            <a:chOff x="2176214" y="2687096"/>
            <a:chExt cx="1117800" cy="318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806D33B1-6D3B-38C6-6A0E-FE18356CDE96}"/>
                    </a:ext>
                  </a:extLst>
                </p14:cNvPr>
                <p14:cNvContentPartPr/>
                <p14:nvPr/>
              </p14:nvContentPartPr>
              <p14:xfrm>
                <a:off x="2176214" y="2687096"/>
                <a:ext cx="33480" cy="28188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806D33B1-6D3B-38C6-6A0E-FE18356CDE96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2158214" y="2669456"/>
                  <a:ext cx="69120" cy="31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8E3C42C6-19CE-42E1-34E9-445C6344E714}"/>
                    </a:ext>
                  </a:extLst>
                </p14:cNvPr>
                <p14:cNvContentPartPr/>
                <p14:nvPr/>
              </p14:nvContentPartPr>
              <p14:xfrm>
                <a:off x="2381054" y="2690336"/>
                <a:ext cx="478440" cy="25632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8E3C42C6-19CE-42E1-34E9-445C6344E714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2363054" y="2672696"/>
                  <a:ext cx="514080" cy="29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69BF2B64-3195-94A6-6084-92D4C4724A44}"/>
                    </a:ext>
                  </a:extLst>
                </p14:cNvPr>
                <p14:cNvContentPartPr/>
                <p14:nvPr/>
              </p14:nvContentPartPr>
              <p14:xfrm>
                <a:off x="2959214" y="2690696"/>
                <a:ext cx="334800" cy="31500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69BF2B64-3195-94A6-6084-92D4C4724A44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2941214" y="2672696"/>
                  <a:ext cx="370440" cy="3506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4">
            <p14:nvContentPartPr>
              <p14:cNvPr id="24" name="Ink 23">
                <a:extLst>
                  <a:ext uri="{FF2B5EF4-FFF2-40B4-BE49-F238E27FC236}">
                    <a16:creationId xmlns:a16="http://schemas.microsoft.com/office/drawing/2014/main" id="{10665603-53FF-9220-B2B2-604D8B97E00D}"/>
                  </a:ext>
                </a:extLst>
              </p14:cNvPr>
              <p14:cNvContentPartPr/>
              <p14:nvPr/>
            </p14:nvContentPartPr>
            <p14:xfrm>
              <a:off x="2586614" y="4878056"/>
              <a:ext cx="419400" cy="33480"/>
            </p14:xfrm>
          </p:contentPart>
        </mc:Choice>
        <mc:Fallback>
          <p:pic>
            <p:nvPicPr>
              <p:cNvPr id="24" name="Ink 23">
                <a:extLst>
                  <a:ext uri="{FF2B5EF4-FFF2-40B4-BE49-F238E27FC236}">
                    <a16:creationId xmlns:a16="http://schemas.microsoft.com/office/drawing/2014/main" id="{10665603-53FF-9220-B2B2-604D8B97E00D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2568974" y="4860416"/>
                <a:ext cx="455040" cy="69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6">
            <p14:nvContentPartPr>
              <p14:cNvPr id="25" name="Ink 24">
                <a:extLst>
                  <a:ext uri="{FF2B5EF4-FFF2-40B4-BE49-F238E27FC236}">
                    <a16:creationId xmlns:a16="http://schemas.microsoft.com/office/drawing/2014/main" id="{69BDFBA2-CE48-2339-E3D9-3E37E534C6A2}"/>
                  </a:ext>
                </a:extLst>
              </p14:cNvPr>
              <p14:cNvContentPartPr/>
              <p14:nvPr/>
            </p14:nvContentPartPr>
            <p14:xfrm>
              <a:off x="2398334" y="5426696"/>
              <a:ext cx="600840" cy="34920"/>
            </p14:xfrm>
          </p:contentPart>
        </mc:Choice>
        <mc:Fallback>
          <p:pic>
            <p:nvPicPr>
              <p:cNvPr id="25" name="Ink 24">
                <a:extLst>
                  <a:ext uri="{FF2B5EF4-FFF2-40B4-BE49-F238E27FC236}">
                    <a16:creationId xmlns:a16="http://schemas.microsoft.com/office/drawing/2014/main" id="{69BDFBA2-CE48-2339-E3D9-3E37E534C6A2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2380694" y="5408696"/>
                <a:ext cx="636480" cy="70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8">
            <p14:nvContentPartPr>
              <p14:cNvPr id="26" name="Ink 25">
                <a:extLst>
                  <a:ext uri="{FF2B5EF4-FFF2-40B4-BE49-F238E27FC236}">
                    <a16:creationId xmlns:a16="http://schemas.microsoft.com/office/drawing/2014/main" id="{69E2D8E4-7D02-5C11-7EC2-566F20EDAA85}"/>
                  </a:ext>
                </a:extLst>
              </p14:cNvPr>
              <p14:cNvContentPartPr/>
              <p14:nvPr/>
            </p14:nvContentPartPr>
            <p14:xfrm>
              <a:off x="2579774" y="5860136"/>
              <a:ext cx="476640" cy="16920"/>
            </p14:xfrm>
          </p:contentPart>
        </mc:Choice>
        <mc:Fallback>
          <p:pic>
            <p:nvPicPr>
              <p:cNvPr id="26" name="Ink 25">
                <a:extLst>
                  <a:ext uri="{FF2B5EF4-FFF2-40B4-BE49-F238E27FC236}">
                    <a16:creationId xmlns:a16="http://schemas.microsoft.com/office/drawing/2014/main" id="{69E2D8E4-7D02-5C11-7EC2-566F20EDAA85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2561774" y="5842496"/>
                <a:ext cx="512280" cy="52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0">
            <p14:nvContentPartPr>
              <p14:cNvPr id="29" name="Ink 28">
                <a:extLst>
                  <a:ext uri="{FF2B5EF4-FFF2-40B4-BE49-F238E27FC236}">
                    <a16:creationId xmlns:a16="http://schemas.microsoft.com/office/drawing/2014/main" id="{53AE1C6F-3978-DAB3-9CC1-B7ECD0122B82}"/>
                  </a:ext>
                </a:extLst>
              </p14:cNvPr>
              <p14:cNvContentPartPr/>
              <p14:nvPr/>
            </p14:nvContentPartPr>
            <p14:xfrm>
              <a:off x="10828094" y="1570016"/>
              <a:ext cx="212040" cy="414000"/>
            </p14:xfrm>
          </p:contentPart>
        </mc:Choice>
        <mc:Fallback>
          <p:pic>
            <p:nvPicPr>
              <p:cNvPr id="29" name="Ink 28">
                <a:extLst>
                  <a:ext uri="{FF2B5EF4-FFF2-40B4-BE49-F238E27FC236}">
                    <a16:creationId xmlns:a16="http://schemas.microsoft.com/office/drawing/2014/main" id="{53AE1C6F-3978-DAB3-9CC1-B7ECD0122B82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10810454" y="1552016"/>
                <a:ext cx="247680" cy="449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2">
            <p14:nvContentPartPr>
              <p14:cNvPr id="30" name="Ink 29">
                <a:extLst>
                  <a:ext uri="{FF2B5EF4-FFF2-40B4-BE49-F238E27FC236}">
                    <a16:creationId xmlns:a16="http://schemas.microsoft.com/office/drawing/2014/main" id="{888345C5-9105-C19F-28DF-EBEB599A9363}"/>
                  </a:ext>
                </a:extLst>
              </p14:cNvPr>
              <p14:cNvContentPartPr/>
              <p14:nvPr/>
            </p14:nvContentPartPr>
            <p14:xfrm>
              <a:off x="10949054" y="2242856"/>
              <a:ext cx="594720" cy="203400"/>
            </p14:xfrm>
          </p:contentPart>
        </mc:Choice>
        <mc:Fallback>
          <p:pic>
            <p:nvPicPr>
              <p:cNvPr id="30" name="Ink 29">
                <a:extLst>
                  <a:ext uri="{FF2B5EF4-FFF2-40B4-BE49-F238E27FC236}">
                    <a16:creationId xmlns:a16="http://schemas.microsoft.com/office/drawing/2014/main" id="{888345C5-9105-C19F-28DF-EBEB599A9363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10931054" y="2224856"/>
                <a:ext cx="630360" cy="239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4">
            <p14:nvContentPartPr>
              <p14:cNvPr id="31" name="Ink 30">
                <a:extLst>
                  <a:ext uri="{FF2B5EF4-FFF2-40B4-BE49-F238E27FC236}">
                    <a16:creationId xmlns:a16="http://schemas.microsoft.com/office/drawing/2014/main" id="{30D52536-E5C7-98CC-D22A-20BDE48B30F2}"/>
                  </a:ext>
                </a:extLst>
              </p14:cNvPr>
              <p14:cNvContentPartPr/>
              <p14:nvPr/>
            </p14:nvContentPartPr>
            <p14:xfrm>
              <a:off x="10934654" y="2857016"/>
              <a:ext cx="213120" cy="234000"/>
            </p14:xfrm>
          </p:contentPart>
        </mc:Choice>
        <mc:Fallback>
          <p:pic>
            <p:nvPicPr>
              <p:cNvPr id="31" name="Ink 30">
                <a:extLst>
                  <a:ext uri="{FF2B5EF4-FFF2-40B4-BE49-F238E27FC236}">
                    <a16:creationId xmlns:a16="http://schemas.microsoft.com/office/drawing/2014/main" id="{30D52536-E5C7-98CC-D22A-20BDE48B30F2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10916654" y="2839376"/>
                <a:ext cx="248760" cy="269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6">
            <p14:nvContentPartPr>
              <p14:cNvPr id="32" name="Ink 31">
                <a:extLst>
                  <a:ext uri="{FF2B5EF4-FFF2-40B4-BE49-F238E27FC236}">
                    <a16:creationId xmlns:a16="http://schemas.microsoft.com/office/drawing/2014/main" id="{09047750-279E-3656-664A-6E21711722E1}"/>
                  </a:ext>
                </a:extLst>
              </p14:cNvPr>
              <p14:cNvContentPartPr/>
              <p14:nvPr/>
            </p14:nvContentPartPr>
            <p14:xfrm>
              <a:off x="10926014" y="2857016"/>
              <a:ext cx="277200" cy="221040"/>
            </p14:xfrm>
          </p:contentPart>
        </mc:Choice>
        <mc:Fallback>
          <p:pic>
            <p:nvPicPr>
              <p:cNvPr id="32" name="Ink 31">
                <a:extLst>
                  <a:ext uri="{FF2B5EF4-FFF2-40B4-BE49-F238E27FC236}">
                    <a16:creationId xmlns:a16="http://schemas.microsoft.com/office/drawing/2014/main" id="{09047750-279E-3656-664A-6E21711722E1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10908374" y="2839376"/>
                <a:ext cx="312840" cy="256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8">
            <p14:nvContentPartPr>
              <p14:cNvPr id="41" name="Ink 40">
                <a:extLst>
                  <a:ext uri="{FF2B5EF4-FFF2-40B4-BE49-F238E27FC236}">
                    <a16:creationId xmlns:a16="http://schemas.microsoft.com/office/drawing/2014/main" id="{767FE563-2DC3-D035-3AEF-27EA68D5BA9F}"/>
                  </a:ext>
                </a:extLst>
              </p14:cNvPr>
              <p14:cNvContentPartPr/>
              <p14:nvPr/>
            </p14:nvContentPartPr>
            <p14:xfrm>
              <a:off x="11293934" y="4866896"/>
              <a:ext cx="265320" cy="222120"/>
            </p14:xfrm>
          </p:contentPart>
        </mc:Choice>
        <mc:Fallback>
          <p:pic>
            <p:nvPicPr>
              <p:cNvPr id="41" name="Ink 40">
                <a:extLst>
                  <a:ext uri="{FF2B5EF4-FFF2-40B4-BE49-F238E27FC236}">
                    <a16:creationId xmlns:a16="http://schemas.microsoft.com/office/drawing/2014/main" id="{767FE563-2DC3-D035-3AEF-27EA68D5BA9F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11276294" y="4848896"/>
                <a:ext cx="300960" cy="257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0">
            <p14:nvContentPartPr>
              <p14:cNvPr id="42" name="Ink 41">
                <a:extLst>
                  <a:ext uri="{FF2B5EF4-FFF2-40B4-BE49-F238E27FC236}">
                    <a16:creationId xmlns:a16="http://schemas.microsoft.com/office/drawing/2014/main" id="{AAE7B7D6-FE68-B800-D6DE-0BF8E223CA36}"/>
                  </a:ext>
                </a:extLst>
              </p14:cNvPr>
              <p14:cNvContentPartPr/>
              <p14:nvPr/>
            </p14:nvContentPartPr>
            <p14:xfrm>
              <a:off x="11642774" y="1040096"/>
              <a:ext cx="227880" cy="1002600"/>
            </p14:xfrm>
          </p:contentPart>
        </mc:Choice>
        <mc:Fallback>
          <p:pic>
            <p:nvPicPr>
              <p:cNvPr id="42" name="Ink 41">
                <a:extLst>
                  <a:ext uri="{FF2B5EF4-FFF2-40B4-BE49-F238E27FC236}">
                    <a16:creationId xmlns:a16="http://schemas.microsoft.com/office/drawing/2014/main" id="{AAE7B7D6-FE68-B800-D6DE-0BF8E223CA36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11625134" y="1022096"/>
                <a:ext cx="263520" cy="1038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2">
            <p14:nvContentPartPr>
              <p14:cNvPr id="43" name="Ink 42">
                <a:extLst>
                  <a:ext uri="{FF2B5EF4-FFF2-40B4-BE49-F238E27FC236}">
                    <a16:creationId xmlns:a16="http://schemas.microsoft.com/office/drawing/2014/main" id="{01464160-52B6-2416-3C33-7B26D6CEB87B}"/>
                  </a:ext>
                </a:extLst>
              </p14:cNvPr>
              <p14:cNvContentPartPr/>
              <p14:nvPr/>
            </p14:nvContentPartPr>
            <p14:xfrm>
              <a:off x="11693894" y="2005976"/>
              <a:ext cx="201240" cy="189000"/>
            </p14:xfrm>
          </p:contentPart>
        </mc:Choice>
        <mc:Fallback>
          <p:pic>
            <p:nvPicPr>
              <p:cNvPr id="43" name="Ink 42">
                <a:extLst>
                  <a:ext uri="{FF2B5EF4-FFF2-40B4-BE49-F238E27FC236}">
                    <a16:creationId xmlns:a16="http://schemas.microsoft.com/office/drawing/2014/main" id="{01464160-52B6-2416-3C33-7B26D6CEB87B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11675894" y="1988336"/>
                <a:ext cx="236880" cy="224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4">
            <p14:nvContentPartPr>
              <p14:cNvPr id="44" name="Ink 43">
                <a:extLst>
                  <a:ext uri="{FF2B5EF4-FFF2-40B4-BE49-F238E27FC236}">
                    <a16:creationId xmlns:a16="http://schemas.microsoft.com/office/drawing/2014/main" id="{ACE45C25-8738-FF87-D4C1-5755AE6B472E}"/>
                  </a:ext>
                </a:extLst>
              </p14:cNvPr>
              <p14:cNvContentPartPr/>
              <p14:nvPr/>
            </p14:nvContentPartPr>
            <p14:xfrm>
              <a:off x="11418494" y="1263656"/>
              <a:ext cx="350640" cy="2554920"/>
            </p14:xfrm>
          </p:contentPart>
        </mc:Choice>
        <mc:Fallback>
          <p:pic>
            <p:nvPicPr>
              <p:cNvPr id="44" name="Ink 43">
                <a:extLst>
                  <a:ext uri="{FF2B5EF4-FFF2-40B4-BE49-F238E27FC236}">
                    <a16:creationId xmlns:a16="http://schemas.microsoft.com/office/drawing/2014/main" id="{ACE45C25-8738-FF87-D4C1-5755AE6B472E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11400854" y="1246016"/>
                <a:ext cx="386280" cy="2590560"/>
              </a:xfrm>
              <a:prstGeom prst="rect">
                <a:avLst/>
              </a:prstGeom>
            </p:spPr>
          </p:pic>
        </mc:Fallback>
      </mc:AlternateContent>
      <p:grpSp>
        <p:nvGrpSpPr>
          <p:cNvPr id="49" name="Group 48">
            <a:extLst>
              <a:ext uri="{FF2B5EF4-FFF2-40B4-BE49-F238E27FC236}">
                <a16:creationId xmlns:a16="http://schemas.microsoft.com/office/drawing/2014/main" id="{FAE7990D-BBFF-B978-70A7-207D53E18357}"/>
              </a:ext>
            </a:extLst>
          </p:cNvPr>
          <p:cNvGrpSpPr/>
          <p:nvPr/>
        </p:nvGrpSpPr>
        <p:grpSpPr>
          <a:xfrm>
            <a:off x="2381414" y="3288656"/>
            <a:ext cx="9386640" cy="1347120"/>
            <a:chOff x="2381414" y="3288656"/>
            <a:chExt cx="9386640" cy="1347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4BBBDAB5-001A-330D-5B44-A453768518FB}"/>
                    </a:ext>
                  </a:extLst>
                </p14:cNvPr>
                <p14:cNvContentPartPr/>
                <p14:nvPr/>
              </p14:nvContentPartPr>
              <p14:xfrm>
                <a:off x="2381414" y="3288656"/>
                <a:ext cx="818280" cy="5688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4BBBDAB5-001A-330D-5B44-A453768518FB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2363414" y="3270656"/>
                  <a:ext cx="853920" cy="9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BB109F99-7654-CF5C-1F02-3F248F362BBC}"/>
                    </a:ext>
                  </a:extLst>
                </p14:cNvPr>
                <p14:cNvContentPartPr/>
                <p14:nvPr/>
              </p14:nvContentPartPr>
              <p14:xfrm>
                <a:off x="2580854" y="3869696"/>
                <a:ext cx="433440" cy="5004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BB109F99-7654-CF5C-1F02-3F248F362BBC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2563214" y="3851696"/>
                  <a:ext cx="469080" cy="8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42C95E11-65DF-BCC7-42D8-5528FA3F36E3}"/>
                    </a:ext>
                  </a:extLst>
                </p14:cNvPr>
                <p14:cNvContentPartPr/>
                <p14:nvPr/>
              </p14:nvContentPartPr>
              <p14:xfrm>
                <a:off x="2507774" y="4343816"/>
                <a:ext cx="640800" cy="4248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42C95E11-65DF-BCC7-42D8-5528FA3F36E3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2489774" y="4326176"/>
                  <a:ext cx="676440" cy="7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CD23043C-7226-F127-6478-A1491EFBEC2B}"/>
                    </a:ext>
                  </a:extLst>
                </p14:cNvPr>
                <p14:cNvContentPartPr/>
                <p14:nvPr/>
              </p14:nvContentPartPr>
              <p14:xfrm>
                <a:off x="10970294" y="3363536"/>
                <a:ext cx="185760" cy="31104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CD23043C-7226-F127-6478-A1491EFBEC2B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10952294" y="3345536"/>
                  <a:ext cx="221400" cy="34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870D3B0E-BC88-9C13-C4C6-3D569B416C69}"/>
                    </a:ext>
                  </a:extLst>
                </p14:cNvPr>
                <p14:cNvContentPartPr/>
                <p14:nvPr/>
              </p14:nvContentPartPr>
              <p14:xfrm>
                <a:off x="11008454" y="3413216"/>
                <a:ext cx="323280" cy="36792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870D3B0E-BC88-9C13-C4C6-3D569B416C69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10990814" y="3395216"/>
                  <a:ext cx="358920" cy="40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C09288B4-C500-E374-197E-6395CDDE47F6}"/>
                    </a:ext>
                  </a:extLst>
                </p14:cNvPr>
                <p14:cNvContentPartPr/>
                <p14:nvPr/>
              </p14:nvContentPartPr>
              <p14:xfrm>
                <a:off x="11062094" y="3920096"/>
                <a:ext cx="427680" cy="28584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C09288B4-C500-E374-197E-6395CDDE47F6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11044094" y="3902096"/>
                  <a:ext cx="463320" cy="32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EB68E8F5-4123-655D-599A-88C59E61760E}"/>
                    </a:ext>
                  </a:extLst>
                </p14:cNvPr>
                <p14:cNvContentPartPr/>
                <p14:nvPr/>
              </p14:nvContentPartPr>
              <p14:xfrm>
                <a:off x="11198534" y="4355696"/>
                <a:ext cx="300960" cy="28008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EB68E8F5-4123-655D-599A-88C59E61760E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11180534" y="4338056"/>
                  <a:ext cx="336600" cy="31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1DBAE105-52CB-0FE0-F347-8D8512138181}"/>
                    </a:ext>
                  </a:extLst>
                </p14:cNvPr>
                <p14:cNvContentPartPr/>
                <p14:nvPr/>
              </p14:nvContentPartPr>
              <p14:xfrm>
                <a:off x="2551334" y="4255976"/>
                <a:ext cx="9216720" cy="35532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1DBAE105-52CB-0FE0-F347-8D8512138181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2533694" y="4238336"/>
                  <a:ext cx="9252360" cy="3909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62">
            <p14:nvContentPartPr>
              <p14:cNvPr id="50" name="Ink 49">
                <a:extLst>
                  <a:ext uri="{FF2B5EF4-FFF2-40B4-BE49-F238E27FC236}">
                    <a16:creationId xmlns:a16="http://schemas.microsoft.com/office/drawing/2014/main" id="{21AD8E20-5919-98B7-344A-AE273C57A12C}"/>
                  </a:ext>
                </a:extLst>
              </p14:cNvPr>
              <p14:cNvContentPartPr/>
              <p14:nvPr/>
            </p14:nvContentPartPr>
            <p14:xfrm>
              <a:off x="2719094" y="5173976"/>
              <a:ext cx="9250560" cy="110880"/>
            </p14:xfrm>
          </p:contentPart>
        </mc:Choice>
        <mc:Fallback>
          <p:pic>
            <p:nvPicPr>
              <p:cNvPr id="50" name="Ink 49">
                <a:extLst>
                  <a:ext uri="{FF2B5EF4-FFF2-40B4-BE49-F238E27FC236}">
                    <a16:creationId xmlns:a16="http://schemas.microsoft.com/office/drawing/2014/main" id="{21AD8E20-5919-98B7-344A-AE273C57A12C}"/>
                  </a:ext>
                </a:extLst>
              </p:cNvPr>
              <p:cNvPicPr/>
              <p:nvPr/>
            </p:nvPicPr>
            <p:blipFill>
              <a:blip r:embed="rId63"/>
              <a:stretch>
                <a:fillRect/>
              </a:stretch>
            </p:blipFill>
            <p:spPr>
              <a:xfrm>
                <a:off x="2701454" y="5155976"/>
                <a:ext cx="9286200" cy="1465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59223004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9B3568-90A8-02C3-C8E8-790874860F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FF1F1B-0B52-5034-AF56-75260BF4CE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7E1085B8-2793-85E0-8D63-6523596128F9}"/>
              </a:ext>
            </a:extLst>
          </p:cNvPr>
          <p:cNvGrpSpPr/>
          <p:nvPr/>
        </p:nvGrpSpPr>
        <p:grpSpPr>
          <a:xfrm>
            <a:off x="2154614" y="2676296"/>
            <a:ext cx="1005840" cy="639000"/>
            <a:chOff x="2154614" y="2676296"/>
            <a:chExt cx="1005840" cy="639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89E638A7-A90F-F8D8-3232-BF1F95B77EC5}"/>
                    </a:ext>
                  </a:extLst>
                </p14:cNvPr>
                <p14:cNvContentPartPr/>
                <p14:nvPr/>
              </p14:nvContentPartPr>
              <p14:xfrm>
                <a:off x="2154614" y="2676296"/>
                <a:ext cx="406800" cy="639000"/>
              </p14:xfrm>
            </p:contentPart>
          </mc:Choice>
          <mc:Fallback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89E638A7-A90F-F8D8-3232-BF1F95B77EC5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2136614" y="2658296"/>
                  <a:ext cx="442440" cy="67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9E9B6CC5-D437-CF5E-961F-091E0DA363DC}"/>
                    </a:ext>
                  </a:extLst>
                </p14:cNvPr>
                <p14:cNvContentPartPr/>
                <p14:nvPr/>
              </p14:nvContentPartPr>
              <p14:xfrm>
                <a:off x="2331374" y="3061496"/>
                <a:ext cx="266400" cy="7956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9E9B6CC5-D437-CF5E-961F-091E0DA363DC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2313734" y="3043496"/>
                  <a:ext cx="302040" cy="11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2C0D694E-6A74-8D36-FBC9-C7EDD85CB303}"/>
                    </a:ext>
                  </a:extLst>
                </p14:cNvPr>
                <p14:cNvContentPartPr/>
                <p14:nvPr/>
              </p14:nvContentPartPr>
              <p14:xfrm>
                <a:off x="2703974" y="2827136"/>
                <a:ext cx="456480" cy="294120"/>
              </p14:xfrm>
            </p:contentPart>
          </mc:Choice>
          <mc:Fallback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2C0D694E-6A74-8D36-FBC9-C7EDD85CB303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2686334" y="2809496"/>
                  <a:ext cx="492120" cy="3297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8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353EE7E3-464F-B23B-B91B-5A7A2D69D179}"/>
                  </a:ext>
                </a:extLst>
              </p14:cNvPr>
              <p14:cNvContentPartPr/>
              <p14:nvPr/>
            </p14:nvContentPartPr>
            <p14:xfrm>
              <a:off x="3571574" y="2866736"/>
              <a:ext cx="605160" cy="205200"/>
            </p14:xfrm>
          </p:contentPart>
        </mc:Choice>
        <mc:Fallback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353EE7E3-464F-B23B-B91B-5A7A2D69D179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3553574" y="2848736"/>
                <a:ext cx="640800" cy="240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">
            <p14:nvContentPartPr>
              <p14:cNvPr id="37" name="Ink 36">
                <a:extLst>
                  <a:ext uri="{FF2B5EF4-FFF2-40B4-BE49-F238E27FC236}">
                    <a16:creationId xmlns:a16="http://schemas.microsoft.com/office/drawing/2014/main" id="{FFFF142F-96CE-B4D4-3E89-7B6D6E4162B5}"/>
                  </a:ext>
                </a:extLst>
              </p14:cNvPr>
              <p14:cNvContentPartPr/>
              <p14:nvPr/>
            </p14:nvContentPartPr>
            <p14:xfrm>
              <a:off x="2160374" y="3435896"/>
              <a:ext cx="835920" cy="63360"/>
            </p14:xfrm>
          </p:contentPart>
        </mc:Choice>
        <mc:Fallback>
          <p:pic>
            <p:nvPicPr>
              <p:cNvPr id="37" name="Ink 36">
                <a:extLst>
                  <a:ext uri="{FF2B5EF4-FFF2-40B4-BE49-F238E27FC236}">
                    <a16:creationId xmlns:a16="http://schemas.microsoft.com/office/drawing/2014/main" id="{FFFF142F-96CE-B4D4-3E89-7B6D6E4162B5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2142734" y="3417896"/>
                <a:ext cx="871560" cy="99000"/>
              </a:xfrm>
              <a:prstGeom prst="rect">
                <a:avLst/>
              </a:prstGeom>
            </p:spPr>
          </p:pic>
        </mc:Fallback>
      </mc:AlternateContent>
      <p:grpSp>
        <p:nvGrpSpPr>
          <p:cNvPr id="51" name="Group 50">
            <a:extLst>
              <a:ext uri="{FF2B5EF4-FFF2-40B4-BE49-F238E27FC236}">
                <a16:creationId xmlns:a16="http://schemas.microsoft.com/office/drawing/2014/main" id="{F4586A49-0944-51D2-33CC-6B0B1C8071CF}"/>
              </a:ext>
            </a:extLst>
          </p:cNvPr>
          <p:cNvGrpSpPr/>
          <p:nvPr/>
        </p:nvGrpSpPr>
        <p:grpSpPr>
          <a:xfrm>
            <a:off x="4575974" y="1304696"/>
            <a:ext cx="5240880" cy="1873800"/>
            <a:chOff x="4575974" y="1304696"/>
            <a:chExt cx="5240880" cy="1873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F38E2469-0B5D-610F-9421-C8CCA9F1EF9C}"/>
                    </a:ext>
                  </a:extLst>
                </p14:cNvPr>
                <p14:cNvContentPartPr/>
                <p14:nvPr/>
              </p14:nvContentPartPr>
              <p14:xfrm>
                <a:off x="4575974" y="2700056"/>
                <a:ext cx="390240" cy="47844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F38E2469-0B5D-610F-9421-C8CCA9F1EF9C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4558334" y="2682416"/>
                  <a:ext cx="425880" cy="51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6CF653AF-0DDC-EEA0-57B8-A991D5153E31}"/>
                    </a:ext>
                  </a:extLst>
                </p14:cNvPr>
                <p14:cNvContentPartPr/>
                <p14:nvPr/>
              </p14:nvContentPartPr>
              <p14:xfrm>
                <a:off x="5042534" y="2839736"/>
                <a:ext cx="228240" cy="19764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6CF653AF-0DDC-EEA0-57B8-A991D5153E31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5024534" y="2821736"/>
                  <a:ext cx="263880" cy="23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68FD6415-807F-A4C2-7C22-F955B400CF1E}"/>
                    </a:ext>
                  </a:extLst>
                </p14:cNvPr>
                <p14:cNvContentPartPr/>
                <p14:nvPr/>
              </p14:nvContentPartPr>
              <p14:xfrm>
                <a:off x="5301374" y="2703656"/>
                <a:ext cx="310320" cy="37116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68FD6415-807F-A4C2-7C22-F955B400CF1E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5283734" y="2686016"/>
                  <a:ext cx="345960" cy="40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4E386706-7779-23A1-97AC-2235321D53EA}"/>
                    </a:ext>
                  </a:extLst>
                </p14:cNvPr>
                <p14:cNvContentPartPr/>
                <p14:nvPr/>
              </p14:nvContentPartPr>
              <p14:xfrm>
                <a:off x="5486054" y="2888696"/>
                <a:ext cx="180720" cy="2772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4E386706-7779-23A1-97AC-2235321D53EA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5468054" y="2871056"/>
                  <a:ext cx="216360" cy="6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EC7C16E6-4E87-6A66-A905-975746DB3BB2}"/>
                    </a:ext>
                  </a:extLst>
                </p14:cNvPr>
                <p14:cNvContentPartPr/>
                <p14:nvPr/>
              </p14:nvContentPartPr>
              <p14:xfrm>
                <a:off x="6143414" y="2721296"/>
                <a:ext cx="59760" cy="37188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EC7C16E6-4E87-6A66-A905-975746DB3BB2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125774" y="2703296"/>
                  <a:ext cx="95400" cy="40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D022FD07-36C0-FB67-97AA-ABA9A5564AD0}"/>
                    </a:ext>
                  </a:extLst>
                </p14:cNvPr>
                <p14:cNvContentPartPr/>
                <p14:nvPr/>
              </p14:nvContentPartPr>
              <p14:xfrm>
                <a:off x="6064574" y="2866016"/>
                <a:ext cx="296640" cy="3024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D022FD07-36C0-FB67-97AA-ABA9A5564AD0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6046934" y="2848016"/>
                  <a:ext cx="332280" cy="6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966EAE5A-D48E-C2E3-E144-DA61CA3FDD7F}"/>
                    </a:ext>
                  </a:extLst>
                </p14:cNvPr>
                <p14:cNvContentPartPr/>
                <p14:nvPr/>
              </p14:nvContentPartPr>
              <p14:xfrm>
                <a:off x="6762974" y="2731016"/>
                <a:ext cx="87840" cy="29664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966EAE5A-D48E-C2E3-E144-DA61CA3FDD7F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6744974" y="2713016"/>
                  <a:ext cx="123480" cy="33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DE805630-F345-5114-EE77-70489A8AB41E}"/>
                    </a:ext>
                  </a:extLst>
                </p14:cNvPr>
                <p14:cNvContentPartPr/>
                <p14:nvPr/>
              </p14:nvContentPartPr>
              <p14:xfrm>
                <a:off x="6717254" y="2666576"/>
                <a:ext cx="168840" cy="31572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DE805630-F345-5114-EE77-70489A8AB41E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6699614" y="2648576"/>
                  <a:ext cx="204480" cy="35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A93A5C32-01D2-688D-D367-7383682C0E95}"/>
                    </a:ext>
                  </a:extLst>
                </p14:cNvPr>
                <p14:cNvContentPartPr/>
                <p14:nvPr/>
              </p14:nvContentPartPr>
              <p14:xfrm>
                <a:off x="6473534" y="2695376"/>
                <a:ext cx="200880" cy="35784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A93A5C32-01D2-688D-D367-7383682C0E95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6455894" y="2677736"/>
                  <a:ext cx="236520" cy="39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1D3AD68E-2A9F-667C-A45D-0B9F8BE2A921}"/>
                    </a:ext>
                  </a:extLst>
                </p14:cNvPr>
                <p14:cNvContentPartPr/>
                <p14:nvPr/>
              </p14:nvContentPartPr>
              <p14:xfrm>
                <a:off x="6513854" y="2882216"/>
                <a:ext cx="115200" cy="6336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1D3AD68E-2A9F-667C-A45D-0B9F8BE2A921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6495854" y="2864216"/>
                  <a:ext cx="150840" cy="9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EF69DA84-AFCA-2BD4-B5C9-36DF199242F3}"/>
                    </a:ext>
                  </a:extLst>
                </p14:cNvPr>
                <p14:cNvContentPartPr/>
                <p14:nvPr/>
              </p14:nvContentPartPr>
              <p14:xfrm>
                <a:off x="6750734" y="2646776"/>
                <a:ext cx="268920" cy="49752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EF69DA84-AFCA-2BD4-B5C9-36DF199242F3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6733094" y="2628776"/>
                  <a:ext cx="304560" cy="53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9E0FBD80-1C19-D746-D144-6E60275FD2CB}"/>
                    </a:ext>
                  </a:extLst>
                </p14:cNvPr>
                <p14:cNvContentPartPr/>
                <p14:nvPr/>
              </p14:nvContentPartPr>
              <p14:xfrm>
                <a:off x="7116494" y="2602856"/>
                <a:ext cx="267120" cy="35100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9E0FBD80-1C19-D746-D144-6E60275FD2CB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7098494" y="2584856"/>
                  <a:ext cx="302760" cy="38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0109FE4B-7D70-1527-167B-2CBC03F57A3B}"/>
                    </a:ext>
                  </a:extLst>
                </p14:cNvPr>
                <p14:cNvContentPartPr/>
                <p14:nvPr/>
              </p14:nvContentPartPr>
              <p14:xfrm>
                <a:off x="7158254" y="2758376"/>
                <a:ext cx="296640" cy="10404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0109FE4B-7D70-1527-167B-2CBC03F57A3B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7140254" y="2740376"/>
                  <a:ext cx="332280" cy="13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A1ACF025-C35E-E9CB-F6F7-A900164655A8}"/>
                    </a:ext>
                  </a:extLst>
                </p14:cNvPr>
                <p14:cNvContentPartPr/>
                <p14:nvPr/>
              </p14:nvContentPartPr>
              <p14:xfrm>
                <a:off x="7498094" y="2648936"/>
                <a:ext cx="311400" cy="25344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A1ACF025-C35E-E9CB-F6F7-A900164655A8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7480094" y="2631296"/>
                  <a:ext cx="347040" cy="28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032595B0-32F9-D4AF-D44A-8ED3C5A1CB12}"/>
                    </a:ext>
                  </a:extLst>
                </p14:cNvPr>
                <p14:cNvContentPartPr/>
                <p14:nvPr/>
              </p14:nvContentPartPr>
              <p14:xfrm>
                <a:off x="8095694" y="2599976"/>
                <a:ext cx="171000" cy="43740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032595B0-32F9-D4AF-D44A-8ED3C5A1CB12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8077694" y="2582336"/>
                  <a:ext cx="206640" cy="47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4378B45A-89BC-16B3-289F-01F192C42ADC}"/>
                    </a:ext>
                  </a:extLst>
                </p14:cNvPr>
                <p14:cNvContentPartPr/>
                <p14:nvPr/>
              </p14:nvContentPartPr>
              <p14:xfrm>
                <a:off x="8136014" y="2783216"/>
                <a:ext cx="290520" cy="4392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4378B45A-89BC-16B3-289F-01F192C42ADC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8118014" y="2765216"/>
                  <a:ext cx="326160" cy="7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818E952C-9409-972C-2810-70E848A8065B}"/>
                    </a:ext>
                  </a:extLst>
                </p14:cNvPr>
                <p14:cNvContentPartPr/>
                <p14:nvPr/>
              </p14:nvContentPartPr>
              <p14:xfrm>
                <a:off x="8851694" y="2636336"/>
                <a:ext cx="257400" cy="34308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818E952C-9409-972C-2810-70E848A8065B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8834054" y="2618336"/>
                  <a:ext cx="293040" cy="37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F999B198-7BF5-0C15-EEF3-71D410294AD2}"/>
                    </a:ext>
                  </a:extLst>
                </p14:cNvPr>
                <p14:cNvContentPartPr/>
                <p14:nvPr/>
              </p14:nvContentPartPr>
              <p14:xfrm>
                <a:off x="9192974" y="2643536"/>
                <a:ext cx="334800" cy="25056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F999B198-7BF5-0C15-EEF3-71D410294AD2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9175334" y="2625896"/>
                  <a:ext cx="370440" cy="28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4E63DB1F-1BDA-0B85-518C-EC722554D011}"/>
                    </a:ext>
                  </a:extLst>
                </p14:cNvPr>
                <p14:cNvContentPartPr/>
                <p14:nvPr/>
              </p14:nvContentPartPr>
              <p14:xfrm>
                <a:off x="9612014" y="2497736"/>
                <a:ext cx="204840" cy="36396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4E63DB1F-1BDA-0B85-518C-EC722554D011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9594014" y="2480096"/>
                  <a:ext cx="240480" cy="39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1E6CEC8B-7005-07CE-B25E-5718AFA21E78}"/>
                    </a:ext>
                  </a:extLst>
                </p14:cNvPr>
                <p14:cNvContentPartPr/>
                <p14:nvPr/>
              </p14:nvContentPartPr>
              <p14:xfrm>
                <a:off x="5280854" y="2003096"/>
                <a:ext cx="1915200" cy="39348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1E6CEC8B-7005-07CE-B25E-5718AFA21E78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5262854" y="1985456"/>
                  <a:ext cx="1950840" cy="42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708375FA-2BE6-8CA5-074D-01D2D139BF62}"/>
                    </a:ext>
                  </a:extLst>
                </p14:cNvPr>
                <p14:cNvContentPartPr/>
                <p14:nvPr/>
              </p14:nvContentPartPr>
              <p14:xfrm>
                <a:off x="5252774" y="2404856"/>
                <a:ext cx="140040" cy="36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708375FA-2BE6-8CA5-074D-01D2D139BF62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5234774" y="2387216"/>
                  <a:ext cx="17568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A117ECF6-529C-60F5-F99F-40126AC6135E}"/>
                    </a:ext>
                  </a:extLst>
                </p14:cNvPr>
                <p14:cNvContentPartPr/>
                <p14:nvPr/>
              </p14:nvContentPartPr>
              <p14:xfrm>
                <a:off x="5250974" y="2405216"/>
                <a:ext cx="199800" cy="5832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A117ECF6-529C-60F5-F99F-40126AC6135E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5232974" y="2387216"/>
                  <a:ext cx="235440" cy="9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61EE1349-463C-AAA7-9251-594760B55F7C}"/>
                    </a:ext>
                  </a:extLst>
                </p14:cNvPr>
                <p14:cNvContentPartPr/>
                <p14:nvPr/>
              </p14:nvContentPartPr>
              <p14:xfrm>
                <a:off x="7328894" y="1724096"/>
                <a:ext cx="1999080" cy="68328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61EE1349-463C-AAA7-9251-594760B55F7C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7311254" y="1706096"/>
                  <a:ext cx="2034720" cy="71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14BCF69D-F6F7-AD82-8BE3-B4C485CA7185}"/>
                    </a:ext>
                  </a:extLst>
                </p14:cNvPr>
                <p14:cNvContentPartPr/>
                <p14:nvPr/>
              </p14:nvContentPartPr>
              <p14:xfrm>
                <a:off x="7285694" y="2103536"/>
                <a:ext cx="192240" cy="5292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14BCF69D-F6F7-AD82-8BE3-B4C485CA7185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7268054" y="2085536"/>
                  <a:ext cx="227880" cy="8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F1FCC57A-EB59-5004-7CBD-77795A8BE25F}"/>
                    </a:ext>
                  </a:extLst>
                </p14:cNvPr>
                <p14:cNvContentPartPr/>
                <p14:nvPr/>
              </p14:nvContentPartPr>
              <p14:xfrm>
                <a:off x="4621694" y="1304696"/>
                <a:ext cx="4654080" cy="108756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F1FCC57A-EB59-5004-7CBD-77795A8BE25F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4604054" y="1286696"/>
                  <a:ext cx="4689720" cy="112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9C83DC21-35C6-B719-3707-B4D00C6DD486}"/>
                    </a:ext>
                  </a:extLst>
                </p14:cNvPr>
                <p14:cNvContentPartPr/>
                <p14:nvPr/>
              </p14:nvContentPartPr>
              <p14:xfrm>
                <a:off x="4770734" y="2398736"/>
                <a:ext cx="181800" cy="1548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9C83DC21-35C6-B719-3707-B4D00C6DD486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4752734" y="2380736"/>
                  <a:ext cx="217440" cy="5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DF0A46E9-364A-5DA5-C814-3C3C697DE673}"/>
                    </a:ext>
                  </a:extLst>
                </p14:cNvPr>
                <p14:cNvContentPartPr/>
                <p14:nvPr/>
              </p14:nvContentPartPr>
              <p14:xfrm>
                <a:off x="4731494" y="2385056"/>
                <a:ext cx="206280" cy="12060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DF0A46E9-364A-5DA5-C814-3C3C697DE673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4713854" y="2367416"/>
                  <a:ext cx="241920" cy="1562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66">
            <p14:nvContentPartPr>
              <p14:cNvPr id="52" name="Ink 51">
                <a:extLst>
                  <a:ext uri="{FF2B5EF4-FFF2-40B4-BE49-F238E27FC236}">
                    <a16:creationId xmlns:a16="http://schemas.microsoft.com/office/drawing/2014/main" id="{8B7C2F16-144E-DE36-D54E-359B70E7F549}"/>
                  </a:ext>
                </a:extLst>
              </p14:cNvPr>
              <p14:cNvContentPartPr/>
              <p14:nvPr/>
            </p14:nvContentPartPr>
            <p14:xfrm>
              <a:off x="6040814" y="5032496"/>
              <a:ext cx="156240" cy="281520"/>
            </p14:xfrm>
          </p:contentPart>
        </mc:Choice>
        <mc:Fallback>
          <p:pic>
            <p:nvPicPr>
              <p:cNvPr id="52" name="Ink 51">
                <a:extLst>
                  <a:ext uri="{FF2B5EF4-FFF2-40B4-BE49-F238E27FC236}">
                    <a16:creationId xmlns:a16="http://schemas.microsoft.com/office/drawing/2014/main" id="{8B7C2F16-144E-DE36-D54E-359B70E7F549}"/>
                  </a:ext>
                </a:extLst>
              </p:cNvPr>
              <p:cNvPicPr/>
              <p:nvPr/>
            </p:nvPicPr>
            <p:blipFill>
              <a:blip r:embed="rId67"/>
              <a:stretch>
                <a:fillRect/>
              </a:stretch>
            </p:blipFill>
            <p:spPr>
              <a:xfrm>
                <a:off x="6023174" y="5014496"/>
                <a:ext cx="191880" cy="317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8">
            <p14:nvContentPartPr>
              <p14:cNvPr id="53" name="Ink 52">
                <a:extLst>
                  <a:ext uri="{FF2B5EF4-FFF2-40B4-BE49-F238E27FC236}">
                    <a16:creationId xmlns:a16="http://schemas.microsoft.com/office/drawing/2014/main" id="{CB8DCEA8-56D9-54E7-FFE0-1005DB694440}"/>
                  </a:ext>
                </a:extLst>
              </p14:cNvPr>
              <p14:cNvContentPartPr/>
              <p14:nvPr/>
            </p14:nvContentPartPr>
            <p14:xfrm>
              <a:off x="4895294" y="3305216"/>
              <a:ext cx="392400" cy="6120"/>
            </p14:xfrm>
          </p:contentPart>
        </mc:Choice>
        <mc:Fallback>
          <p:pic>
            <p:nvPicPr>
              <p:cNvPr id="53" name="Ink 52">
                <a:extLst>
                  <a:ext uri="{FF2B5EF4-FFF2-40B4-BE49-F238E27FC236}">
                    <a16:creationId xmlns:a16="http://schemas.microsoft.com/office/drawing/2014/main" id="{CB8DCEA8-56D9-54E7-FFE0-1005DB694440}"/>
                  </a:ext>
                </a:extLst>
              </p:cNvPr>
              <p:cNvPicPr/>
              <p:nvPr/>
            </p:nvPicPr>
            <p:blipFill>
              <a:blip r:embed="rId69"/>
              <a:stretch>
                <a:fillRect/>
              </a:stretch>
            </p:blipFill>
            <p:spPr>
              <a:xfrm>
                <a:off x="4877294" y="3287576"/>
                <a:ext cx="428040" cy="41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0">
            <p14:nvContentPartPr>
              <p14:cNvPr id="54" name="Ink 53">
                <a:extLst>
                  <a:ext uri="{FF2B5EF4-FFF2-40B4-BE49-F238E27FC236}">
                    <a16:creationId xmlns:a16="http://schemas.microsoft.com/office/drawing/2014/main" id="{DB42C2CC-0873-8D62-CEF0-964106F71E35}"/>
                  </a:ext>
                </a:extLst>
              </p14:cNvPr>
              <p14:cNvContentPartPr/>
              <p14:nvPr/>
            </p14:nvContentPartPr>
            <p14:xfrm>
              <a:off x="6856934" y="3281816"/>
              <a:ext cx="349560" cy="27720"/>
            </p14:xfrm>
          </p:contentPart>
        </mc:Choice>
        <mc:Fallback>
          <p:pic>
            <p:nvPicPr>
              <p:cNvPr id="54" name="Ink 53">
                <a:extLst>
                  <a:ext uri="{FF2B5EF4-FFF2-40B4-BE49-F238E27FC236}">
                    <a16:creationId xmlns:a16="http://schemas.microsoft.com/office/drawing/2014/main" id="{DB42C2CC-0873-8D62-CEF0-964106F71E35}"/>
                  </a:ext>
                </a:extLst>
              </p:cNvPr>
              <p:cNvPicPr/>
              <p:nvPr/>
            </p:nvPicPr>
            <p:blipFill>
              <a:blip r:embed="rId71"/>
              <a:stretch>
                <a:fillRect/>
              </a:stretch>
            </p:blipFill>
            <p:spPr>
              <a:xfrm>
                <a:off x="6838934" y="3263816"/>
                <a:ext cx="385200" cy="63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2">
            <p14:nvContentPartPr>
              <p14:cNvPr id="55" name="Ink 54">
                <a:extLst>
                  <a:ext uri="{FF2B5EF4-FFF2-40B4-BE49-F238E27FC236}">
                    <a16:creationId xmlns:a16="http://schemas.microsoft.com/office/drawing/2014/main" id="{9994B8DE-D81A-B256-71D6-42EA82671612}"/>
                  </a:ext>
                </a:extLst>
              </p14:cNvPr>
              <p14:cNvContentPartPr/>
              <p14:nvPr/>
            </p14:nvContentPartPr>
            <p14:xfrm>
              <a:off x="9053654" y="3197936"/>
              <a:ext cx="461880" cy="57960"/>
            </p14:xfrm>
          </p:contentPart>
        </mc:Choice>
        <mc:Fallback>
          <p:pic>
            <p:nvPicPr>
              <p:cNvPr id="55" name="Ink 54">
                <a:extLst>
                  <a:ext uri="{FF2B5EF4-FFF2-40B4-BE49-F238E27FC236}">
                    <a16:creationId xmlns:a16="http://schemas.microsoft.com/office/drawing/2014/main" id="{9994B8DE-D81A-B256-71D6-42EA82671612}"/>
                  </a:ext>
                </a:extLst>
              </p:cNvPr>
              <p:cNvPicPr/>
              <p:nvPr/>
            </p:nvPicPr>
            <p:blipFill>
              <a:blip r:embed="rId73"/>
              <a:stretch>
                <a:fillRect/>
              </a:stretch>
            </p:blipFill>
            <p:spPr>
              <a:xfrm>
                <a:off x="9036014" y="3180296"/>
                <a:ext cx="497520" cy="936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77860152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9314C0-93A3-FDB4-D67B-6439B1B6A4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El </a:t>
            </a:r>
            <a:r>
              <a:rPr lang="en-US" dirty="0" err="1"/>
              <a:t>consejo</a:t>
            </a:r>
            <a:r>
              <a:rPr lang="en-US" dirty="0"/>
              <a:t> </a:t>
            </a:r>
            <a:r>
              <a:rPr lang="en-US" dirty="0" err="1"/>
              <a:t>que</a:t>
            </a:r>
            <a:r>
              <a:rPr lang="en-US" dirty="0"/>
              <a:t> </a:t>
            </a:r>
            <a:r>
              <a:rPr lang="en-US" dirty="0" err="1"/>
              <a:t>casi</a:t>
            </a:r>
            <a:r>
              <a:rPr lang="en-US" dirty="0"/>
              <a:t> </a:t>
            </a:r>
            <a:r>
              <a:rPr lang="en-US" dirty="0" err="1"/>
              <a:t>nunca</a:t>
            </a:r>
            <a:r>
              <a:rPr lang="en-US" dirty="0"/>
              <a:t> </a:t>
            </a:r>
            <a:r>
              <a:rPr lang="en-US" dirty="0" err="1"/>
              <a:t>falla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0F800A-DAF7-46E1-54D9-192F21D440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Incluir</a:t>
            </a:r>
            <a:r>
              <a:rPr lang="en-US" dirty="0"/>
              <a:t> variables con </a:t>
            </a:r>
            <a:r>
              <a:rPr lang="en-US" dirty="0" err="1"/>
              <a:t>plausibilidad</a:t>
            </a:r>
            <a:r>
              <a:rPr lang="en-US" dirty="0"/>
              <a:t> </a:t>
            </a:r>
            <a:r>
              <a:rPr lang="en-US" dirty="0" err="1"/>
              <a:t>biológica</a:t>
            </a:r>
            <a:r>
              <a:rPr lang="en-US" dirty="0"/>
              <a:t> y/o variables con </a:t>
            </a:r>
            <a:r>
              <a:rPr lang="en-US" dirty="0" err="1"/>
              <a:t>asociación</a:t>
            </a:r>
            <a:r>
              <a:rPr lang="en-US" dirty="0"/>
              <a:t> o possible </a:t>
            </a:r>
            <a:r>
              <a:rPr lang="en-US" dirty="0" err="1"/>
              <a:t>asociación</a:t>
            </a:r>
            <a:r>
              <a:rPr lang="en-US" dirty="0"/>
              <a:t> </a:t>
            </a:r>
            <a:r>
              <a:rPr lang="en-US" dirty="0" err="1"/>
              <a:t>en</a:t>
            </a:r>
            <a:r>
              <a:rPr lang="en-US" dirty="0"/>
              <a:t> el </a:t>
            </a:r>
            <a:r>
              <a:rPr lang="en-US" dirty="0" err="1"/>
              <a:t>análisis</a:t>
            </a:r>
            <a:r>
              <a:rPr lang="en-US" dirty="0"/>
              <a:t> </a:t>
            </a:r>
            <a:r>
              <a:rPr lang="en-US" dirty="0" err="1"/>
              <a:t>bivariado</a:t>
            </a:r>
            <a:endParaRPr lang="en-US" dirty="0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69918977-DA37-C8A6-5895-951BE93275E9}"/>
                  </a:ext>
                </a:extLst>
              </p14:cNvPr>
              <p14:cNvContentPartPr/>
              <p14:nvPr/>
            </p14:nvContentPartPr>
            <p14:xfrm>
              <a:off x="4563014" y="2162576"/>
              <a:ext cx="2776320" cy="92160"/>
            </p14:xfrm>
          </p:contentPart>
        </mc:Choice>
        <mc:Fallback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69918977-DA37-C8A6-5895-951BE93275E9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545374" y="2144936"/>
                <a:ext cx="2811960" cy="127800"/>
              </a:xfrm>
              <a:prstGeom prst="rect">
                <a:avLst/>
              </a:prstGeom>
            </p:spPr>
          </p:pic>
        </mc:Fallback>
      </mc:AlternateContent>
      <p:grpSp>
        <p:nvGrpSpPr>
          <p:cNvPr id="8" name="Group 7">
            <a:extLst>
              <a:ext uri="{FF2B5EF4-FFF2-40B4-BE49-F238E27FC236}">
                <a16:creationId xmlns:a16="http://schemas.microsoft.com/office/drawing/2014/main" id="{5FE783C5-66DE-C5CA-2726-E8DCAB1B32B3}"/>
              </a:ext>
            </a:extLst>
          </p:cNvPr>
          <p:cNvGrpSpPr/>
          <p:nvPr/>
        </p:nvGrpSpPr>
        <p:grpSpPr>
          <a:xfrm>
            <a:off x="1248854" y="2647856"/>
            <a:ext cx="5206680" cy="94320"/>
            <a:chOff x="1248854" y="2647856"/>
            <a:chExt cx="5206680" cy="94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4A8A7CF9-74DA-2CDC-4102-A869381E7F8D}"/>
                    </a:ext>
                  </a:extLst>
                </p14:cNvPr>
                <p14:cNvContentPartPr/>
                <p14:nvPr/>
              </p14:nvContentPartPr>
              <p14:xfrm>
                <a:off x="1248854" y="2651816"/>
                <a:ext cx="1031760" cy="1152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4A8A7CF9-74DA-2CDC-4102-A869381E7F8D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231214" y="2633816"/>
                  <a:ext cx="1067400" cy="4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9B74B32A-8F74-3E13-E04E-C101F35A7C3F}"/>
                    </a:ext>
                  </a:extLst>
                </p14:cNvPr>
                <p14:cNvContentPartPr/>
                <p14:nvPr/>
              </p14:nvContentPartPr>
              <p14:xfrm>
                <a:off x="3292214" y="2647856"/>
                <a:ext cx="3163320" cy="94320"/>
              </p14:xfrm>
            </p:contentPart>
          </mc:Choice>
          <mc:Fallback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9B74B32A-8F74-3E13-E04E-C101F35A7C3F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3274574" y="2629856"/>
                  <a:ext cx="3198960" cy="1299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8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E4E4632D-87C6-F8E9-59A0-9A7651DB1C3C}"/>
                  </a:ext>
                </a:extLst>
              </p14:cNvPr>
              <p14:cNvContentPartPr/>
              <p14:nvPr/>
            </p14:nvContentPartPr>
            <p14:xfrm>
              <a:off x="8562974" y="2711936"/>
              <a:ext cx="875160" cy="44640"/>
            </p14:xfrm>
          </p:contentPart>
        </mc:Choice>
        <mc:Fallback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E4E4632D-87C6-F8E9-59A0-9A7651DB1C3C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8544974" y="2694296"/>
                <a:ext cx="910800" cy="80280"/>
              </a:xfrm>
              <a:prstGeom prst="rect">
                <a:avLst/>
              </a:prstGeom>
            </p:spPr>
          </p:pic>
        </mc:Fallback>
      </mc:AlternateContent>
      <p:grpSp>
        <p:nvGrpSpPr>
          <p:cNvPr id="14" name="Group 13">
            <a:extLst>
              <a:ext uri="{FF2B5EF4-FFF2-40B4-BE49-F238E27FC236}">
                <a16:creationId xmlns:a16="http://schemas.microsoft.com/office/drawing/2014/main" id="{B7A4C5BF-1506-C054-646D-A29C8893130A}"/>
              </a:ext>
            </a:extLst>
          </p:cNvPr>
          <p:cNvGrpSpPr/>
          <p:nvPr/>
        </p:nvGrpSpPr>
        <p:grpSpPr>
          <a:xfrm>
            <a:off x="3673094" y="2664776"/>
            <a:ext cx="263880" cy="1008360"/>
            <a:chOff x="3673094" y="2664776"/>
            <a:chExt cx="263880" cy="1008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2829D87D-9E94-DABC-AF50-7EE1EE26F092}"/>
                    </a:ext>
                  </a:extLst>
                </p14:cNvPr>
                <p14:cNvContentPartPr/>
                <p14:nvPr/>
              </p14:nvContentPartPr>
              <p14:xfrm>
                <a:off x="3720974" y="2664776"/>
                <a:ext cx="69840" cy="93852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2829D87D-9E94-DABC-AF50-7EE1EE26F092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3703334" y="2646776"/>
                  <a:ext cx="105480" cy="97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65EF5F75-C955-FB30-2219-34A225238E95}"/>
                    </a:ext>
                  </a:extLst>
                </p14:cNvPr>
                <p14:cNvContentPartPr/>
                <p14:nvPr/>
              </p14:nvContentPartPr>
              <p14:xfrm>
                <a:off x="3686774" y="3571616"/>
                <a:ext cx="250200" cy="3456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65EF5F75-C955-FB30-2219-34A225238E95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3669134" y="3553616"/>
                  <a:ext cx="285840" cy="7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AA562DF9-77B4-15D6-ED03-BB775EF35783}"/>
                    </a:ext>
                  </a:extLst>
                </p14:cNvPr>
                <p14:cNvContentPartPr/>
                <p14:nvPr/>
              </p14:nvContentPartPr>
              <p14:xfrm>
                <a:off x="3673094" y="3574496"/>
                <a:ext cx="224280" cy="9864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AA562DF9-77B4-15D6-ED03-BB775EF35783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3655454" y="3556856"/>
                  <a:ext cx="259920" cy="134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E0370964-2C7A-493D-9686-E49CC22CBC70}"/>
              </a:ext>
            </a:extLst>
          </p:cNvPr>
          <p:cNvGrpSpPr/>
          <p:nvPr/>
        </p:nvGrpSpPr>
        <p:grpSpPr>
          <a:xfrm>
            <a:off x="3857054" y="3762776"/>
            <a:ext cx="182880" cy="333360"/>
            <a:chOff x="3857054" y="3762776"/>
            <a:chExt cx="182880" cy="333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7E5F4EB3-36D7-DBF2-1D5D-8C7325E6F702}"/>
                    </a:ext>
                  </a:extLst>
                </p14:cNvPr>
                <p14:cNvContentPartPr/>
                <p14:nvPr/>
              </p14:nvContentPartPr>
              <p14:xfrm>
                <a:off x="3857054" y="3822176"/>
                <a:ext cx="68760" cy="27396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7E5F4EB3-36D7-DBF2-1D5D-8C7325E6F702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3839414" y="3804536"/>
                  <a:ext cx="104400" cy="30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36DA0DE5-D33D-6F13-5167-0FF96109DC93}"/>
                    </a:ext>
                  </a:extLst>
                </p14:cNvPr>
                <p14:cNvContentPartPr/>
                <p14:nvPr/>
              </p14:nvContentPartPr>
              <p14:xfrm>
                <a:off x="3867494" y="3762776"/>
                <a:ext cx="172440" cy="17460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36DA0DE5-D33D-6F13-5167-0FF96109DC93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3849494" y="3744776"/>
                  <a:ext cx="208080" cy="2102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0">
            <p14:nvContentPartPr>
              <p14:cNvPr id="19" name="Ink 18">
                <a:extLst>
                  <a:ext uri="{FF2B5EF4-FFF2-40B4-BE49-F238E27FC236}">
                    <a16:creationId xmlns:a16="http://schemas.microsoft.com/office/drawing/2014/main" id="{53B2E871-3948-54CA-AEFF-BEA88ABF2905}"/>
                  </a:ext>
                </a:extLst>
              </p14:cNvPr>
              <p14:cNvContentPartPr/>
              <p14:nvPr/>
            </p14:nvContentPartPr>
            <p14:xfrm>
              <a:off x="2706134" y="4264616"/>
              <a:ext cx="349920" cy="474840"/>
            </p14:xfrm>
          </p:contentPart>
        </mc:Choice>
        <mc:Fallback>
          <p:pic>
            <p:nvPicPr>
              <p:cNvPr id="19" name="Ink 18">
                <a:extLst>
                  <a:ext uri="{FF2B5EF4-FFF2-40B4-BE49-F238E27FC236}">
                    <a16:creationId xmlns:a16="http://schemas.microsoft.com/office/drawing/2014/main" id="{53B2E871-3948-54CA-AEFF-BEA88ABF2905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2688134" y="4246616"/>
                <a:ext cx="385560" cy="510480"/>
              </a:xfrm>
              <a:prstGeom prst="rect">
                <a:avLst/>
              </a:prstGeom>
            </p:spPr>
          </p:pic>
        </mc:Fallback>
      </mc:AlternateContent>
      <p:grpSp>
        <p:nvGrpSpPr>
          <p:cNvPr id="51" name="Group 50">
            <a:extLst>
              <a:ext uri="{FF2B5EF4-FFF2-40B4-BE49-F238E27FC236}">
                <a16:creationId xmlns:a16="http://schemas.microsoft.com/office/drawing/2014/main" id="{29E8B795-FA8B-BC8E-AE26-7D0824ABD795}"/>
              </a:ext>
            </a:extLst>
          </p:cNvPr>
          <p:cNvGrpSpPr/>
          <p:nvPr/>
        </p:nvGrpSpPr>
        <p:grpSpPr>
          <a:xfrm>
            <a:off x="3763454" y="4152296"/>
            <a:ext cx="3911760" cy="2232720"/>
            <a:chOff x="3763454" y="4152296"/>
            <a:chExt cx="3911760" cy="2232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543BD979-9F3A-4E3E-D8C7-E0273FFDA356}"/>
                    </a:ext>
                  </a:extLst>
                </p14:cNvPr>
                <p14:cNvContentPartPr/>
                <p14:nvPr/>
              </p14:nvContentPartPr>
              <p14:xfrm>
                <a:off x="4837334" y="4152296"/>
                <a:ext cx="117000" cy="45792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543BD979-9F3A-4E3E-D8C7-E0273FFDA356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4819334" y="4134296"/>
                  <a:ext cx="152640" cy="49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4B2C7E73-3E06-B63B-7404-90E370A9F9D2}"/>
                    </a:ext>
                  </a:extLst>
                </p14:cNvPr>
                <p14:cNvContentPartPr/>
                <p14:nvPr/>
              </p14:nvContentPartPr>
              <p14:xfrm>
                <a:off x="4770734" y="4247696"/>
                <a:ext cx="497520" cy="34272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4B2C7E73-3E06-B63B-7404-90E370A9F9D2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4753094" y="4229696"/>
                  <a:ext cx="533160" cy="37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1A247CF0-986C-BC2B-4280-256A76C5820B}"/>
                    </a:ext>
                  </a:extLst>
                </p14:cNvPr>
                <p14:cNvContentPartPr/>
                <p14:nvPr/>
              </p14:nvContentPartPr>
              <p14:xfrm>
                <a:off x="3763454" y="4767896"/>
                <a:ext cx="182160" cy="26820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1A247CF0-986C-BC2B-4280-256A76C5820B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3745454" y="4749896"/>
                  <a:ext cx="217800" cy="30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224E3F90-1A0A-CC66-8A4D-1A917316800B}"/>
                    </a:ext>
                  </a:extLst>
                </p14:cNvPr>
                <p14:cNvContentPartPr/>
                <p14:nvPr/>
              </p14:nvContentPartPr>
              <p14:xfrm>
                <a:off x="4007174" y="4964816"/>
                <a:ext cx="9000" cy="1116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224E3F90-1A0A-CC66-8A4D-1A917316800B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3989534" y="4946816"/>
                  <a:ext cx="44640" cy="4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4908C539-2898-C9FF-C107-1FAF6232993F}"/>
                    </a:ext>
                  </a:extLst>
                </p14:cNvPr>
                <p14:cNvContentPartPr/>
                <p14:nvPr/>
              </p14:nvContentPartPr>
              <p14:xfrm>
                <a:off x="4173494" y="4763936"/>
                <a:ext cx="98640" cy="12600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4908C539-2898-C9FF-C107-1FAF6232993F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4155854" y="4746296"/>
                  <a:ext cx="134280" cy="16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2656DDA6-6480-327A-40DE-46143CB58832}"/>
                    </a:ext>
                  </a:extLst>
                </p14:cNvPr>
                <p14:cNvContentPartPr/>
                <p14:nvPr/>
              </p14:nvContentPartPr>
              <p14:xfrm>
                <a:off x="4372214" y="4756376"/>
                <a:ext cx="79560" cy="20124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2656DDA6-6480-327A-40DE-46143CB58832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4354214" y="4738736"/>
                  <a:ext cx="115200" cy="23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412470C8-AB5F-A044-129C-8796530E95CF}"/>
                    </a:ext>
                  </a:extLst>
                </p14:cNvPr>
                <p14:cNvContentPartPr/>
                <p14:nvPr/>
              </p14:nvContentPartPr>
              <p14:xfrm>
                <a:off x="4377974" y="4682576"/>
                <a:ext cx="61920" cy="6048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412470C8-AB5F-A044-129C-8796530E95CF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4359974" y="4664936"/>
                  <a:ext cx="97560" cy="9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C4F6286B-8479-FE72-8934-B64980E19647}"/>
                    </a:ext>
                  </a:extLst>
                </p14:cNvPr>
                <p14:cNvContentPartPr/>
                <p14:nvPr/>
              </p14:nvContentPartPr>
              <p14:xfrm>
                <a:off x="4280774" y="5150576"/>
                <a:ext cx="884160" cy="34092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C4F6286B-8479-FE72-8934-B64980E19647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4263134" y="5132576"/>
                  <a:ext cx="919800" cy="37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99772BFF-BC00-4559-50BB-C7B9AB419527}"/>
                    </a:ext>
                  </a:extLst>
                </p14:cNvPr>
                <p14:cNvContentPartPr/>
                <p14:nvPr/>
              </p14:nvContentPartPr>
              <p14:xfrm>
                <a:off x="5431694" y="5101976"/>
                <a:ext cx="396360" cy="36216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99772BFF-BC00-4559-50BB-C7B9AB419527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5414054" y="5084336"/>
                  <a:ext cx="432000" cy="39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07DE4401-5350-C374-0697-3D8CF35A2D26}"/>
                    </a:ext>
                  </a:extLst>
                </p14:cNvPr>
                <p14:cNvContentPartPr/>
                <p14:nvPr/>
              </p14:nvContentPartPr>
              <p14:xfrm>
                <a:off x="5914454" y="5267216"/>
                <a:ext cx="16920" cy="864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07DE4401-5350-C374-0697-3D8CF35A2D26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5896814" y="5249216"/>
                  <a:ext cx="52560" cy="4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3E70642A-FBE0-B0FB-4DD5-1EBBA81CA00E}"/>
                    </a:ext>
                  </a:extLst>
                </p14:cNvPr>
                <p14:cNvContentPartPr/>
                <p14:nvPr/>
              </p14:nvContentPartPr>
              <p14:xfrm>
                <a:off x="6032174" y="5040416"/>
                <a:ext cx="145080" cy="28224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3E70642A-FBE0-B0FB-4DD5-1EBBA81CA00E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6014174" y="5022776"/>
                  <a:ext cx="180720" cy="31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386300B6-89E7-0D60-751B-4616B7535CB2}"/>
                    </a:ext>
                  </a:extLst>
                </p14:cNvPr>
                <p14:cNvContentPartPr/>
                <p14:nvPr/>
              </p14:nvContentPartPr>
              <p14:xfrm>
                <a:off x="6259694" y="5004416"/>
                <a:ext cx="124920" cy="24912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386300B6-89E7-0D60-751B-4616B7535CB2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6241694" y="4986776"/>
                  <a:ext cx="160560" cy="28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CE447B03-8F9E-90E9-4EE9-D9A3FF2EA972}"/>
                    </a:ext>
                  </a:extLst>
                </p14:cNvPr>
                <p14:cNvContentPartPr/>
                <p14:nvPr/>
              </p14:nvContentPartPr>
              <p14:xfrm>
                <a:off x="5603054" y="5701016"/>
                <a:ext cx="304920" cy="32040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CE447B03-8F9E-90E9-4EE9-D9A3FF2EA972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5585414" y="5683376"/>
                  <a:ext cx="340560" cy="35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BAD1AC14-71F4-055D-ABDC-0BECB3A43115}"/>
                    </a:ext>
                  </a:extLst>
                </p14:cNvPr>
                <p14:cNvContentPartPr/>
                <p14:nvPr/>
              </p14:nvContentPartPr>
              <p14:xfrm>
                <a:off x="6033254" y="5794616"/>
                <a:ext cx="8640" cy="576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BAD1AC14-71F4-055D-ABDC-0BECB3A43115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6015254" y="5776616"/>
                  <a:ext cx="44280" cy="4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EADD5A23-26DD-288E-B25E-0032246CE9F7}"/>
                    </a:ext>
                  </a:extLst>
                </p14:cNvPr>
                <p14:cNvContentPartPr/>
                <p14:nvPr/>
              </p14:nvContentPartPr>
              <p14:xfrm>
                <a:off x="6229814" y="5592296"/>
                <a:ext cx="87840" cy="20772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EADD5A23-26DD-288E-B25E-0032246CE9F7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6212174" y="5574656"/>
                  <a:ext cx="123480" cy="24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1126AA0A-8B1D-3997-A3DE-314CF9FDDACD}"/>
                    </a:ext>
                  </a:extLst>
                </p14:cNvPr>
                <p14:cNvContentPartPr/>
                <p14:nvPr/>
              </p14:nvContentPartPr>
              <p14:xfrm>
                <a:off x="6461654" y="5548376"/>
                <a:ext cx="76680" cy="20520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1126AA0A-8B1D-3997-A3DE-314CF9FDDACD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6444014" y="5530736"/>
                  <a:ext cx="112320" cy="24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F19D076B-9FD0-9EE5-37AA-7F3C0D8FAD98}"/>
                    </a:ext>
                  </a:extLst>
                </p14:cNvPr>
                <p14:cNvContentPartPr/>
                <p14:nvPr/>
              </p14:nvContentPartPr>
              <p14:xfrm>
                <a:off x="6504854" y="5493656"/>
                <a:ext cx="93240" cy="1944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F19D076B-9FD0-9EE5-37AA-7F3C0D8FAD98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6486854" y="5476016"/>
                  <a:ext cx="128880" cy="5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8954C046-5030-A7FD-5F1B-9C2C7ED3C9D5}"/>
                    </a:ext>
                  </a:extLst>
                </p14:cNvPr>
                <p14:cNvContentPartPr/>
                <p14:nvPr/>
              </p14:nvContentPartPr>
              <p14:xfrm>
                <a:off x="5754614" y="6109616"/>
                <a:ext cx="232920" cy="27540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8954C046-5030-A7FD-5F1B-9C2C7ED3C9D5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5736974" y="6091616"/>
                  <a:ext cx="268560" cy="31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4B96A5AF-DFFB-DF72-4DAC-F1BBF6DACB64}"/>
                    </a:ext>
                  </a:extLst>
                </p14:cNvPr>
                <p14:cNvContentPartPr/>
                <p14:nvPr/>
              </p14:nvContentPartPr>
              <p14:xfrm>
                <a:off x="6119654" y="6264776"/>
                <a:ext cx="12600" cy="576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4B96A5AF-DFFB-DF72-4DAC-F1BBF6DACB64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6101654" y="6247136"/>
                  <a:ext cx="48240" cy="4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17CF801A-D92E-58D8-021D-9B408AE30271}"/>
                    </a:ext>
                  </a:extLst>
                </p14:cNvPr>
                <p14:cNvContentPartPr/>
                <p14:nvPr/>
              </p14:nvContentPartPr>
              <p14:xfrm>
                <a:off x="6157454" y="6087296"/>
                <a:ext cx="269640" cy="16920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17CF801A-D92E-58D8-021D-9B408AE30271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6139814" y="6069656"/>
                  <a:ext cx="305280" cy="20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27AA280D-55C5-1CBA-BFFB-2A2A4B3E03D7}"/>
                    </a:ext>
                  </a:extLst>
                </p14:cNvPr>
                <p14:cNvContentPartPr/>
                <p14:nvPr/>
              </p14:nvContentPartPr>
              <p14:xfrm>
                <a:off x="6532574" y="6067856"/>
                <a:ext cx="209520" cy="16056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27AA280D-55C5-1CBA-BFFB-2A2A4B3E03D7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6514934" y="6049856"/>
                  <a:ext cx="245160" cy="19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EFBEE244-FFE4-C23B-6EAD-7EA1BC0D37A7}"/>
                    </a:ext>
                  </a:extLst>
                </p14:cNvPr>
                <p14:cNvContentPartPr/>
                <p14:nvPr/>
              </p14:nvContentPartPr>
              <p14:xfrm>
                <a:off x="6926414" y="5887856"/>
                <a:ext cx="748800" cy="31860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EFBEE244-FFE4-C23B-6EAD-7EA1BC0D37A7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6908414" y="5869856"/>
                  <a:ext cx="784440" cy="3542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66">
            <p14:nvContentPartPr>
              <p14:cNvPr id="52" name="Ink 51">
                <a:extLst>
                  <a:ext uri="{FF2B5EF4-FFF2-40B4-BE49-F238E27FC236}">
                    <a16:creationId xmlns:a16="http://schemas.microsoft.com/office/drawing/2014/main" id="{7B0E8FEF-3EC9-8FA7-FBCC-B625D04BB354}"/>
                  </a:ext>
                </a:extLst>
              </p14:cNvPr>
              <p14:cNvContentPartPr/>
              <p14:nvPr/>
            </p14:nvContentPartPr>
            <p14:xfrm>
              <a:off x="5677574" y="6412016"/>
              <a:ext cx="1209600" cy="99720"/>
            </p14:xfrm>
          </p:contentPart>
        </mc:Choice>
        <mc:Fallback>
          <p:pic>
            <p:nvPicPr>
              <p:cNvPr id="52" name="Ink 51">
                <a:extLst>
                  <a:ext uri="{FF2B5EF4-FFF2-40B4-BE49-F238E27FC236}">
                    <a16:creationId xmlns:a16="http://schemas.microsoft.com/office/drawing/2014/main" id="{7B0E8FEF-3EC9-8FA7-FBCC-B625D04BB354}"/>
                  </a:ext>
                </a:extLst>
              </p:cNvPr>
              <p:cNvPicPr/>
              <p:nvPr/>
            </p:nvPicPr>
            <p:blipFill>
              <a:blip r:embed="rId67"/>
              <a:stretch>
                <a:fillRect/>
              </a:stretch>
            </p:blipFill>
            <p:spPr>
              <a:xfrm>
                <a:off x="5659574" y="6394376"/>
                <a:ext cx="1245240" cy="135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8">
            <p14:nvContentPartPr>
              <p14:cNvPr id="53" name="Ink 52">
                <a:extLst>
                  <a:ext uri="{FF2B5EF4-FFF2-40B4-BE49-F238E27FC236}">
                    <a16:creationId xmlns:a16="http://schemas.microsoft.com/office/drawing/2014/main" id="{C98BC612-60CF-ED1F-1BA6-EDD2F97C3A85}"/>
                  </a:ext>
                </a:extLst>
              </p14:cNvPr>
              <p14:cNvContentPartPr/>
              <p14:nvPr/>
            </p14:nvContentPartPr>
            <p14:xfrm>
              <a:off x="6641654" y="4915856"/>
              <a:ext cx="1065240" cy="150120"/>
            </p14:xfrm>
          </p:contentPart>
        </mc:Choice>
        <mc:Fallback>
          <p:pic>
            <p:nvPicPr>
              <p:cNvPr id="53" name="Ink 52">
                <a:extLst>
                  <a:ext uri="{FF2B5EF4-FFF2-40B4-BE49-F238E27FC236}">
                    <a16:creationId xmlns:a16="http://schemas.microsoft.com/office/drawing/2014/main" id="{C98BC612-60CF-ED1F-1BA6-EDD2F97C3A85}"/>
                  </a:ext>
                </a:extLst>
              </p:cNvPr>
              <p:cNvPicPr/>
              <p:nvPr/>
            </p:nvPicPr>
            <p:blipFill>
              <a:blip r:embed="rId69"/>
              <a:stretch>
                <a:fillRect/>
              </a:stretch>
            </p:blipFill>
            <p:spPr>
              <a:xfrm>
                <a:off x="6587654" y="4808216"/>
                <a:ext cx="1172880" cy="365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0">
            <p14:nvContentPartPr>
              <p14:cNvPr id="54" name="Ink 53">
                <a:extLst>
                  <a:ext uri="{FF2B5EF4-FFF2-40B4-BE49-F238E27FC236}">
                    <a16:creationId xmlns:a16="http://schemas.microsoft.com/office/drawing/2014/main" id="{1D4AFC76-321B-8394-9C56-237F728B9297}"/>
                  </a:ext>
                </a:extLst>
              </p14:cNvPr>
              <p14:cNvContentPartPr/>
              <p14:nvPr/>
            </p14:nvContentPartPr>
            <p14:xfrm>
              <a:off x="6788894" y="5447936"/>
              <a:ext cx="797760" cy="22320"/>
            </p14:xfrm>
          </p:contentPart>
        </mc:Choice>
        <mc:Fallback>
          <p:pic>
            <p:nvPicPr>
              <p:cNvPr id="54" name="Ink 53">
                <a:extLst>
                  <a:ext uri="{FF2B5EF4-FFF2-40B4-BE49-F238E27FC236}">
                    <a16:creationId xmlns:a16="http://schemas.microsoft.com/office/drawing/2014/main" id="{1D4AFC76-321B-8394-9C56-237F728B9297}"/>
                  </a:ext>
                </a:extLst>
              </p:cNvPr>
              <p:cNvPicPr/>
              <p:nvPr/>
            </p:nvPicPr>
            <p:blipFill>
              <a:blip r:embed="rId71"/>
              <a:stretch>
                <a:fillRect/>
              </a:stretch>
            </p:blipFill>
            <p:spPr>
              <a:xfrm>
                <a:off x="6735254" y="5339936"/>
                <a:ext cx="905400" cy="237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2">
            <p14:nvContentPartPr>
              <p14:cNvPr id="55" name="Ink 54">
                <a:extLst>
                  <a:ext uri="{FF2B5EF4-FFF2-40B4-BE49-F238E27FC236}">
                    <a16:creationId xmlns:a16="http://schemas.microsoft.com/office/drawing/2014/main" id="{E8EA9C82-933A-ED26-B817-86F19AA0D22C}"/>
                  </a:ext>
                </a:extLst>
              </p14:cNvPr>
              <p14:cNvContentPartPr/>
              <p14:nvPr/>
            </p14:nvContentPartPr>
            <p14:xfrm>
              <a:off x="6899414" y="5026016"/>
              <a:ext cx="643320" cy="259920"/>
            </p14:xfrm>
          </p:contentPart>
        </mc:Choice>
        <mc:Fallback>
          <p:pic>
            <p:nvPicPr>
              <p:cNvPr id="55" name="Ink 54">
                <a:extLst>
                  <a:ext uri="{FF2B5EF4-FFF2-40B4-BE49-F238E27FC236}">
                    <a16:creationId xmlns:a16="http://schemas.microsoft.com/office/drawing/2014/main" id="{E8EA9C82-933A-ED26-B817-86F19AA0D22C}"/>
                  </a:ext>
                </a:extLst>
              </p:cNvPr>
              <p:cNvPicPr/>
              <p:nvPr/>
            </p:nvPicPr>
            <p:blipFill>
              <a:blip r:embed="rId73"/>
              <a:stretch>
                <a:fillRect/>
              </a:stretch>
            </p:blipFill>
            <p:spPr>
              <a:xfrm>
                <a:off x="6845414" y="4918376"/>
                <a:ext cx="750960" cy="475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4">
            <p14:nvContentPartPr>
              <p14:cNvPr id="56" name="Ink 55">
                <a:extLst>
                  <a:ext uri="{FF2B5EF4-FFF2-40B4-BE49-F238E27FC236}">
                    <a16:creationId xmlns:a16="http://schemas.microsoft.com/office/drawing/2014/main" id="{3CE99248-3546-23BE-F15E-78D4E7A8E668}"/>
                  </a:ext>
                </a:extLst>
              </p14:cNvPr>
              <p14:cNvContentPartPr/>
              <p14:nvPr/>
            </p14:nvContentPartPr>
            <p14:xfrm>
              <a:off x="4318574" y="1967456"/>
              <a:ext cx="3300480" cy="60120"/>
            </p14:xfrm>
          </p:contentPart>
        </mc:Choice>
        <mc:Fallback>
          <p:pic>
            <p:nvPicPr>
              <p:cNvPr id="56" name="Ink 55">
                <a:extLst>
                  <a:ext uri="{FF2B5EF4-FFF2-40B4-BE49-F238E27FC236}">
                    <a16:creationId xmlns:a16="http://schemas.microsoft.com/office/drawing/2014/main" id="{3CE99248-3546-23BE-F15E-78D4E7A8E668}"/>
                  </a:ext>
                </a:extLst>
              </p:cNvPr>
              <p:cNvPicPr/>
              <p:nvPr/>
            </p:nvPicPr>
            <p:blipFill>
              <a:blip r:embed="rId75"/>
              <a:stretch>
                <a:fillRect/>
              </a:stretch>
            </p:blipFill>
            <p:spPr>
              <a:xfrm>
                <a:off x="4264934" y="1859456"/>
                <a:ext cx="3408120" cy="275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6">
            <p14:nvContentPartPr>
              <p14:cNvPr id="57" name="Ink 56">
                <a:extLst>
                  <a:ext uri="{FF2B5EF4-FFF2-40B4-BE49-F238E27FC236}">
                    <a16:creationId xmlns:a16="http://schemas.microsoft.com/office/drawing/2014/main" id="{89CAB6C2-C543-35EF-D18A-5DAB50FBB83D}"/>
                  </a:ext>
                </a:extLst>
              </p14:cNvPr>
              <p14:cNvContentPartPr/>
              <p14:nvPr/>
            </p14:nvContentPartPr>
            <p14:xfrm>
              <a:off x="4605494" y="2156096"/>
              <a:ext cx="3002400" cy="32040"/>
            </p14:xfrm>
          </p:contentPart>
        </mc:Choice>
        <mc:Fallback>
          <p:pic>
            <p:nvPicPr>
              <p:cNvPr id="57" name="Ink 56">
                <a:extLst>
                  <a:ext uri="{FF2B5EF4-FFF2-40B4-BE49-F238E27FC236}">
                    <a16:creationId xmlns:a16="http://schemas.microsoft.com/office/drawing/2014/main" id="{89CAB6C2-C543-35EF-D18A-5DAB50FBB83D}"/>
                  </a:ext>
                </a:extLst>
              </p:cNvPr>
              <p:cNvPicPr/>
              <p:nvPr/>
            </p:nvPicPr>
            <p:blipFill>
              <a:blip r:embed="rId77"/>
              <a:stretch>
                <a:fillRect/>
              </a:stretch>
            </p:blipFill>
            <p:spPr>
              <a:xfrm>
                <a:off x="4551854" y="2048096"/>
                <a:ext cx="3110040" cy="2476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67633820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072D5E-8FC9-C585-D870-DC1A3E15CE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Parsimonia</a:t>
            </a:r>
            <a:r>
              <a:rPr lang="en-US" dirty="0"/>
              <a:t>, </a:t>
            </a:r>
            <a:r>
              <a:rPr lang="en-US" dirty="0" err="1"/>
              <a:t>interpretabilidad</a:t>
            </a:r>
            <a:r>
              <a:rPr lang="en-US" dirty="0"/>
              <a:t>, </a:t>
            </a:r>
            <a:r>
              <a:rPr lang="en-US" dirty="0" err="1"/>
              <a:t>sobreajuste</a:t>
            </a:r>
            <a:r>
              <a:rPr lang="en-US" dirty="0"/>
              <a:t>, </a:t>
            </a:r>
            <a:r>
              <a:rPr lang="en-US" dirty="0" err="1"/>
              <a:t>confusores</a:t>
            </a:r>
            <a:r>
              <a:rPr lang="en-US" dirty="0"/>
              <a:t>, </a:t>
            </a:r>
            <a:r>
              <a:rPr lang="en-US" dirty="0" err="1"/>
              <a:t>interacciones</a:t>
            </a:r>
            <a:r>
              <a:rPr lang="en-US" dirty="0"/>
              <a:t> y la 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F6ACB7-D174-17E5-51A0-107FAF3F94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Todos </a:t>
            </a:r>
            <a:r>
              <a:rPr lang="en-US" dirty="0" err="1"/>
              <a:t>estos</a:t>
            </a:r>
            <a:r>
              <a:rPr lang="en-US" dirty="0"/>
              <a:t> </a:t>
            </a:r>
            <a:r>
              <a:rPr lang="en-US" dirty="0" err="1"/>
              <a:t>factores</a:t>
            </a:r>
            <a:r>
              <a:rPr lang="en-US" dirty="0"/>
              <a:t> </a:t>
            </a:r>
            <a:r>
              <a:rPr lang="en-US" dirty="0" err="1"/>
              <a:t>deben</a:t>
            </a:r>
            <a:r>
              <a:rPr lang="en-US" dirty="0"/>
              <a:t> de </a:t>
            </a:r>
            <a:r>
              <a:rPr lang="en-US" dirty="0" err="1"/>
              <a:t>tomarse</a:t>
            </a:r>
            <a:r>
              <a:rPr lang="en-US" dirty="0"/>
              <a:t> </a:t>
            </a:r>
            <a:r>
              <a:rPr lang="en-US" dirty="0" err="1"/>
              <a:t>en</a:t>
            </a:r>
            <a:r>
              <a:rPr lang="en-US" dirty="0"/>
              <a:t> </a:t>
            </a:r>
            <a:r>
              <a:rPr lang="en-US" dirty="0" err="1"/>
              <a:t>cuenta</a:t>
            </a:r>
            <a:r>
              <a:rPr lang="en-US" dirty="0"/>
              <a:t> a la hora de </a:t>
            </a:r>
            <a:r>
              <a:rPr lang="en-US" dirty="0" err="1"/>
              <a:t>seleccionar</a:t>
            </a:r>
            <a:r>
              <a:rPr lang="en-US" dirty="0"/>
              <a:t> variables 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4A03ED46-D166-486E-4149-994BF6C12F7D}"/>
                  </a:ext>
                </a:extLst>
              </p14:cNvPr>
              <p14:cNvContentPartPr/>
              <p14:nvPr/>
            </p14:nvContentPartPr>
            <p14:xfrm>
              <a:off x="1477454" y="1033256"/>
              <a:ext cx="1420560" cy="57240"/>
            </p14:xfrm>
          </p:contentPart>
        </mc:Choice>
        <mc:Fallback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4A03ED46-D166-486E-4149-994BF6C12F7D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459454" y="1015616"/>
                <a:ext cx="1456200" cy="92880"/>
              </a:xfrm>
              <a:prstGeom prst="rect">
                <a:avLst/>
              </a:prstGeom>
            </p:spPr>
          </p:pic>
        </mc:Fallback>
      </mc:AlternateContent>
      <p:grpSp>
        <p:nvGrpSpPr>
          <p:cNvPr id="16" name="Group 15">
            <a:extLst>
              <a:ext uri="{FF2B5EF4-FFF2-40B4-BE49-F238E27FC236}">
                <a16:creationId xmlns:a16="http://schemas.microsoft.com/office/drawing/2014/main" id="{C22762EC-9A39-9302-AD52-3D38E9FE44A7}"/>
              </a:ext>
            </a:extLst>
          </p:cNvPr>
          <p:cNvGrpSpPr/>
          <p:nvPr/>
        </p:nvGrpSpPr>
        <p:grpSpPr>
          <a:xfrm>
            <a:off x="3043814" y="2803736"/>
            <a:ext cx="1760760" cy="456840"/>
            <a:chOff x="3043814" y="2803736"/>
            <a:chExt cx="1760760" cy="456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D76A3DD3-6969-171A-1B3B-57C7A5CEBF6B}"/>
                    </a:ext>
                  </a:extLst>
                </p14:cNvPr>
                <p14:cNvContentPartPr/>
                <p14:nvPr/>
              </p14:nvContentPartPr>
              <p14:xfrm>
                <a:off x="3132014" y="2905976"/>
                <a:ext cx="16920" cy="235080"/>
              </p14:xfrm>
            </p:contentPart>
          </mc:Choice>
          <mc:Fallback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D76A3DD3-6969-171A-1B3B-57C7A5CEBF6B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3114374" y="2887976"/>
                  <a:ext cx="52560" cy="27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8665D730-45E0-7709-D17B-C58FE19297B7}"/>
                    </a:ext>
                  </a:extLst>
                </p14:cNvPr>
                <p14:cNvContentPartPr/>
                <p14:nvPr/>
              </p14:nvContentPartPr>
              <p14:xfrm>
                <a:off x="3062894" y="2842976"/>
                <a:ext cx="241920" cy="324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8665D730-45E0-7709-D17B-C58FE19297B7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3044894" y="2825336"/>
                  <a:ext cx="277560" cy="3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5FC500F2-AEED-2664-3F7D-0F6D86D8B721}"/>
                    </a:ext>
                  </a:extLst>
                </p14:cNvPr>
                <p14:cNvContentPartPr/>
                <p14:nvPr/>
              </p14:nvContentPartPr>
              <p14:xfrm>
                <a:off x="3043814" y="3094616"/>
                <a:ext cx="209160" cy="1944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5FC500F2-AEED-2664-3F7D-0F6D86D8B721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3025814" y="3076616"/>
                  <a:ext cx="244800" cy="5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4A52B147-3709-F128-2546-50758342B403}"/>
                    </a:ext>
                  </a:extLst>
                </p14:cNvPr>
                <p14:cNvContentPartPr/>
                <p14:nvPr/>
              </p14:nvContentPartPr>
              <p14:xfrm>
                <a:off x="3342614" y="3010016"/>
                <a:ext cx="177840" cy="10548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4A52B147-3709-F128-2546-50758342B403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3324614" y="2992376"/>
                  <a:ext cx="213480" cy="14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2829A1B5-788C-121B-A0EC-B44A37E89D5A}"/>
                    </a:ext>
                  </a:extLst>
                </p14:cNvPr>
                <p14:cNvContentPartPr/>
                <p14:nvPr/>
              </p14:nvContentPartPr>
              <p14:xfrm>
                <a:off x="3670214" y="2803736"/>
                <a:ext cx="45720" cy="30384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2829A1B5-788C-121B-A0EC-B44A37E89D5A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3652574" y="2786096"/>
                  <a:ext cx="81360" cy="33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B770CD41-AB55-44CC-A4EB-095553E9EA9C}"/>
                    </a:ext>
                  </a:extLst>
                </p14:cNvPr>
                <p14:cNvContentPartPr/>
                <p14:nvPr/>
              </p14:nvContentPartPr>
              <p14:xfrm>
                <a:off x="3610454" y="3020096"/>
                <a:ext cx="306720" cy="576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B770CD41-AB55-44CC-A4EB-095553E9EA9C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3592814" y="3002096"/>
                  <a:ext cx="342360" cy="4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26B9DCDF-60A9-E834-214F-9D3E2EBF5917}"/>
                    </a:ext>
                  </a:extLst>
                </p14:cNvPr>
                <p14:cNvContentPartPr/>
                <p14:nvPr/>
              </p14:nvContentPartPr>
              <p14:xfrm>
                <a:off x="3972974" y="2974016"/>
                <a:ext cx="306360" cy="19908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26B9DCDF-60A9-E834-214F-9D3E2EBF5917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3954974" y="2956016"/>
                  <a:ext cx="342000" cy="23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FA6DCB20-47FF-D9AE-CF73-CAF0A307BADC}"/>
                    </a:ext>
                  </a:extLst>
                </p14:cNvPr>
                <p14:cNvContentPartPr/>
                <p14:nvPr/>
              </p14:nvContentPartPr>
              <p14:xfrm>
                <a:off x="4467614" y="2973296"/>
                <a:ext cx="176760" cy="28728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FA6DCB20-47FF-D9AE-CF73-CAF0A307BADC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4449974" y="2955656"/>
                  <a:ext cx="212400" cy="32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DD1DEC22-4D4C-AFA1-1931-A91A2CAF49BD}"/>
                    </a:ext>
                  </a:extLst>
                </p14:cNvPr>
                <p14:cNvContentPartPr/>
                <p14:nvPr/>
              </p14:nvContentPartPr>
              <p14:xfrm>
                <a:off x="4766054" y="2811296"/>
                <a:ext cx="38520" cy="20520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DD1DEC22-4D4C-AFA1-1931-A91A2CAF49BD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748414" y="2793296"/>
                  <a:ext cx="74160" cy="240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7B7E9DC3-8B55-CE1F-ED0D-D70E2C48532B}"/>
              </a:ext>
            </a:extLst>
          </p:cNvPr>
          <p:cNvGrpSpPr/>
          <p:nvPr/>
        </p:nvGrpSpPr>
        <p:grpSpPr>
          <a:xfrm>
            <a:off x="3104294" y="3427616"/>
            <a:ext cx="2033640" cy="425880"/>
            <a:chOff x="3104294" y="3427616"/>
            <a:chExt cx="2033640" cy="425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80F48F2B-8C17-48B3-8E4A-16A3232B1BC3}"/>
                    </a:ext>
                  </a:extLst>
                </p14:cNvPr>
                <p14:cNvContentPartPr/>
                <p14:nvPr/>
              </p14:nvContentPartPr>
              <p14:xfrm>
                <a:off x="3104294" y="3427616"/>
                <a:ext cx="213480" cy="38736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80F48F2B-8C17-48B3-8E4A-16A3232B1BC3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3086294" y="3409616"/>
                  <a:ext cx="249120" cy="42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C247E559-2489-3E0C-4A39-95FA098690D2}"/>
                    </a:ext>
                  </a:extLst>
                </p14:cNvPr>
                <p14:cNvContentPartPr/>
                <p14:nvPr/>
              </p14:nvContentPartPr>
              <p14:xfrm>
                <a:off x="3494894" y="3575936"/>
                <a:ext cx="22320" cy="21168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C247E559-2489-3E0C-4A39-95FA098690D2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3476894" y="3558296"/>
                  <a:ext cx="57960" cy="24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BA0A1733-D544-4932-C548-700C6D267AD6}"/>
                    </a:ext>
                  </a:extLst>
                </p14:cNvPr>
                <p14:cNvContentPartPr/>
                <p14:nvPr/>
              </p14:nvContentPartPr>
              <p14:xfrm>
                <a:off x="3726734" y="3605816"/>
                <a:ext cx="453600" cy="17028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BA0A1733-D544-4932-C548-700C6D267AD6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3708734" y="3588176"/>
                  <a:ext cx="489240" cy="20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E9BC4F4F-1984-1EF5-89C4-683D77727451}"/>
                    </a:ext>
                  </a:extLst>
                </p14:cNvPr>
                <p14:cNvContentPartPr/>
                <p14:nvPr/>
              </p14:nvContentPartPr>
              <p14:xfrm>
                <a:off x="4330094" y="3620936"/>
                <a:ext cx="269640" cy="23256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E9BC4F4F-1984-1EF5-89C4-683D77727451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4312454" y="3602936"/>
                  <a:ext cx="305280" cy="26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FBD1398C-7105-16AE-9490-8A8018381B86}"/>
                    </a:ext>
                  </a:extLst>
                </p14:cNvPr>
                <p14:cNvContentPartPr/>
                <p14:nvPr/>
              </p14:nvContentPartPr>
              <p14:xfrm>
                <a:off x="4725374" y="3467216"/>
                <a:ext cx="129960" cy="27468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FBD1398C-7105-16AE-9490-8A8018381B86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4707734" y="3449576"/>
                  <a:ext cx="165600" cy="31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251DB48A-B46D-5007-E916-859706BF89F9}"/>
                    </a:ext>
                  </a:extLst>
                </p14:cNvPr>
                <p14:cNvContentPartPr/>
                <p14:nvPr/>
              </p14:nvContentPartPr>
              <p14:xfrm>
                <a:off x="5043614" y="3610496"/>
                <a:ext cx="94320" cy="20772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251DB48A-B46D-5007-E916-859706BF89F9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5025614" y="3592496"/>
                  <a:ext cx="129960" cy="243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E7A55373-A542-4A67-73BC-0FEB8B2E8E67}"/>
              </a:ext>
            </a:extLst>
          </p:cNvPr>
          <p:cNvGrpSpPr/>
          <p:nvPr/>
        </p:nvGrpSpPr>
        <p:grpSpPr>
          <a:xfrm>
            <a:off x="3164774" y="4069496"/>
            <a:ext cx="2719800" cy="397080"/>
            <a:chOff x="3164774" y="4069496"/>
            <a:chExt cx="2719800" cy="397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96A8F51B-2162-A1D7-CAC2-8AEA3E11299E}"/>
                    </a:ext>
                  </a:extLst>
                </p14:cNvPr>
                <p14:cNvContentPartPr/>
                <p14:nvPr/>
              </p14:nvContentPartPr>
              <p14:xfrm>
                <a:off x="3164774" y="4110176"/>
                <a:ext cx="373320" cy="35640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96A8F51B-2162-A1D7-CAC2-8AEA3E11299E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3147134" y="4092536"/>
                  <a:ext cx="408960" cy="39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DA65CBDF-AF32-E812-B35D-8B825D361812}"/>
                    </a:ext>
                  </a:extLst>
                </p14:cNvPr>
                <p14:cNvContentPartPr/>
                <p14:nvPr/>
              </p14:nvContentPartPr>
              <p14:xfrm>
                <a:off x="3623414" y="4242296"/>
                <a:ext cx="145440" cy="14472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DA65CBDF-AF32-E812-B35D-8B825D361812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3605414" y="4224656"/>
                  <a:ext cx="181080" cy="18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4383F023-29F1-641A-DE59-FD4055859078}"/>
                    </a:ext>
                  </a:extLst>
                </p14:cNvPr>
                <p14:cNvContentPartPr/>
                <p14:nvPr/>
              </p14:nvContentPartPr>
              <p14:xfrm>
                <a:off x="3893774" y="4244456"/>
                <a:ext cx="189000" cy="16740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4383F023-29F1-641A-DE59-FD4055859078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3876134" y="4226456"/>
                  <a:ext cx="224640" cy="20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30A6DBEC-FE1B-7780-1437-A1BD6DF94F89}"/>
                    </a:ext>
                  </a:extLst>
                </p14:cNvPr>
                <p14:cNvContentPartPr/>
                <p14:nvPr/>
              </p14:nvContentPartPr>
              <p14:xfrm>
                <a:off x="4274654" y="4069496"/>
                <a:ext cx="217800" cy="31356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30A6DBEC-FE1B-7780-1437-A1BD6DF94F89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4257014" y="4051856"/>
                  <a:ext cx="253440" cy="34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21A1A9B2-1A9A-D052-39EB-E85431E0B205}"/>
                    </a:ext>
                  </a:extLst>
                </p14:cNvPr>
                <p14:cNvContentPartPr/>
                <p14:nvPr/>
              </p14:nvContentPartPr>
              <p14:xfrm>
                <a:off x="4331534" y="4245176"/>
                <a:ext cx="329040" cy="2016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21A1A9B2-1A9A-D052-39EB-E85431E0B205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4313534" y="4227176"/>
                  <a:ext cx="364680" cy="5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D555ECAC-202F-5235-5171-FEFE98B89B62}"/>
                    </a:ext>
                  </a:extLst>
                </p14:cNvPr>
                <p14:cNvContentPartPr/>
                <p14:nvPr/>
              </p14:nvContentPartPr>
              <p14:xfrm>
                <a:off x="4756694" y="4226096"/>
                <a:ext cx="187560" cy="16488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D555ECAC-202F-5235-5171-FEFE98B89B62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4739054" y="4208456"/>
                  <a:ext cx="223200" cy="20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E95DC86E-E5FF-4D5E-C71C-DC43BBE8103D}"/>
                    </a:ext>
                  </a:extLst>
                </p14:cNvPr>
                <p14:cNvContentPartPr/>
                <p14:nvPr/>
              </p14:nvContentPartPr>
              <p14:xfrm>
                <a:off x="5097614" y="4182536"/>
                <a:ext cx="100080" cy="23256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E95DC86E-E5FF-4D5E-C71C-DC43BBE8103D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5079974" y="4164536"/>
                  <a:ext cx="135720" cy="26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E2B95ADA-2715-4B04-9EDB-5F6D30000945}"/>
                    </a:ext>
                  </a:extLst>
                </p14:cNvPr>
                <p14:cNvContentPartPr/>
                <p14:nvPr/>
              </p14:nvContentPartPr>
              <p14:xfrm>
                <a:off x="5312894" y="4207376"/>
                <a:ext cx="219240" cy="15516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E2B95ADA-2715-4B04-9EDB-5F6D30000945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5295254" y="4189376"/>
                  <a:ext cx="254880" cy="19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8079F0A6-4CD9-7BDE-B520-167858C02F4E}"/>
                    </a:ext>
                  </a:extLst>
                </p14:cNvPr>
                <p14:cNvContentPartPr/>
                <p14:nvPr/>
              </p14:nvContentPartPr>
              <p14:xfrm>
                <a:off x="5605574" y="4153016"/>
                <a:ext cx="279000" cy="15768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8079F0A6-4CD9-7BDE-B520-167858C02F4E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5587934" y="4135016"/>
                  <a:ext cx="314640" cy="193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EFA44407-4A69-4C3D-EF4A-1432BD332629}"/>
              </a:ext>
            </a:extLst>
          </p:cNvPr>
          <p:cNvGrpSpPr/>
          <p:nvPr/>
        </p:nvGrpSpPr>
        <p:grpSpPr>
          <a:xfrm>
            <a:off x="3402014" y="4731896"/>
            <a:ext cx="2541240" cy="310680"/>
            <a:chOff x="3402014" y="4731896"/>
            <a:chExt cx="2541240" cy="310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6988FE89-5781-93AF-BE37-BBCB9058270B}"/>
                    </a:ext>
                  </a:extLst>
                </p14:cNvPr>
                <p14:cNvContentPartPr/>
                <p14:nvPr/>
              </p14:nvContentPartPr>
              <p14:xfrm>
                <a:off x="3402014" y="4790576"/>
                <a:ext cx="11160" cy="25200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6988FE89-5781-93AF-BE37-BBCB9058270B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3384374" y="4772576"/>
                  <a:ext cx="46800" cy="28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F1316BA3-086E-CB2A-F8A3-8F771A5C6883}"/>
                    </a:ext>
                  </a:extLst>
                </p14:cNvPr>
                <p14:cNvContentPartPr/>
                <p14:nvPr/>
              </p14:nvContentPartPr>
              <p14:xfrm>
                <a:off x="3635294" y="4881656"/>
                <a:ext cx="369000" cy="15156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F1316BA3-086E-CB2A-F8A3-8F771A5C6883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3617654" y="4863656"/>
                  <a:ext cx="404640" cy="18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93EB3112-E085-4235-8906-39D3174D7F91}"/>
                    </a:ext>
                  </a:extLst>
                </p14:cNvPr>
                <p14:cNvContentPartPr/>
                <p14:nvPr/>
              </p14:nvContentPartPr>
              <p14:xfrm>
                <a:off x="4187174" y="4774376"/>
                <a:ext cx="93240" cy="26568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93EB3112-E085-4235-8906-39D3174D7F91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4169174" y="4756736"/>
                  <a:ext cx="128880" cy="30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CB67AEE1-9AE7-E6F6-0E6E-43F14F2A50FD}"/>
                    </a:ext>
                  </a:extLst>
                </p14:cNvPr>
                <p14:cNvContentPartPr/>
                <p14:nvPr/>
              </p14:nvContentPartPr>
              <p14:xfrm>
                <a:off x="4188614" y="4916936"/>
                <a:ext cx="385560" cy="3852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CB67AEE1-9AE7-E6F6-0E6E-43F14F2A50FD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4170974" y="4898936"/>
                  <a:ext cx="421200" cy="7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B8C0E05D-168F-5C0F-79E9-621F629D0D67}"/>
                    </a:ext>
                  </a:extLst>
                </p14:cNvPr>
                <p14:cNvContentPartPr/>
                <p14:nvPr/>
              </p14:nvContentPartPr>
              <p14:xfrm>
                <a:off x="4623134" y="4777616"/>
                <a:ext cx="314640" cy="19872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B8C0E05D-168F-5C0F-79E9-621F629D0D67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4605134" y="4759616"/>
                  <a:ext cx="350280" cy="23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3BE4C85F-161B-8BA7-AFF3-29013AC10D1C}"/>
                    </a:ext>
                  </a:extLst>
                </p14:cNvPr>
                <p14:cNvContentPartPr/>
                <p14:nvPr/>
              </p14:nvContentPartPr>
              <p14:xfrm>
                <a:off x="5019854" y="4783016"/>
                <a:ext cx="225360" cy="19332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3BE4C85F-161B-8BA7-AFF3-29013AC10D1C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5001854" y="4765376"/>
                  <a:ext cx="261000" cy="22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FC41758A-38B6-75D5-D722-495FA1AC0E64}"/>
                    </a:ext>
                  </a:extLst>
                </p14:cNvPr>
                <p14:cNvContentPartPr/>
                <p14:nvPr/>
              </p14:nvContentPartPr>
              <p14:xfrm>
                <a:off x="5285174" y="4802456"/>
                <a:ext cx="155880" cy="18828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FC41758A-38B6-75D5-D722-495FA1AC0E64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5267534" y="4784816"/>
                  <a:ext cx="191520" cy="22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B87881ED-1783-40AC-B6AF-E4AE7739603F}"/>
                    </a:ext>
                  </a:extLst>
                </p14:cNvPr>
                <p14:cNvContentPartPr/>
                <p14:nvPr/>
              </p14:nvContentPartPr>
              <p14:xfrm>
                <a:off x="5522414" y="4824056"/>
                <a:ext cx="136800" cy="17460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B87881ED-1783-40AC-B6AF-E4AE7739603F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5504414" y="4806416"/>
                  <a:ext cx="172440" cy="21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5CF5A513-2E2F-3F01-153A-5AFDA6EC4DFE}"/>
                    </a:ext>
                  </a:extLst>
                </p14:cNvPr>
                <p14:cNvContentPartPr/>
                <p14:nvPr/>
              </p14:nvContentPartPr>
              <p14:xfrm>
                <a:off x="5735534" y="4829096"/>
                <a:ext cx="11160" cy="6120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5CF5A513-2E2F-3F01-153A-5AFDA6EC4DFE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5717534" y="4811096"/>
                  <a:ext cx="46800" cy="9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DFA404AD-1500-EBE1-0785-8E11698B7E06}"/>
                    </a:ext>
                  </a:extLst>
                </p14:cNvPr>
                <p14:cNvContentPartPr/>
                <p14:nvPr/>
              </p14:nvContentPartPr>
              <p14:xfrm>
                <a:off x="5806454" y="4731896"/>
                <a:ext cx="136800" cy="15768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DFA404AD-1500-EBE1-0785-8E11698B7E06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5788454" y="4713896"/>
                  <a:ext cx="172440" cy="1933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72">
            <p14:nvContentPartPr>
              <p14:cNvPr id="48" name="Ink 47">
                <a:extLst>
                  <a:ext uri="{FF2B5EF4-FFF2-40B4-BE49-F238E27FC236}">
                    <a16:creationId xmlns:a16="http://schemas.microsoft.com/office/drawing/2014/main" id="{DF9E96E5-1AD2-27E0-52E4-F589E837C058}"/>
                  </a:ext>
                </a:extLst>
              </p14:cNvPr>
              <p14:cNvContentPartPr/>
              <p14:nvPr/>
            </p14:nvContentPartPr>
            <p14:xfrm>
              <a:off x="3763094" y="5446856"/>
              <a:ext cx="474120" cy="355320"/>
            </p14:xfrm>
          </p:contentPart>
        </mc:Choice>
        <mc:Fallback>
          <p:pic>
            <p:nvPicPr>
              <p:cNvPr id="48" name="Ink 47">
                <a:extLst>
                  <a:ext uri="{FF2B5EF4-FFF2-40B4-BE49-F238E27FC236}">
                    <a16:creationId xmlns:a16="http://schemas.microsoft.com/office/drawing/2014/main" id="{DF9E96E5-1AD2-27E0-52E4-F589E837C058}"/>
                  </a:ext>
                </a:extLst>
              </p:cNvPr>
              <p:cNvPicPr/>
              <p:nvPr/>
            </p:nvPicPr>
            <p:blipFill>
              <a:blip r:embed="rId73"/>
              <a:stretch>
                <a:fillRect/>
              </a:stretch>
            </p:blipFill>
            <p:spPr>
              <a:xfrm>
                <a:off x="3745454" y="5429216"/>
                <a:ext cx="509760" cy="390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4">
            <p14:nvContentPartPr>
              <p14:cNvPr id="49" name="Ink 48">
                <a:extLst>
                  <a:ext uri="{FF2B5EF4-FFF2-40B4-BE49-F238E27FC236}">
                    <a16:creationId xmlns:a16="http://schemas.microsoft.com/office/drawing/2014/main" id="{6ADB5298-69C2-FD90-8BDF-7CB6D22FE09C}"/>
                  </a:ext>
                </a:extLst>
              </p14:cNvPr>
              <p14:cNvContentPartPr/>
              <p14:nvPr/>
            </p14:nvContentPartPr>
            <p14:xfrm>
              <a:off x="4866134" y="5541536"/>
              <a:ext cx="1008360" cy="31320"/>
            </p14:xfrm>
          </p:contentPart>
        </mc:Choice>
        <mc:Fallback>
          <p:pic>
            <p:nvPicPr>
              <p:cNvPr id="49" name="Ink 48">
                <a:extLst>
                  <a:ext uri="{FF2B5EF4-FFF2-40B4-BE49-F238E27FC236}">
                    <a16:creationId xmlns:a16="http://schemas.microsoft.com/office/drawing/2014/main" id="{6ADB5298-69C2-FD90-8BDF-7CB6D22FE09C}"/>
                  </a:ext>
                </a:extLst>
              </p:cNvPr>
              <p:cNvPicPr/>
              <p:nvPr/>
            </p:nvPicPr>
            <p:blipFill>
              <a:blip r:embed="rId75"/>
              <a:stretch>
                <a:fillRect/>
              </a:stretch>
            </p:blipFill>
            <p:spPr>
              <a:xfrm>
                <a:off x="4848494" y="5523896"/>
                <a:ext cx="1044000" cy="66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6">
            <p14:nvContentPartPr>
              <p14:cNvPr id="50" name="Ink 49">
                <a:extLst>
                  <a:ext uri="{FF2B5EF4-FFF2-40B4-BE49-F238E27FC236}">
                    <a16:creationId xmlns:a16="http://schemas.microsoft.com/office/drawing/2014/main" id="{ED77E5D7-7DB7-2605-3F34-6CCB193B78B8}"/>
                  </a:ext>
                </a:extLst>
              </p14:cNvPr>
              <p14:cNvContentPartPr/>
              <p14:nvPr/>
            </p14:nvContentPartPr>
            <p14:xfrm>
              <a:off x="5383094" y="5697056"/>
              <a:ext cx="381960" cy="30240"/>
            </p14:xfrm>
          </p:contentPart>
        </mc:Choice>
        <mc:Fallback>
          <p:pic>
            <p:nvPicPr>
              <p:cNvPr id="50" name="Ink 49">
                <a:extLst>
                  <a:ext uri="{FF2B5EF4-FFF2-40B4-BE49-F238E27FC236}">
                    <a16:creationId xmlns:a16="http://schemas.microsoft.com/office/drawing/2014/main" id="{ED77E5D7-7DB7-2605-3F34-6CCB193B78B8}"/>
                  </a:ext>
                </a:extLst>
              </p:cNvPr>
              <p:cNvPicPr/>
              <p:nvPr/>
            </p:nvPicPr>
            <p:blipFill>
              <a:blip r:embed="rId77"/>
              <a:stretch>
                <a:fillRect/>
              </a:stretch>
            </p:blipFill>
            <p:spPr>
              <a:xfrm>
                <a:off x="5365094" y="5679056"/>
                <a:ext cx="417600" cy="65880"/>
              </a:xfrm>
              <a:prstGeom prst="rect">
                <a:avLst/>
              </a:prstGeom>
            </p:spPr>
          </p:pic>
        </mc:Fallback>
      </mc:AlternateContent>
      <p:grpSp>
        <p:nvGrpSpPr>
          <p:cNvPr id="60" name="Group 59">
            <a:extLst>
              <a:ext uri="{FF2B5EF4-FFF2-40B4-BE49-F238E27FC236}">
                <a16:creationId xmlns:a16="http://schemas.microsoft.com/office/drawing/2014/main" id="{8F71FE6F-E165-8623-87F9-C044E3E9657F}"/>
              </a:ext>
            </a:extLst>
          </p:cNvPr>
          <p:cNvGrpSpPr/>
          <p:nvPr/>
        </p:nvGrpSpPr>
        <p:grpSpPr>
          <a:xfrm>
            <a:off x="6200294" y="5200616"/>
            <a:ext cx="2339640" cy="497520"/>
            <a:chOff x="6200294" y="5200616"/>
            <a:chExt cx="2339640" cy="497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5A4B49CB-C717-FD87-83D8-D06B5CFF3913}"/>
                    </a:ext>
                  </a:extLst>
                </p14:cNvPr>
                <p14:cNvContentPartPr/>
                <p14:nvPr/>
              </p14:nvContentPartPr>
              <p14:xfrm>
                <a:off x="6200294" y="5397536"/>
                <a:ext cx="401760" cy="29376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5A4B49CB-C717-FD87-83D8-D06B5CFF3913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6182654" y="5379896"/>
                  <a:ext cx="437400" cy="32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8860597B-A3D6-E083-482D-49BA32492252}"/>
                    </a:ext>
                  </a:extLst>
                </p14:cNvPr>
                <p14:cNvContentPartPr/>
                <p14:nvPr/>
              </p14:nvContentPartPr>
              <p14:xfrm>
                <a:off x="6613934" y="5487176"/>
                <a:ext cx="216720" cy="21096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8860597B-A3D6-E083-482D-49BA32492252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6595934" y="5469536"/>
                  <a:ext cx="252360" cy="24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B27F5FF2-FBBD-8461-ECD5-106AF204F0D4}"/>
                    </a:ext>
                  </a:extLst>
                </p14:cNvPr>
                <p14:cNvContentPartPr/>
                <p14:nvPr/>
              </p14:nvContentPartPr>
              <p14:xfrm>
                <a:off x="6930014" y="5355056"/>
                <a:ext cx="183240" cy="30384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B27F5FF2-FBBD-8461-ECD5-106AF204F0D4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6912014" y="5337056"/>
                  <a:ext cx="218880" cy="33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C178095E-0418-36C4-D400-D1E261038B6A}"/>
                    </a:ext>
                  </a:extLst>
                </p14:cNvPr>
                <p14:cNvContentPartPr/>
                <p14:nvPr/>
              </p14:nvContentPartPr>
              <p14:xfrm>
                <a:off x="7273814" y="5455496"/>
                <a:ext cx="224280" cy="18216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C178095E-0418-36C4-D400-D1E261038B6A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7256174" y="5437856"/>
                  <a:ext cx="259920" cy="21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7F59D0F8-ECCA-BC42-B060-A5B473804D05}"/>
                    </a:ext>
                  </a:extLst>
                </p14:cNvPr>
                <p14:cNvContentPartPr/>
                <p14:nvPr/>
              </p14:nvContentPartPr>
              <p14:xfrm>
                <a:off x="7629854" y="5314016"/>
                <a:ext cx="179640" cy="36036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7F59D0F8-ECCA-BC42-B060-A5B473804D05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7611854" y="5296376"/>
                  <a:ext cx="215280" cy="39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C7A4E619-84CE-7272-7D27-E30957AFDD98}"/>
                    </a:ext>
                  </a:extLst>
                </p14:cNvPr>
                <p14:cNvContentPartPr/>
                <p14:nvPr/>
              </p14:nvContentPartPr>
              <p14:xfrm>
                <a:off x="7949174" y="5200616"/>
                <a:ext cx="98640" cy="33732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C7A4E619-84CE-7272-7D27-E30957AFDD98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7931534" y="5182976"/>
                  <a:ext cx="134280" cy="37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D4FF0CB4-2C08-9FD5-351B-4C9F5650432D}"/>
                    </a:ext>
                  </a:extLst>
                </p14:cNvPr>
                <p14:cNvContentPartPr/>
                <p14:nvPr/>
              </p14:nvContentPartPr>
              <p14:xfrm>
                <a:off x="7958174" y="5379176"/>
                <a:ext cx="323640" cy="7128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D4FF0CB4-2C08-9FD5-351B-4C9F5650432D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7940174" y="5361176"/>
                  <a:ext cx="359280" cy="10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C987539B-169F-4DAC-1559-1BA27E401539}"/>
                    </a:ext>
                  </a:extLst>
                </p14:cNvPr>
                <p14:cNvContentPartPr/>
                <p14:nvPr/>
              </p14:nvContentPartPr>
              <p14:xfrm>
                <a:off x="8195414" y="5305376"/>
                <a:ext cx="344520" cy="26712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C987539B-169F-4DAC-1559-1BA27E401539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8177414" y="5287736"/>
                  <a:ext cx="380160" cy="302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58801FAC-579A-DFF0-D7B9-50CFE218F3C2}"/>
              </a:ext>
            </a:extLst>
          </p:cNvPr>
          <p:cNvGrpSpPr/>
          <p:nvPr/>
        </p:nvGrpSpPr>
        <p:grpSpPr>
          <a:xfrm>
            <a:off x="9529934" y="4271456"/>
            <a:ext cx="1167840" cy="543960"/>
            <a:chOff x="9529934" y="4271456"/>
            <a:chExt cx="1167840" cy="5439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4F457917-955E-1FE8-F35D-5275F61D3635}"/>
                    </a:ext>
                  </a:extLst>
                </p14:cNvPr>
                <p14:cNvContentPartPr/>
                <p14:nvPr/>
              </p14:nvContentPartPr>
              <p14:xfrm>
                <a:off x="9529934" y="4349936"/>
                <a:ext cx="54720" cy="355680"/>
              </p14:xfrm>
            </p:contentPart>
          </mc:Choice>
          <mc:Fallback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4F457917-955E-1FE8-F35D-5275F61D3635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9512294" y="4331936"/>
                  <a:ext cx="90360" cy="39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6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B29E5D1E-BE4D-F10F-24B0-13A68A888894}"/>
                    </a:ext>
                  </a:extLst>
                </p14:cNvPr>
                <p14:cNvContentPartPr/>
                <p14:nvPr/>
              </p14:nvContentPartPr>
              <p14:xfrm>
                <a:off x="9785174" y="4271456"/>
                <a:ext cx="462600" cy="32832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B29E5D1E-BE4D-F10F-24B0-13A68A888894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9767174" y="4253816"/>
                  <a:ext cx="498240" cy="36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8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4B238D27-2552-DB47-663A-F08A0A5D1DB9}"/>
                    </a:ext>
                  </a:extLst>
                </p14:cNvPr>
                <p14:cNvContentPartPr/>
                <p14:nvPr/>
              </p14:nvContentPartPr>
              <p14:xfrm>
                <a:off x="9535334" y="4743776"/>
                <a:ext cx="1162440" cy="7164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4B238D27-2552-DB47-663A-F08A0A5D1DB9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9517334" y="4725776"/>
                  <a:ext cx="1198080" cy="107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0" name="Group 79">
            <a:extLst>
              <a:ext uri="{FF2B5EF4-FFF2-40B4-BE49-F238E27FC236}">
                <a16:creationId xmlns:a16="http://schemas.microsoft.com/office/drawing/2014/main" id="{4F2C6075-323A-C5D7-2EA4-4B849DB6BCBB}"/>
              </a:ext>
            </a:extLst>
          </p:cNvPr>
          <p:cNvGrpSpPr/>
          <p:nvPr/>
        </p:nvGrpSpPr>
        <p:grpSpPr>
          <a:xfrm>
            <a:off x="7978694" y="5925296"/>
            <a:ext cx="960120" cy="345240"/>
            <a:chOff x="7978694" y="5925296"/>
            <a:chExt cx="960120" cy="345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00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F8A8328D-C38C-459B-2B79-0511E665ACFE}"/>
                    </a:ext>
                  </a:extLst>
                </p14:cNvPr>
                <p14:cNvContentPartPr/>
                <p14:nvPr/>
              </p14:nvContentPartPr>
              <p14:xfrm>
                <a:off x="7978694" y="5925296"/>
                <a:ext cx="9000" cy="345240"/>
              </p14:xfrm>
            </p:contentPart>
          </mc:Choice>
          <mc:Fallback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F8A8328D-C38C-459B-2B79-0511E665ACFE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7960694" y="5907296"/>
                  <a:ext cx="44640" cy="38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2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9DEF0189-4F60-BD12-5AA4-18EE5B63409E}"/>
                    </a:ext>
                  </a:extLst>
                </p14:cNvPr>
                <p14:cNvContentPartPr/>
                <p14:nvPr/>
              </p14:nvContentPartPr>
              <p14:xfrm>
                <a:off x="7988774" y="5931776"/>
                <a:ext cx="370080" cy="302040"/>
              </p14:xfrm>
            </p:contentPart>
          </mc:Choice>
          <mc:Fallback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9DEF0189-4F60-BD12-5AA4-18EE5B63409E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7970774" y="5914136"/>
                  <a:ext cx="405720" cy="33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4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132D143C-69B2-7C00-A8F6-113B4983A1D7}"/>
                    </a:ext>
                  </a:extLst>
                </p14:cNvPr>
                <p14:cNvContentPartPr/>
                <p14:nvPr/>
              </p14:nvContentPartPr>
              <p14:xfrm>
                <a:off x="8387654" y="5976776"/>
                <a:ext cx="136800" cy="223920"/>
              </p14:xfrm>
            </p:contentPart>
          </mc:Choice>
          <mc:Fallback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132D143C-69B2-7C00-A8F6-113B4983A1D7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8370014" y="5959136"/>
                  <a:ext cx="172440" cy="25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6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39CFF996-13A0-0348-0F5B-273845C89401}"/>
                    </a:ext>
                  </a:extLst>
                </p14:cNvPr>
                <p14:cNvContentPartPr/>
                <p14:nvPr/>
              </p14:nvContentPartPr>
              <p14:xfrm>
                <a:off x="8685014" y="5950136"/>
                <a:ext cx="196920" cy="259200"/>
              </p14:xfrm>
            </p:contentPart>
          </mc:Choice>
          <mc:Fallback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39CFF996-13A0-0348-0F5B-273845C89401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8667374" y="5932136"/>
                  <a:ext cx="232560" cy="29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8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F90C6430-E0AA-413B-F9CE-2D85F4993329}"/>
                    </a:ext>
                  </a:extLst>
                </p14:cNvPr>
                <p14:cNvContentPartPr/>
                <p14:nvPr/>
              </p14:nvContentPartPr>
              <p14:xfrm>
                <a:off x="8789774" y="6069296"/>
                <a:ext cx="149040" cy="37080"/>
              </p14:xfrm>
            </p:contentPart>
          </mc:Choice>
          <mc:Fallback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F90C6430-E0AA-413B-F9CE-2D85F4993329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8771774" y="6051296"/>
                  <a:ext cx="184680" cy="72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8" name="Group 77">
            <a:extLst>
              <a:ext uri="{FF2B5EF4-FFF2-40B4-BE49-F238E27FC236}">
                <a16:creationId xmlns:a16="http://schemas.microsoft.com/office/drawing/2014/main" id="{121CF596-B851-6CEA-748E-11EAD7AF318A}"/>
              </a:ext>
            </a:extLst>
          </p:cNvPr>
          <p:cNvGrpSpPr/>
          <p:nvPr/>
        </p:nvGrpSpPr>
        <p:grpSpPr>
          <a:xfrm>
            <a:off x="9616694" y="5849336"/>
            <a:ext cx="698400" cy="299880"/>
            <a:chOff x="9616694" y="5849336"/>
            <a:chExt cx="698400" cy="299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10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F741009A-74D0-1931-C744-FDA22565E324}"/>
                    </a:ext>
                  </a:extLst>
                </p14:cNvPr>
                <p14:cNvContentPartPr/>
                <p14:nvPr/>
              </p14:nvContentPartPr>
              <p14:xfrm>
                <a:off x="9616694" y="5904416"/>
                <a:ext cx="273600" cy="244800"/>
              </p14:xfrm>
            </p:contentPart>
          </mc:Choice>
          <mc:Fallback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F741009A-74D0-1931-C744-FDA22565E324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9598694" y="5886776"/>
                  <a:ext cx="309240" cy="28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2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0498B4D8-3A85-4363-D4D2-594AB9771506}"/>
                    </a:ext>
                  </a:extLst>
                </p14:cNvPr>
                <p14:cNvContentPartPr/>
                <p14:nvPr/>
              </p14:nvContentPartPr>
              <p14:xfrm>
                <a:off x="9912614" y="5849336"/>
                <a:ext cx="402480" cy="250560"/>
              </p14:xfrm>
            </p:contentPart>
          </mc:Choice>
          <mc:Fallback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0498B4D8-3A85-4363-D4D2-594AB9771506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9894974" y="5831696"/>
                  <a:ext cx="438120" cy="286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3" name="Group 92">
            <a:extLst>
              <a:ext uri="{FF2B5EF4-FFF2-40B4-BE49-F238E27FC236}">
                <a16:creationId xmlns:a16="http://schemas.microsoft.com/office/drawing/2014/main" id="{DCB28116-E70F-A006-C723-08C39FA830F0}"/>
              </a:ext>
            </a:extLst>
          </p:cNvPr>
          <p:cNvGrpSpPr/>
          <p:nvPr/>
        </p:nvGrpSpPr>
        <p:grpSpPr>
          <a:xfrm>
            <a:off x="9879134" y="6342176"/>
            <a:ext cx="421200" cy="320400"/>
            <a:chOff x="9879134" y="6342176"/>
            <a:chExt cx="421200" cy="320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14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6DA05C0D-F0C8-4617-FE7E-6AF81022430E}"/>
                    </a:ext>
                  </a:extLst>
                </p14:cNvPr>
                <p14:cNvContentPartPr/>
                <p14:nvPr/>
              </p14:nvContentPartPr>
              <p14:xfrm>
                <a:off x="9879134" y="6416336"/>
                <a:ext cx="65880" cy="246240"/>
              </p14:xfrm>
            </p:contentPart>
          </mc:Choice>
          <mc:Fallback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6DA05C0D-F0C8-4617-FE7E-6AF81022430E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9861494" y="6398336"/>
                  <a:ext cx="101520" cy="28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6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CAB6EA41-51F1-2274-8D4E-5351F40365C1}"/>
                    </a:ext>
                  </a:extLst>
                </p14:cNvPr>
                <p14:cNvContentPartPr/>
                <p14:nvPr/>
              </p14:nvContentPartPr>
              <p14:xfrm>
                <a:off x="10064894" y="6528296"/>
                <a:ext cx="11160" cy="360"/>
              </p14:xfrm>
            </p:contentPart>
          </mc:Choice>
          <mc:Fallback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CAB6EA41-51F1-2274-8D4E-5351F40365C1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10047254" y="6510656"/>
                  <a:ext cx="468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8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2EC38592-6F2C-1CF2-D736-2E40BD4707CA}"/>
                    </a:ext>
                  </a:extLst>
                </p14:cNvPr>
                <p14:cNvContentPartPr/>
                <p14:nvPr/>
              </p14:nvContentPartPr>
              <p14:xfrm>
                <a:off x="10131134" y="6405536"/>
                <a:ext cx="156600" cy="213120"/>
              </p14:xfrm>
            </p:contentPart>
          </mc:Choice>
          <mc:Fallback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2EC38592-6F2C-1CF2-D736-2E40BD4707CA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10113134" y="6387536"/>
                  <a:ext cx="192240" cy="24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0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E3E52978-C5E0-1944-F44F-EB6588971487}"/>
                    </a:ext>
                  </a:extLst>
                </p14:cNvPr>
                <p14:cNvContentPartPr/>
                <p14:nvPr/>
              </p14:nvContentPartPr>
              <p14:xfrm>
                <a:off x="10177214" y="6342176"/>
                <a:ext cx="123120" cy="57600"/>
              </p14:xfrm>
            </p:contentPart>
          </mc:Choice>
          <mc:Fallback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E3E52978-C5E0-1944-F44F-EB6588971487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10159574" y="6324536"/>
                  <a:ext cx="158760" cy="93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8" name="Group 97">
            <a:extLst>
              <a:ext uri="{FF2B5EF4-FFF2-40B4-BE49-F238E27FC236}">
                <a16:creationId xmlns:a16="http://schemas.microsoft.com/office/drawing/2014/main" id="{BCCDCD5B-8D13-521B-5BC3-E523F4A43417}"/>
              </a:ext>
            </a:extLst>
          </p:cNvPr>
          <p:cNvGrpSpPr/>
          <p:nvPr/>
        </p:nvGrpSpPr>
        <p:grpSpPr>
          <a:xfrm>
            <a:off x="10983614" y="5945816"/>
            <a:ext cx="1105920" cy="596880"/>
            <a:chOff x="10983614" y="5945816"/>
            <a:chExt cx="1105920" cy="596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22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FCD637A6-EB3C-F76C-49F4-26C7F63B8A99}"/>
                    </a:ext>
                  </a:extLst>
                </p14:cNvPr>
                <p14:cNvContentPartPr/>
                <p14:nvPr/>
              </p14:nvContentPartPr>
              <p14:xfrm>
                <a:off x="10983614" y="6224816"/>
                <a:ext cx="71280" cy="317880"/>
              </p14:xfrm>
            </p:contentPart>
          </mc:Choice>
          <mc:Fallback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FCD637A6-EB3C-F76C-49F4-26C7F63B8A99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10965974" y="6207176"/>
                  <a:ext cx="106920" cy="35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4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2D8E893C-DB7F-9466-934B-B98B77C6F064}"/>
                    </a:ext>
                  </a:extLst>
                </p14:cNvPr>
                <p14:cNvContentPartPr/>
                <p14:nvPr/>
              </p14:nvContentPartPr>
              <p14:xfrm>
                <a:off x="11172254" y="6449456"/>
                <a:ext cx="14040" cy="3240"/>
              </p14:xfrm>
            </p:contentPart>
          </mc:Choice>
          <mc:Fallback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2D8E893C-DB7F-9466-934B-B98B77C6F064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11154254" y="6431456"/>
                  <a:ext cx="49680" cy="3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6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DE5078E8-BD9B-C007-23D6-3AAD33128990}"/>
                    </a:ext>
                  </a:extLst>
                </p14:cNvPr>
                <p14:cNvContentPartPr/>
                <p14:nvPr/>
              </p14:nvContentPartPr>
              <p14:xfrm>
                <a:off x="11246054" y="6277016"/>
                <a:ext cx="124920" cy="244080"/>
              </p14:xfrm>
            </p:contentPart>
          </mc:Choice>
          <mc:Fallback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DE5078E8-BD9B-C007-23D6-3AAD33128990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11228414" y="6259016"/>
                  <a:ext cx="160560" cy="27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8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367B9F7C-EF43-7C5A-8BFC-DC6D8FE7603C}"/>
                    </a:ext>
                  </a:extLst>
                </p14:cNvPr>
                <p14:cNvContentPartPr/>
                <p14:nvPr/>
              </p14:nvContentPartPr>
              <p14:xfrm>
                <a:off x="11421734" y="6242096"/>
                <a:ext cx="160560" cy="156960"/>
              </p14:xfrm>
            </p:contentPart>
          </mc:Choice>
          <mc:Fallback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367B9F7C-EF43-7C5A-8BFC-DC6D8FE7603C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11404094" y="6224456"/>
                  <a:ext cx="196200" cy="19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0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0D2EB759-90D2-280F-7379-2557A870A4CC}"/>
                    </a:ext>
                  </a:extLst>
                </p14:cNvPr>
                <p14:cNvContentPartPr/>
                <p14:nvPr/>
              </p14:nvContentPartPr>
              <p14:xfrm>
                <a:off x="11636294" y="6268736"/>
                <a:ext cx="88200" cy="27720"/>
              </p14:xfrm>
            </p:contentPart>
          </mc:Choice>
          <mc:Fallback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0D2EB759-90D2-280F-7379-2557A870A4CC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11618654" y="6250736"/>
                  <a:ext cx="123840" cy="6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2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3852E97D-9248-3DDE-BE6C-D1709F56B906}"/>
                    </a:ext>
                  </a:extLst>
                </p14:cNvPr>
                <p14:cNvContentPartPr/>
                <p14:nvPr/>
              </p14:nvContentPartPr>
              <p14:xfrm>
                <a:off x="11742854" y="6064256"/>
                <a:ext cx="155160" cy="263160"/>
              </p14:xfrm>
            </p:contentPart>
          </mc:Choice>
          <mc:Fallback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3852E97D-9248-3DDE-BE6C-D1709F56B906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11725214" y="6046256"/>
                  <a:ext cx="190800" cy="29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4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D3B9AF1A-3681-0654-2961-898F718BA708}"/>
                    </a:ext>
                  </a:extLst>
                </p14:cNvPr>
                <p14:cNvContentPartPr/>
                <p14:nvPr/>
              </p14:nvContentPartPr>
              <p14:xfrm>
                <a:off x="11985494" y="5997656"/>
                <a:ext cx="104040" cy="234360"/>
              </p14:xfrm>
            </p:contentPart>
          </mc:Choice>
          <mc:Fallback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D3B9AF1A-3681-0654-2961-898F718BA708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11967854" y="5979656"/>
                  <a:ext cx="139680" cy="27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6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F601B9E6-82C5-B4ED-9D85-B80DB5B3621F}"/>
                    </a:ext>
                  </a:extLst>
                </p14:cNvPr>
                <p14:cNvContentPartPr/>
                <p14:nvPr/>
              </p14:nvContentPartPr>
              <p14:xfrm>
                <a:off x="12022934" y="5945816"/>
                <a:ext cx="65880" cy="34560"/>
              </p14:xfrm>
            </p:contentPart>
          </mc:Choice>
          <mc:Fallback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F601B9E6-82C5-B4ED-9D85-B80DB5B3621F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12004934" y="5928176"/>
                  <a:ext cx="101520" cy="70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2" name="Group 101">
            <a:extLst>
              <a:ext uri="{FF2B5EF4-FFF2-40B4-BE49-F238E27FC236}">
                <a16:creationId xmlns:a16="http://schemas.microsoft.com/office/drawing/2014/main" id="{E0ABF5DF-189A-CDE2-673C-97D59FB6CE7C}"/>
              </a:ext>
            </a:extLst>
          </p:cNvPr>
          <p:cNvGrpSpPr/>
          <p:nvPr/>
        </p:nvGrpSpPr>
        <p:grpSpPr>
          <a:xfrm>
            <a:off x="11263694" y="4504376"/>
            <a:ext cx="318960" cy="783720"/>
            <a:chOff x="11263694" y="4504376"/>
            <a:chExt cx="318960" cy="783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38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47C51464-3B0A-BABF-FF10-B11FB168A3E7}"/>
                    </a:ext>
                  </a:extLst>
                </p14:cNvPr>
                <p14:cNvContentPartPr/>
                <p14:nvPr/>
              </p14:nvContentPartPr>
              <p14:xfrm>
                <a:off x="11304374" y="4504376"/>
                <a:ext cx="93600" cy="586800"/>
              </p14:xfrm>
            </p:contentPart>
          </mc:Choice>
          <mc:Fallback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47C51464-3B0A-BABF-FF10-B11FB168A3E7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11286374" y="4486736"/>
                  <a:ext cx="129240" cy="62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0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5C92165C-CD53-B0E0-47D2-F5E38CA33194}"/>
                    </a:ext>
                  </a:extLst>
                </p14:cNvPr>
                <p14:cNvContentPartPr/>
                <p14:nvPr/>
              </p14:nvContentPartPr>
              <p14:xfrm>
                <a:off x="11263694" y="5115656"/>
                <a:ext cx="318960" cy="172440"/>
              </p14:xfrm>
            </p:contentPart>
          </mc:Choice>
          <mc:Fallback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5C92165C-CD53-B0E0-47D2-F5E38CA33194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11245694" y="5098016"/>
                  <a:ext cx="354600" cy="2080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42">
            <p14:nvContentPartPr>
              <p14:cNvPr id="103" name="Ink 102">
                <a:extLst>
                  <a:ext uri="{FF2B5EF4-FFF2-40B4-BE49-F238E27FC236}">
                    <a16:creationId xmlns:a16="http://schemas.microsoft.com/office/drawing/2014/main" id="{EB5045E2-A413-BD08-7D8B-FEBD18E0E38E}"/>
                  </a:ext>
                </a:extLst>
              </p14:cNvPr>
              <p14:cNvContentPartPr/>
              <p14:nvPr/>
            </p14:nvContentPartPr>
            <p14:xfrm>
              <a:off x="9649094" y="2817776"/>
              <a:ext cx="789120" cy="290160"/>
            </p14:xfrm>
          </p:contentPart>
        </mc:Choice>
        <mc:Fallback>
          <p:pic>
            <p:nvPicPr>
              <p:cNvPr id="103" name="Ink 102">
                <a:extLst>
                  <a:ext uri="{FF2B5EF4-FFF2-40B4-BE49-F238E27FC236}">
                    <a16:creationId xmlns:a16="http://schemas.microsoft.com/office/drawing/2014/main" id="{EB5045E2-A413-BD08-7D8B-FEBD18E0E38E}"/>
                  </a:ext>
                </a:extLst>
              </p:cNvPr>
              <p:cNvPicPr/>
              <p:nvPr/>
            </p:nvPicPr>
            <p:blipFill>
              <a:blip r:embed="rId143"/>
              <a:stretch>
                <a:fillRect/>
              </a:stretch>
            </p:blipFill>
            <p:spPr>
              <a:xfrm>
                <a:off x="9631094" y="2800136"/>
                <a:ext cx="824760" cy="325800"/>
              </a:xfrm>
              <a:prstGeom prst="rect">
                <a:avLst/>
              </a:prstGeom>
            </p:spPr>
          </p:pic>
        </mc:Fallback>
      </mc:AlternateContent>
      <p:grpSp>
        <p:nvGrpSpPr>
          <p:cNvPr id="110" name="Group 109">
            <a:extLst>
              <a:ext uri="{FF2B5EF4-FFF2-40B4-BE49-F238E27FC236}">
                <a16:creationId xmlns:a16="http://schemas.microsoft.com/office/drawing/2014/main" id="{7405ED96-2C1A-0C60-8607-2EC898FD8302}"/>
              </a:ext>
            </a:extLst>
          </p:cNvPr>
          <p:cNvGrpSpPr/>
          <p:nvPr/>
        </p:nvGrpSpPr>
        <p:grpSpPr>
          <a:xfrm>
            <a:off x="550094" y="6077216"/>
            <a:ext cx="1116000" cy="378360"/>
            <a:chOff x="550094" y="6077216"/>
            <a:chExt cx="1116000" cy="378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44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F8E02426-7883-50D3-4EA9-902A2CAFCB70}"/>
                    </a:ext>
                  </a:extLst>
                </p14:cNvPr>
                <p14:cNvContentPartPr/>
                <p14:nvPr/>
              </p14:nvContentPartPr>
              <p14:xfrm>
                <a:off x="550094" y="6077216"/>
                <a:ext cx="317880" cy="378360"/>
              </p14:xfrm>
            </p:contentPart>
          </mc:Choice>
          <mc:Fallback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F8E02426-7883-50D3-4EA9-902A2CAFCB70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532094" y="6059216"/>
                  <a:ext cx="353520" cy="41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6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4B9B2F37-8270-EE46-189A-C4AABD8F8FDF}"/>
                    </a:ext>
                  </a:extLst>
                </p14:cNvPr>
                <p14:cNvContentPartPr/>
                <p14:nvPr/>
              </p14:nvContentPartPr>
              <p14:xfrm>
                <a:off x="873734" y="6137336"/>
                <a:ext cx="144000" cy="251640"/>
              </p14:xfrm>
            </p:contentPart>
          </mc:Choice>
          <mc:Fallback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4B9B2F37-8270-EE46-189A-C4AABD8F8FDF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855734" y="6119696"/>
                  <a:ext cx="179640" cy="28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8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81BD85CC-B981-5014-566F-2CA6B9E9DDF2}"/>
                    </a:ext>
                  </a:extLst>
                </p14:cNvPr>
                <p14:cNvContentPartPr/>
                <p14:nvPr/>
              </p14:nvContentPartPr>
              <p14:xfrm>
                <a:off x="1167134" y="6179096"/>
                <a:ext cx="257040" cy="218520"/>
              </p14:xfrm>
            </p:contentPart>
          </mc:Choice>
          <mc:Fallback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81BD85CC-B981-5014-566F-2CA6B9E9DDF2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1149134" y="6161096"/>
                  <a:ext cx="292680" cy="25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0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8A3CF6C8-AA12-1425-C9AE-ACC0C077491C}"/>
                    </a:ext>
                  </a:extLst>
                </p14:cNvPr>
                <p14:cNvContentPartPr/>
                <p14:nvPr/>
              </p14:nvContentPartPr>
              <p14:xfrm>
                <a:off x="1257854" y="6331736"/>
                <a:ext cx="228240" cy="22320"/>
              </p14:xfrm>
            </p:contentPart>
          </mc:Choice>
          <mc:Fallback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8A3CF6C8-AA12-1425-C9AE-ACC0C077491C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1239854" y="6313736"/>
                  <a:ext cx="263880" cy="5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2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C467C263-33D9-3BA1-685C-270F0F75F484}"/>
                    </a:ext>
                  </a:extLst>
                </p14:cNvPr>
                <p14:cNvContentPartPr/>
                <p14:nvPr/>
              </p14:nvContentPartPr>
              <p14:xfrm>
                <a:off x="1488254" y="6231656"/>
                <a:ext cx="177840" cy="142920"/>
              </p14:xfrm>
            </p:contentPart>
          </mc:Choice>
          <mc:Fallback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C467C263-33D9-3BA1-685C-270F0F75F484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1470254" y="6214016"/>
                  <a:ext cx="213480" cy="178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4" name="Group 143">
            <a:extLst>
              <a:ext uri="{FF2B5EF4-FFF2-40B4-BE49-F238E27FC236}">
                <a16:creationId xmlns:a16="http://schemas.microsoft.com/office/drawing/2014/main" id="{46161280-0E93-0AEE-BB6B-391DE2994FCA}"/>
              </a:ext>
            </a:extLst>
          </p:cNvPr>
          <p:cNvGrpSpPr/>
          <p:nvPr/>
        </p:nvGrpSpPr>
        <p:grpSpPr>
          <a:xfrm>
            <a:off x="2525414" y="6046256"/>
            <a:ext cx="2873520" cy="691920"/>
            <a:chOff x="2525414" y="6046256"/>
            <a:chExt cx="2873520" cy="691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54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91579BB6-025F-CA52-B7BA-7A74781A91F5}"/>
                    </a:ext>
                  </a:extLst>
                </p14:cNvPr>
                <p14:cNvContentPartPr/>
                <p14:nvPr/>
              </p14:nvContentPartPr>
              <p14:xfrm>
                <a:off x="2597414" y="6150296"/>
                <a:ext cx="168480" cy="196920"/>
              </p14:xfrm>
            </p:contentPart>
          </mc:Choice>
          <mc:Fallback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91579BB6-025F-CA52-B7BA-7A74781A91F5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2579414" y="6132656"/>
                  <a:ext cx="204120" cy="23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6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7E9A6CB0-D298-B4BF-0962-6D277610F84E}"/>
                    </a:ext>
                  </a:extLst>
                </p14:cNvPr>
                <p14:cNvContentPartPr/>
                <p14:nvPr/>
              </p14:nvContentPartPr>
              <p14:xfrm>
                <a:off x="2880014" y="6278456"/>
                <a:ext cx="8640" cy="360"/>
              </p14:xfrm>
            </p:contentPart>
          </mc:Choice>
          <mc:Fallback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7E9A6CB0-D298-B4BF-0962-6D277610F84E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2862374" y="6260816"/>
                  <a:ext cx="4428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7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90774869-DEE5-64DF-E992-3A6D6FCBA0D0}"/>
                    </a:ext>
                  </a:extLst>
                </p14:cNvPr>
                <p14:cNvContentPartPr/>
                <p14:nvPr/>
              </p14:nvContentPartPr>
              <p14:xfrm>
                <a:off x="3067574" y="6083336"/>
                <a:ext cx="145080" cy="250560"/>
              </p14:xfrm>
            </p:contentPart>
          </mc:Choice>
          <mc:Fallback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90774869-DEE5-64DF-E992-3A6D6FCBA0D0}"/>
                    </a:ext>
                  </a:extLst>
                </p:cNvPr>
                <p:cNvPicPr/>
                <p:nvPr/>
              </p:nvPicPr>
              <p:blipFill>
                <a:blip r:embed="rId158"/>
                <a:stretch>
                  <a:fillRect/>
                </a:stretch>
              </p:blipFill>
              <p:spPr>
                <a:xfrm>
                  <a:off x="3049934" y="6065696"/>
                  <a:ext cx="180720" cy="28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9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DE2E6473-65C5-F292-17A0-734D937722CC}"/>
                    </a:ext>
                  </a:extLst>
                </p14:cNvPr>
                <p14:cNvContentPartPr/>
                <p14:nvPr/>
              </p14:nvContentPartPr>
              <p14:xfrm>
                <a:off x="3144974" y="6071456"/>
                <a:ext cx="139680" cy="14040"/>
              </p14:xfrm>
            </p:contentPart>
          </mc:Choice>
          <mc:Fallback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DE2E6473-65C5-F292-17A0-734D937722CC}"/>
                    </a:ext>
                  </a:extLst>
                </p:cNvPr>
                <p:cNvPicPr/>
                <p:nvPr/>
              </p:nvPicPr>
              <p:blipFill>
                <a:blip r:embed="rId160"/>
                <a:stretch>
                  <a:fillRect/>
                </a:stretch>
              </p:blipFill>
              <p:spPr>
                <a:xfrm>
                  <a:off x="3126974" y="6053816"/>
                  <a:ext cx="175320" cy="4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1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D91FE013-4A20-7053-21C6-20799C36C9F0}"/>
                    </a:ext>
                  </a:extLst>
                </p14:cNvPr>
                <p14:cNvContentPartPr/>
                <p14:nvPr/>
              </p14:nvContentPartPr>
              <p14:xfrm>
                <a:off x="3450614" y="6176576"/>
                <a:ext cx="221760" cy="8640"/>
              </p14:xfrm>
            </p:contentPart>
          </mc:Choice>
          <mc:Fallback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D91FE013-4A20-7053-21C6-20799C36C9F0}"/>
                    </a:ext>
                  </a:extLst>
                </p:cNvPr>
                <p:cNvPicPr/>
                <p:nvPr/>
              </p:nvPicPr>
              <p:blipFill>
                <a:blip r:embed="rId162"/>
                <a:stretch>
                  <a:fillRect/>
                </a:stretch>
              </p:blipFill>
              <p:spPr>
                <a:xfrm>
                  <a:off x="3432974" y="6158936"/>
                  <a:ext cx="257400" cy="4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3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776F0F1F-C0AB-0C20-4567-6B4A31D4A57C}"/>
                    </a:ext>
                  </a:extLst>
                </p14:cNvPr>
                <p14:cNvContentPartPr/>
                <p14:nvPr/>
              </p14:nvContentPartPr>
              <p14:xfrm>
                <a:off x="4071974" y="6048416"/>
                <a:ext cx="16920" cy="180000"/>
              </p14:xfrm>
            </p:contentPart>
          </mc:Choice>
          <mc:Fallback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776F0F1F-C0AB-0C20-4567-6B4A31D4A57C}"/>
                    </a:ext>
                  </a:extLst>
                </p:cNvPr>
                <p:cNvPicPr/>
                <p:nvPr/>
              </p:nvPicPr>
              <p:blipFill>
                <a:blip r:embed="rId164"/>
                <a:stretch>
                  <a:fillRect/>
                </a:stretch>
              </p:blipFill>
              <p:spPr>
                <a:xfrm>
                  <a:off x="4053974" y="6030416"/>
                  <a:ext cx="52560" cy="21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5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8BF5F54A-1D1A-28C4-B58D-AD350C5D12BA}"/>
                    </a:ext>
                  </a:extLst>
                </p14:cNvPr>
                <p14:cNvContentPartPr/>
                <p14:nvPr/>
              </p14:nvContentPartPr>
              <p14:xfrm>
                <a:off x="3941654" y="6085856"/>
                <a:ext cx="194400" cy="94320"/>
              </p14:xfrm>
            </p:contentPart>
          </mc:Choice>
          <mc:Fallback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8BF5F54A-1D1A-28C4-B58D-AD350C5D12BA}"/>
                    </a:ext>
                  </a:extLst>
                </p:cNvPr>
                <p:cNvPicPr/>
                <p:nvPr/>
              </p:nvPicPr>
              <p:blipFill>
                <a:blip r:embed="rId166"/>
                <a:stretch>
                  <a:fillRect/>
                </a:stretch>
              </p:blipFill>
              <p:spPr>
                <a:xfrm>
                  <a:off x="3923654" y="6067856"/>
                  <a:ext cx="230040" cy="12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7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5357A348-745D-F640-D14C-15C23A585ED0}"/>
                    </a:ext>
                  </a:extLst>
                </p14:cNvPr>
                <p14:cNvContentPartPr/>
                <p14:nvPr/>
              </p14:nvContentPartPr>
              <p14:xfrm>
                <a:off x="4324694" y="6174776"/>
                <a:ext cx="360" cy="360"/>
              </p14:xfrm>
            </p:contentPart>
          </mc:Choice>
          <mc:Fallback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5357A348-745D-F640-D14C-15C23A585ED0}"/>
                    </a:ext>
                  </a:extLst>
                </p:cNvPr>
                <p:cNvPicPr/>
                <p:nvPr/>
              </p:nvPicPr>
              <p:blipFill>
                <a:blip r:embed="rId168"/>
                <a:stretch>
                  <a:fillRect/>
                </a:stretch>
              </p:blipFill>
              <p:spPr>
                <a:xfrm>
                  <a:off x="4306694" y="6156776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9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76F9FD54-54FB-7DE9-C384-AE4EF3437CEC}"/>
                    </a:ext>
                  </a:extLst>
                </p14:cNvPr>
                <p14:cNvContentPartPr/>
                <p14:nvPr/>
              </p14:nvContentPartPr>
              <p14:xfrm>
                <a:off x="4376534" y="6046256"/>
                <a:ext cx="142200" cy="202320"/>
              </p14:xfrm>
            </p:contentPart>
          </mc:Choice>
          <mc:Fallback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76F9FD54-54FB-7DE9-C384-AE4EF3437CEC}"/>
                    </a:ext>
                  </a:extLst>
                </p:cNvPr>
                <p:cNvPicPr/>
                <p:nvPr/>
              </p:nvPicPr>
              <p:blipFill>
                <a:blip r:embed="rId170"/>
                <a:stretch>
                  <a:fillRect/>
                </a:stretch>
              </p:blipFill>
              <p:spPr>
                <a:xfrm>
                  <a:off x="4358894" y="6028616"/>
                  <a:ext cx="177840" cy="23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1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93A82CCB-FA27-5F94-323A-E3B751C26BC6}"/>
                    </a:ext>
                  </a:extLst>
                </p14:cNvPr>
                <p14:cNvContentPartPr/>
                <p14:nvPr/>
              </p14:nvContentPartPr>
              <p14:xfrm>
                <a:off x="2704694" y="6574736"/>
                <a:ext cx="182520" cy="163440"/>
              </p14:xfrm>
            </p:contentPart>
          </mc:Choice>
          <mc:Fallback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93A82CCB-FA27-5F94-323A-E3B751C26BC6}"/>
                    </a:ext>
                  </a:extLst>
                </p:cNvPr>
                <p:cNvPicPr/>
                <p:nvPr/>
              </p:nvPicPr>
              <p:blipFill>
                <a:blip r:embed="rId172"/>
                <a:stretch>
                  <a:fillRect/>
                </a:stretch>
              </p:blipFill>
              <p:spPr>
                <a:xfrm>
                  <a:off x="2686694" y="6556736"/>
                  <a:ext cx="218160" cy="19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3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038CB811-7055-EF43-7449-4836CF14C2CF}"/>
                    </a:ext>
                  </a:extLst>
                </p14:cNvPr>
                <p14:cNvContentPartPr/>
                <p14:nvPr/>
              </p14:nvContentPartPr>
              <p14:xfrm>
                <a:off x="3017894" y="6672296"/>
                <a:ext cx="8640" cy="360"/>
              </p14:xfrm>
            </p:contentPart>
          </mc:Choice>
          <mc:Fallback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038CB811-7055-EF43-7449-4836CF14C2CF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3000254" y="6654296"/>
                  <a:ext cx="4428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4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421D96B5-14A3-B779-760E-4EE1459AA64C}"/>
                    </a:ext>
                  </a:extLst>
                </p14:cNvPr>
                <p14:cNvContentPartPr/>
                <p14:nvPr/>
              </p14:nvContentPartPr>
              <p14:xfrm>
                <a:off x="3130934" y="6551696"/>
                <a:ext cx="115200" cy="163800"/>
              </p14:xfrm>
            </p:contentPart>
          </mc:Choice>
          <mc:Fallback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421D96B5-14A3-B779-760E-4EE1459AA64C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3113294" y="6534056"/>
                  <a:ext cx="150840" cy="19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6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6CEF738D-9D14-E94A-5594-4679242EF730}"/>
                    </a:ext>
                  </a:extLst>
                </p14:cNvPr>
                <p14:cNvContentPartPr/>
                <p14:nvPr/>
              </p14:nvContentPartPr>
              <p14:xfrm>
                <a:off x="3196454" y="6518576"/>
                <a:ext cx="161640" cy="22320"/>
              </p14:xfrm>
            </p:contentPart>
          </mc:Choice>
          <mc:Fallback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6CEF738D-9D14-E94A-5594-4679242EF730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3178454" y="6500936"/>
                  <a:ext cx="197280" cy="5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8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415535CB-F145-A9CC-EEEC-C364F9B4BAB0}"/>
                    </a:ext>
                  </a:extLst>
                </p14:cNvPr>
                <p14:cNvContentPartPr/>
                <p14:nvPr/>
              </p14:nvContentPartPr>
              <p14:xfrm>
                <a:off x="3505334" y="6605696"/>
                <a:ext cx="425880" cy="8640"/>
              </p14:xfrm>
            </p:contentPart>
          </mc:Choice>
          <mc:Fallback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415535CB-F145-A9CC-EEEC-C364F9B4BAB0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3487334" y="6588056"/>
                  <a:ext cx="461520" cy="4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0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919AB0A4-A2D4-80CC-7BD1-4F59B375235F}"/>
                    </a:ext>
                  </a:extLst>
                </p14:cNvPr>
                <p14:cNvContentPartPr/>
                <p14:nvPr/>
              </p14:nvContentPartPr>
              <p14:xfrm>
                <a:off x="4115174" y="6466736"/>
                <a:ext cx="49680" cy="243360"/>
              </p14:xfrm>
            </p:contentPart>
          </mc:Choice>
          <mc:Fallback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919AB0A4-A2D4-80CC-7BD1-4F59B375235F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4097534" y="6448736"/>
                  <a:ext cx="85320" cy="27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2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348DDE2A-303A-C83C-DED8-5A3725DFF877}"/>
                    </a:ext>
                  </a:extLst>
                </p14:cNvPr>
                <p14:cNvContentPartPr/>
                <p14:nvPr/>
              </p14:nvContentPartPr>
              <p14:xfrm>
                <a:off x="4299134" y="6431096"/>
                <a:ext cx="318240" cy="263160"/>
              </p14:xfrm>
            </p:contentPart>
          </mc:Choice>
          <mc:Fallback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348DDE2A-303A-C83C-DED8-5A3725DFF877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4281134" y="6413096"/>
                  <a:ext cx="353880" cy="29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4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6F97AF48-DAA3-F0FD-6F3B-290851CA9417}"/>
                    </a:ext>
                  </a:extLst>
                </p14:cNvPr>
                <p14:cNvContentPartPr/>
                <p14:nvPr/>
              </p14:nvContentPartPr>
              <p14:xfrm>
                <a:off x="4731494" y="6579056"/>
                <a:ext cx="5760" cy="360"/>
              </p14:xfrm>
            </p:contentPart>
          </mc:Choice>
          <mc:Fallback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6F97AF48-DAA3-F0FD-6F3B-290851CA9417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4713854" y="6561056"/>
                  <a:ext cx="414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6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CE3E526F-680F-599C-37FA-897B044E0DE8}"/>
                    </a:ext>
                  </a:extLst>
                </p14:cNvPr>
                <p14:cNvContentPartPr/>
                <p14:nvPr/>
              </p14:nvContentPartPr>
              <p14:xfrm>
                <a:off x="5016974" y="6408416"/>
                <a:ext cx="30240" cy="195480"/>
              </p14:xfrm>
            </p:contentPart>
          </mc:Choice>
          <mc:Fallback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CE3E526F-680F-599C-37FA-897B044E0DE8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4998974" y="6390416"/>
                  <a:ext cx="65880" cy="23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8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FBD1F1F3-1AC8-89B2-6F81-0A5C5D32104D}"/>
                    </a:ext>
                  </a:extLst>
                </p14:cNvPr>
                <p14:cNvContentPartPr/>
                <p14:nvPr/>
              </p14:nvContentPartPr>
              <p14:xfrm>
                <a:off x="4919414" y="6462776"/>
                <a:ext cx="101520" cy="72360"/>
              </p14:xfrm>
            </p:contentPart>
          </mc:Choice>
          <mc:Fallback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FBD1F1F3-1AC8-89B2-6F81-0A5C5D32104D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4901774" y="6444776"/>
                  <a:ext cx="137160" cy="10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0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264A3B8C-3699-3A38-AFFC-16CC4714372F}"/>
                    </a:ext>
                  </a:extLst>
                </p14:cNvPr>
                <p14:cNvContentPartPr/>
                <p14:nvPr/>
              </p14:nvContentPartPr>
              <p14:xfrm>
                <a:off x="4322174" y="6408416"/>
                <a:ext cx="97200" cy="27720"/>
              </p14:xfrm>
            </p:contentPart>
          </mc:Choice>
          <mc:Fallback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264A3B8C-3699-3A38-AFFC-16CC4714372F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4304534" y="6390776"/>
                  <a:ext cx="132840" cy="6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2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04D07B20-83B2-A73C-4013-BC9C8449B42B}"/>
                    </a:ext>
                  </a:extLst>
                </p14:cNvPr>
                <p14:cNvContentPartPr/>
                <p14:nvPr/>
              </p14:nvContentPartPr>
              <p14:xfrm>
                <a:off x="2525414" y="6326696"/>
                <a:ext cx="2212920" cy="397080"/>
              </p14:xfrm>
            </p:contentPart>
          </mc:Choice>
          <mc:Fallback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04D07B20-83B2-A73C-4013-BC9C8449B42B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2507774" y="6308696"/>
                  <a:ext cx="2248560" cy="43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4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EDC50235-C301-62D0-BCBB-7FE53D5309A5}"/>
                    </a:ext>
                  </a:extLst>
                </p14:cNvPr>
                <p14:cNvContentPartPr/>
                <p14:nvPr/>
              </p14:nvContentPartPr>
              <p14:xfrm>
                <a:off x="4759574" y="6266216"/>
                <a:ext cx="639360" cy="304200"/>
              </p14:xfrm>
            </p:contentPart>
          </mc:Choice>
          <mc:Fallback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EDC50235-C301-62D0-BCBB-7FE53D5309A5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4741934" y="6248576"/>
                  <a:ext cx="675000" cy="3398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96">
            <p14:nvContentPartPr>
              <p14:cNvPr id="145" name="Ink 144">
                <a:extLst>
                  <a:ext uri="{FF2B5EF4-FFF2-40B4-BE49-F238E27FC236}">
                    <a16:creationId xmlns:a16="http://schemas.microsoft.com/office/drawing/2014/main" id="{62B4BF9B-0E90-C2FD-4999-2EFA5CC83330}"/>
                  </a:ext>
                </a:extLst>
              </p14:cNvPr>
              <p14:cNvContentPartPr/>
              <p14:nvPr/>
            </p14:nvContentPartPr>
            <p14:xfrm>
              <a:off x="6635174" y="3203696"/>
              <a:ext cx="438480" cy="252000"/>
            </p14:xfrm>
          </p:contentPart>
        </mc:Choice>
        <mc:Fallback>
          <p:pic>
            <p:nvPicPr>
              <p:cNvPr id="145" name="Ink 144">
                <a:extLst>
                  <a:ext uri="{FF2B5EF4-FFF2-40B4-BE49-F238E27FC236}">
                    <a16:creationId xmlns:a16="http://schemas.microsoft.com/office/drawing/2014/main" id="{62B4BF9B-0E90-C2FD-4999-2EFA5CC83330}"/>
                  </a:ext>
                </a:extLst>
              </p:cNvPr>
              <p:cNvPicPr/>
              <p:nvPr/>
            </p:nvPicPr>
            <p:blipFill>
              <a:blip r:embed="rId197"/>
              <a:stretch>
                <a:fillRect/>
              </a:stretch>
            </p:blipFill>
            <p:spPr>
              <a:xfrm>
                <a:off x="6617174" y="3186056"/>
                <a:ext cx="474120" cy="287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98">
            <p14:nvContentPartPr>
              <p14:cNvPr id="146" name="Ink 145">
                <a:extLst>
                  <a:ext uri="{FF2B5EF4-FFF2-40B4-BE49-F238E27FC236}">
                    <a16:creationId xmlns:a16="http://schemas.microsoft.com/office/drawing/2014/main" id="{9C426AA9-0026-C0F1-731C-C5C56DB8E429}"/>
                  </a:ext>
                </a:extLst>
              </p14:cNvPr>
              <p14:cNvContentPartPr/>
              <p14:nvPr/>
            </p14:nvContentPartPr>
            <p14:xfrm>
              <a:off x="6670814" y="3584576"/>
              <a:ext cx="948600" cy="14040"/>
            </p14:xfrm>
          </p:contentPart>
        </mc:Choice>
        <mc:Fallback>
          <p:pic>
            <p:nvPicPr>
              <p:cNvPr id="146" name="Ink 145">
                <a:extLst>
                  <a:ext uri="{FF2B5EF4-FFF2-40B4-BE49-F238E27FC236}">
                    <a16:creationId xmlns:a16="http://schemas.microsoft.com/office/drawing/2014/main" id="{9C426AA9-0026-C0F1-731C-C5C56DB8E429}"/>
                  </a:ext>
                </a:extLst>
              </p:cNvPr>
              <p:cNvPicPr/>
              <p:nvPr/>
            </p:nvPicPr>
            <p:blipFill>
              <a:blip r:embed="rId199"/>
              <a:stretch>
                <a:fillRect/>
              </a:stretch>
            </p:blipFill>
            <p:spPr>
              <a:xfrm>
                <a:off x="6652814" y="3566936"/>
                <a:ext cx="984240" cy="496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95647244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E18ADA-670D-2A1B-6D5D-FD987DA56E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6D17C0-39CD-A68F-92E4-B1EE0EB43F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Parsimonia</a:t>
            </a:r>
            <a:r>
              <a:rPr lang="en-US" dirty="0"/>
              <a:t>, </a:t>
            </a:r>
            <a:r>
              <a:rPr lang="en-US" dirty="0" err="1"/>
              <a:t>interpretabilidad</a:t>
            </a:r>
            <a:r>
              <a:rPr lang="en-US" dirty="0"/>
              <a:t>, </a:t>
            </a:r>
            <a:r>
              <a:rPr lang="en-US" dirty="0" err="1"/>
              <a:t>sobreajuste</a:t>
            </a:r>
            <a:r>
              <a:rPr lang="en-US" dirty="0"/>
              <a:t>, </a:t>
            </a:r>
            <a:r>
              <a:rPr lang="en-US" dirty="0" err="1"/>
              <a:t>confusores</a:t>
            </a:r>
            <a:r>
              <a:rPr lang="en-US" dirty="0"/>
              <a:t>, </a:t>
            </a:r>
            <a:r>
              <a:rPr lang="en-US" dirty="0" err="1"/>
              <a:t>interacciones</a:t>
            </a:r>
            <a:r>
              <a:rPr lang="en-US" dirty="0"/>
              <a:t> y la 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5577A4-4458-3AFB-7CF2-28871750E9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615149" cy="4351338"/>
          </a:xfrm>
        </p:spPr>
        <p:txBody>
          <a:bodyPr/>
          <a:lstStyle/>
          <a:p>
            <a:r>
              <a:rPr lang="en-US" dirty="0" err="1"/>
              <a:t>Parsimonia</a:t>
            </a:r>
            <a:r>
              <a:rPr lang="en-US" dirty="0"/>
              <a:t>,</a:t>
            </a:r>
          </a:p>
          <a:p>
            <a:r>
              <a:rPr lang="en-US" dirty="0" err="1"/>
              <a:t>Colinealidad</a:t>
            </a:r>
            <a:endParaRPr lang="en-US" dirty="0"/>
          </a:p>
          <a:p>
            <a:r>
              <a:rPr lang="en-US" dirty="0"/>
              <a:t> </a:t>
            </a:r>
            <a:r>
              <a:rPr lang="en-US" dirty="0" err="1"/>
              <a:t>interpretabilidad</a:t>
            </a:r>
            <a:r>
              <a:rPr lang="en-US" dirty="0"/>
              <a:t>,</a:t>
            </a:r>
          </a:p>
          <a:p>
            <a:r>
              <a:rPr lang="en-US" dirty="0" err="1"/>
              <a:t>sobreajuste</a:t>
            </a:r>
            <a:r>
              <a:rPr lang="en-US" dirty="0"/>
              <a:t>, </a:t>
            </a:r>
          </a:p>
          <a:p>
            <a:r>
              <a:rPr lang="en-US" dirty="0" err="1"/>
              <a:t>confusores</a:t>
            </a:r>
            <a:r>
              <a:rPr lang="en-US" dirty="0"/>
              <a:t>, </a:t>
            </a:r>
          </a:p>
          <a:p>
            <a:r>
              <a:rPr lang="en-US" dirty="0" err="1"/>
              <a:t>interacciones</a:t>
            </a:r>
            <a:r>
              <a:rPr lang="en-US" dirty="0"/>
              <a:t> </a:t>
            </a:r>
          </a:p>
          <a:p>
            <a:r>
              <a:rPr lang="en-US" dirty="0"/>
              <a:t>y la n</a:t>
            </a:r>
          </a:p>
        </p:txBody>
      </p:sp>
    </p:spTree>
    <p:extLst>
      <p:ext uri="{BB962C8B-B14F-4D97-AF65-F5344CB8AC3E}">
        <p14:creationId xmlns:p14="http://schemas.microsoft.com/office/powerpoint/2010/main" val="100819855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185BEF-CF77-5A1F-CA48-547C8FDF99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Uso de </a:t>
            </a:r>
            <a:r>
              <a:rPr lang="en-US" dirty="0" err="1"/>
              <a:t>algoritmos</a:t>
            </a:r>
            <a:r>
              <a:rPr lang="en-US" dirty="0"/>
              <a:t> para la </a:t>
            </a:r>
            <a:r>
              <a:rPr lang="en-US" dirty="0" err="1"/>
              <a:t>selección</a:t>
            </a:r>
            <a:r>
              <a:rPr lang="en-US" dirty="0"/>
              <a:t> de variables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1A1101-1063-CF6F-B797-5F0FD1E674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01368"/>
            <a:ext cx="3193473" cy="4351338"/>
          </a:xfrm>
        </p:spPr>
        <p:txBody>
          <a:bodyPr/>
          <a:lstStyle/>
          <a:p>
            <a:r>
              <a:rPr lang="en-US" dirty="0"/>
              <a:t>Forward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2954B093-C962-3E6B-3B4F-9E09051654CD}"/>
              </a:ext>
            </a:extLst>
          </p:cNvPr>
          <p:cNvSpPr txBox="1">
            <a:spLocks/>
          </p:cNvSpPr>
          <p:nvPr/>
        </p:nvSpPr>
        <p:spPr>
          <a:xfrm>
            <a:off x="4031673" y="1701368"/>
            <a:ext cx="3193473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Backward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8FAC04EE-EF15-7F7B-D6D2-DD0592E6C929}"/>
              </a:ext>
            </a:extLst>
          </p:cNvPr>
          <p:cNvSpPr txBox="1">
            <a:spLocks/>
          </p:cNvSpPr>
          <p:nvPr/>
        </p:nvSpPr>
        <p:spPr>
          <a:xfrm>
            <a:off x="7225146" y="1712048"/>
            <a:ext cx="3193473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Stepwise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CF28D8B1-1A46-490E-66CC-8CE4D69036A4}"/>
              </a:ext>
            </a:extLst>
          </p:cNvPr>
          <p:cNvGrpSpPr/>
          <p:nvPr/>
        </p:nvGrpSpPr>
        <p:grpSpPr>
          <a:xfrm>
            <a:off x="1781654" y="2141336"/>
            <a:ext cx="349920" cy="457560"/>
            <a:chOff x="1781654" y="2141336"/>
            <a:chExt cx="349920" cy="4575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4AA83F55-F49E-29FF-9E3E-75336819AD50}"/>
                    </a:ext>
                  </a:extLst>
                </p14:cNvPr>
                <p14:cNvContentPartPr/>
                <p14:nvPr/>
              </p14:nvContentPartPr>
              <p14:xfrm>
                <a:off x="1876694" y="2141336"/>
                <a:ext cx="41760" cy="339840"/>
              </p14:xfrm>
            </p:contentPart>
          </mc:Choice>
          <mc:Fallback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4AA83F55-F49E-29FF-9E3E-75336819AD50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1859054" y="2123696"/>
                  <a:ext cx="77400" cy="37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7E7D30F7-2644-4650-B4A3-B6293230D8B2}"/>
                    </a:ext>
                  </a:extLst>
                </p14:cNvPr>
                <p14:cNvContentPartPr/>
                <p14:nvPr/>
              </p14:nvContentPartPr>
              <p14:xfrm>
                <a:off x="1812614" y="2473976"/>
                <a:ext cx="273600" cy="3024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7E7D30F7-2644-4650-B4A3-B6293230D8B2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794974" y="2455976"/>
                  <a:ext cx="309240" cy="6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A644F6D4-EBE1-3CD8-C91B-C011D04163B5}"/>
                    </a:ext>
                  </a:extLst>
                </p14:cNvPr>
                <p14:cNvContentPartPr/>
                <p14:nvPr/>
              </p14:nvContentPartPr>
              <p14:xfrm>
                <a:off x="1781654" y="2459216"/>
                <a:ext cx="349920" cy="13968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A644F6D4-EBE1-3CD8-C91B-C011D04163B5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1763654" y="2441576"/>
                  <a:ext cx="385560" cy="175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CCEDF532-0195-14AE-DCE6-566EF1C2E76D}"/>
              </a:ext>
            </a:extLst>
          </p:cNvPr>
          <p:cNvGrpSpPr/>
          <p:nvPr/>
        </p:nvGrpSpPr>
        <p:grpSpPr>
          <a:xfrm>
            <a:off x="1491854" y="2758016"/>
            <a:ext cx="1032840" cy="264960"/>
            <a:chOff x="1491854" y="2758016"/>
            <a:chExt cx="1032840" cy="2649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7B03EADA-6079-5CBD-BC96-AD7F38B6FBA1}"/>
                    </a:ext>
                  </a:extLst>
                </p14:cNvPr>
                <p14:cNvContentPartPr/>
                <p14:nvPr/>
              </p14:nvContentPartPr>
              <p14:xfrm>
                <a:off x="1491854" y="2819576"/>
                <a:ext cx="213480" cy="20340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7B03EADA-6079-5CBD-BC96-AD7F38B6FBA1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1473854" y="2801576"/>
                  <a:ext cx="249120" cy="23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86D15177-900E-C93C-444B-323170267B70}"/>
                    </a:ext>
                  </a:extLst>
                </p14:cNvPr>
                <p14:cNvContentPartPr/>
                <p14:nvPr/>
              </p14:nvContentPartPr>
              <p14:xfrm>
                <a:off x="1781294" y="2758016"/>
                <a:ext cx="177840" cy="25092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86D15177-900E-C93C-444B-323170267B70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1763294" y="2740016"/>
                  <a:ext cx="213480" cy="28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7512F388-9EEE-6BEA-13BE-2F01C952814B}"/>
                    </a:ext>
                  </a:extLst>
                </p14:cNvPr>
                <p14:cNvContentPartPr/>
                <p14:nvPr/>
              </p14:nvContentPartPr>
              <p14:xfrm>
                <a:off x="1817654" y="2902376"/>
                <a:ext cx="128880" cy="2484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7512F388-9EEE-6BEA-13BE-2F01C952814B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1800014" y="2884736"/>
                  <a:ext cx="164520" cy="6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9E0931E9-8D0C-76EC-BF91-584DCD6514BC}"/>
                    </a:ext>
                  </a:extLst>
                </p14:cNvPr>
                <p14:cNvContentPartPr/>
                <p14:nvPr/>
              </p14:nvContentPartPr>
              <p14:xfrm>
                <a:off x="2062454" y="2812376"/>
                <a:ext cx="145080" cy="15804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9E0931E9-8D0C-76EC-BF91-584DCD6514BC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2044814" y="2794736"/>
                  <a:ext cx="180720" cy="19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03D61AE8-B55A-59E2-D13A-810EF9F1B3AA}"/>
                    </a:ext>
                  </a:extLst>
                </p14:cNvPr>
                <p14:cNvContentPartPr/>
                <p14:nvPr/>
              </p14:nvContentPartPr>
              <p14:xfrm>
                <a:off x="2267294" y="2871776"/>
                <a:ext cx="22320" cy="11088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03D61AE8-B55A-59E2-D13A-810EF9F1B3AA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2249654" y="2853776"/>
                  <a:ext cx="57960" cy="14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06893B24-2DEE-A55B-32ED-C403A8EAAF04}"/>
                    </a:ext>
                  </a:extLst>
                </p14:cNvPr>
                <p14:cNvContentPartPr/>
                <p14:nvPr/>
              </p14:nvContentPartPr>
              <p14:xfrm>
                <a:off x="2399774" y="2784656"/>
                <a:ext cx="124920" cy="20520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06893B24-2DEE-A55B-32ED-C403A8EAAF04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2381774" y="2767016"/>
                  <a:ext cx="160560" cy="240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BC92ED5D-1E28-09DE-E4EE-B803B13A1A57}"/>
              </a:ext>
            </a:extLst>
          </p:cNvPr>
          <p:cNvGrpSpPr/>
          <p:nvPr/>
        </p:nvGrpSpPr>
        <p:grpSpPr>
          <a:xfrm>
            <a:off x="1862654" y="3283976"/>
            <a:ext cx="285120" cy="574560"/>
            <a:chOff x="1862654" y="3283976"/>
            <a:chExt cx="285120" cy="5745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7DA37E3A-3B11-5AD6-A28E-831550C74FE9}"/>
                    </a:ext>
                  </a:extLst>
                </p14:cNvPr>
                <p14:cNvContentPartPr/>
                <p14:nvPr/>
              </p14:nvContentPartPr>
              <p14:xfrm>
                <a:off x="1981454" y="3283976"/>
                <a:ext cx="14040" cy="43272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7DA37E3A-3B11-5AD6-A28E-831550C74FE9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1963814" y="3265976"/>
                  <a:ext cx="49680" cy="46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EC379399-CDCF-FEE2-D4BE-0E1E3C6800BF}"/>
                    </a:ext>
                  </a:extLst>
                </p14:cNvPr>
                <p14:cNvContentPartPr/>
                <p14:nvPr/>
              </p14:nvContentPartPr>
              <p14:xfrm>
                <a:off x="1937174" y="3732896"/>
                <a:ext cx="210600" cy="1152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EC379399-CDCF-FEE2-D4BE-0E1E3C6800BF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1919534" y="3714896"/>
                  <a:ext cx="246240" cy="4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254C0210-17C8-7527-4E02-3EFC620AD095}"/>
                    </a:ext>
                  </a:extLst>
                </p14:cNvPr>
                <p14:cNvContentPartPr/>
                <p14:nvPr/>
              </p14:nvContentPartPr>
              <p14:xfrm>
                <a:off x="1862654" y="3705176"/>
                <a:ext cx="262440" cy="15336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254C0210-17C8-7527-4E02-3EFC620AD095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1845014" y="3687176"/>
                  <a:ext cx="298080" cy="189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54F5A787-2F89-2703-C1D9-612810FF9EE1}"/>
              </a:ext>
            </a:extLst>
          </p:cNvPr>
          <p:cNvGrpSpPr/>
          <p:nvPr/>
        </p:nvGrpSpPr>
        <p:grpSpPr>
          <a:xfrm>
            <a:off x="1867334" y="4124216"/>
            <a:ext cx="883080" cy="293400"/>
            <a:chOff x="1867334" y="4124216"/>
            <a:chExt cx="883080" cy="293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4A320AFE-1669-F9E9-8149-E508BCAFEB1A}"/>
                    </a:ext>
                  </a:extLst>
                </p14:cNvPr>
                <p14:cNvContentPartPr/>
                <p14:nvPr/>
              </p14:nvContentPartPr>
              <p14:xfrm>
                <a:off x="1914134" y="4124216"/>
                <a:ext cx="50040" cy="25308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4A320AFE-1669-F9E9-8149-E508BCAFEB1A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1896494" y="4106216"/>
                  <a:ext cx="85680" cy="28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CC9CA498-DBF4-861C-DA54-B2E9F25A9D7F}"/>
                    </a:ext>
                  </a:extLst>
                </p14:cNvPr>
                <p14:cNvContentPartPr/>
                <p14:nvPr/>
              </p14:nvContentPartPr>
              <p14:xfrm>
                <a:off x="1867334" y="4227896"/>
                <a:ext cx="216000" cy="18972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CC9CA498-DBF4-861C-DA54-B2E9F25A9D7F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1849334" y="4209896"/>
                  <a:ext cx="251640" cy="22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FABB51EB-4DCC-82CB-EFBC-F998FF9F91DD}"/>
                    </a:ext>
                  </a:extLst>
                </p14:cNvPr>
                <p14:cNvContentPartPr/>
                <p14:nvPr/>
              </p14:nvContentPartPr>
              <p14:xfrm>
                <a:off x="2118254" y="4221776"/>
                <a:ext cx="8640" cy="14400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FABB51EB-4DCC-82CB-EFBC-F998FF9F91DD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2100614" y="4204136"/>
                  <a:ext cx="44280" cy="17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6D6B2A66-98D9-E779-AFF9-E0A116CB1C95}"/>
                    </a:ext>
                  </a:extLst>
                </p14:cNvPr>
                <p14:cNvContentPartPr/>
                <p14:nvPr/>
              </p14:nvContentPartPr>
              <p14:xfrm>
                <a:off x="2253254" y="4167776"/>
                <a:ext cx="371880" cy="5508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6D6B2A66-98D9-E779-AFF9-E0A116CB1C95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2235254" y="4150136"/>
                  <a:ext cx="407520" cy="9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C98562AB-998A-E273-BD3D-5E602F367C30}"/>
                    </a:ext>
                  </a:extLst>
                </p14:cNvPr>
                <p14:cNvContentPartPr/>
                <p14:nvPr/>
              </p14:nvContentPartPr>
              <p14:xfrm>
                <a:off x="2627294" y="4127816"/>
                <a:ext cx="123120" cy="13032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C98562AB-998A-E273-BD3D-5E602F367C30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2609654" y="4109816"/>
                  <a:ext cx="158760" cy="165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D654343D-4537-4004-1095-7B36EE8FE7CC}"/>
              </a:ext>
            </a:extLst>
          </p:cNvPr>
          <p:cNvGrpSpPr/>
          <p:nvPr/>
        </p:nvGrpSpPr>
        <p:grpSpPr>
          <a:xfrm>
            <a:off x="2944454" y="3954656"/>
            <a:ext cx="246240" cy="451440"/>
            <a:chOff x="2944454" y="3954656"/>
            <a:chExt cx="246240" cy="451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48011927-1C57-CF3C-472E-61C9933E5446}"/>
                    </a:ext>
                  </a:extLst>
                </p14:cNvPr>
                <p14:cNvContentPartPr/>
                <p14:nvPr/>
              </p14:nvContentPartPr>
              <p14:xfrm>
                <a:off x="2944454" y="3954656"/>
                <a:ext cx="48960" cy="25848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48011927-1C57-CF3C-472E-61C9933E5446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2926814" y="3937016"/>
                  <a:ext cx="84600" cy="29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D37A01C0-77ED-5E5A-C8AE-DC40A351F6DC}"/>
                    </a:ext>
                  </a:extLst>
                </p14:cNvPr>
                <p14:cNvContentPartPr/>
                <p14:nvPr/>
              </p14:nvContentPartPr>
              <p14:xfrm>
                <a:off x="2974694" y="4337336"/>
                <a:ext cx="360" cy="36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D37A01C0-77ED-5E5A-C8AE-DC40A351F6DC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2956694" y="4319696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CD6C894B-867C-FCE7-A68C-81DE1EDB8D42}"/>
                    </a:ext>
                  </a:extLst>
                </p14:cNvPr>
                <p14:cNvContentPartPr/>
                <p14:nvPr/>
              </p14:nvContentPartPr>
              <p14:xfrm>
                <a:off x="3133094" y="3974096"/>
                <a:ext cx="57600" cy="30348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CD6C894B-867C-FCE7-A68C-81DE1EDB8D42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3115094" y="3956456"/>
                  <a:ext cx="93240" cy="33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EC5DFF05-691F-9EF7-5D3A-2049D6355114}"/>
                    </a:ext>
                  </a:extLst>
                </p14:cNvPr>
                <p14:cNvContentPartPr/>
                <p14:nvPr/>
              </p14:nvContentPartPr>
              <p14:xfrm>
                <a:off x="3107174" y="4402856"/>
                <a:ext cx="8640" cy="324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EC5DFF05-691F-9EF7-5D3A-2049D6355114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3089174" y="4385216"/>
                  <a:ext cx="44280" cy="38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A29D2790-A2A2-217B-A81D-B3DB4D79AA78}"/>
              </a:ext>
            </a:extLst>
          </p:cNvPr>
          <p:cNvGrpSpPr/>
          <p:nvPr/>
        </p:nvGrpSpPr>
        <p:grpSpPr>
          <a:xfrm>
            <a:off x="1938614" y="4656656"/>
            <a:ext cx="162720" cy="303840"/>
            <a:chOff x="1938614" y="4656656"/>
            <a:chExt cx="162720" cy="303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4C6B40CA-CD28-84B8-D55B-333E338269C2}"/>
                    </a:ext>
                  </a:extLst>
                </p14:cNvPr>
                <p14:cNvContentPartPr/>
                <p14:nvPr/>
              </p14:nvContentPartPr>
              <p14:xfrm>
                <a:off x="1972814" y="4656656"/>
                <a:ext cx="22320" cy="23256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4C6B40CA-CD28-84B8-D55B-333E338269C2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1955174" y="4638656"/>
                  <a:ext cx="57960" cy="26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8DF1883F-8766-CD0D-73EF-032400AD9E14}"/>
                    </a:ext>
                  </a:extLst>
                </p14:cNvPr>
                <p14:cNvContentPartPr/>
                <p14:nvPr/>
              </p14:nvContentPartPr>
              <p14:xfrm>
                <a:off x="1942214" y="4886336"/>
                <a:ext cx="139680" cy="2232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8DF1883F-8766-CD0D-73EF-032400AD9E14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1924574" y="4868336"/>
                  <a:ext cx="175320" cy="5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F8B319AD-B57D-15A3-AAC0-3B938E768667}"/>
                    </a:ext>
                  </a:extLst>
                </p14:cNvPr>
                <p14:cNvContentPartPr/>
                <p14:nvPr/>
              </p14:nvContentPartPr>
              <p14:xfrm>
                <a:off x="1938614" y="4893176"/>
                <a:ext cx="162720" cy="6732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F8B319AD-B57D-15A3-AAC0-3B938E768667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1920614" y="4875176"/>
                  <a:ext cx="198360" cy="102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38FBEFF3-7A52-2760-B3B8-AAE61CED1E21}"/>
              </a:ext>
            </a:extLst>
          </p:cNvPr>
          <p:cNvGrpSpPr/>
          <p:nvPr/>
        </p:nvGrpSpPr>
        <p:grpSpPr>
          <a:xfrm>
            <a:off x="1888214" y="5193776"/>
            <a:ext cx="297720" cy="177120"/>
            <a:chOff x="1888214" y="5193776"/>
            <a:chExt cx="297720" cy="177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A0B19325-E21D-8C18-FA53-ED7CF54ED658}"/>
                    </a:ext>
                  </a:extLst>
                </p14:cNvPr>
                <p14:cNvContentPartPr/>
                <p14:nvPr/>
              </p14:nvContentPartPr>
              <p14:xfrm>
                <a:off x="1888214" y="5193776"/>
                <a:ext cx="136080" cy="17712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A0B19325-E21D-8C18-FA53-ED7CF54ED658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1870214" y="5176136"/>
                  <a:ext cx="171720" cy="21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95D4A9E7-79A7-7A09-9E2E-CD61C67911D2}"/>
                    </a:ext>
                  </a:extLst>
                </p14:cNvPr>
                <p14:cNvContentPartPr/>
                <p14:nvPr/>
              </p14:nvContentPartPr>
              <p14:xfrm>
                <a:off x="1906934" y="5226176"/>
                <a:ext cx="150480" cy="12492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95D4A9E7-79A7-7A09-9E2E-CD61C67911D2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1889294" y="5208176"/>
                  <a:ext cx="186120" cy="16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027BE698-190F-338B-9157-85DDC94B1592}"/>
                    </a:ext>
                  </a:extLst>
                </p14:cNvPr>
                <p14:cNvContentPartPr/>
                <p14:nvPr/>
              </p14:nvContentPartPr>
              <p14:xfrm>
                <a:off x="2139134" y="5235896"/>
                <a:ext cx="46800" cy="12744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027BE698-190F-338B-9157-85DDC94B1592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2121134" y="5217896"/>
                  <a:ext cx="82440" cy="163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BC7800A5-EAF5-FC17-689D-2CCF1DC3F898}"/>
              </a:ext>
            </a:extLst>
          </p:cNvPr>
          <p:cNvGrpSpPr/>
          <p:nvPr/>
        </p:nvGrpSpPr>
        <p:grpSpPr>
          <a:xfrm>
            <a:off x="2269454" y="5089016"/>
            <a:ext cx="153360" cy="272160"/>
            <a:chOff x="2269454" y="5089016"/>
            <a:chExt cx="153360" cy="272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3550FEED-EDE3-1F42-205B-523D1B58D5F1}"/>
                    </a:ext>
                  </a:extLst>
                </p14:cNvPr>
                <p14:cNvContentPartPr/>
                <p14:nvPr/>
              </p14:nvContentPartPr>
              <p14:xfrm>
                <a:off x="2332814" y="5089016"/>
                <a:ext cx="30960" cy="272160"/>
              </p14:xfrm>
            </p:contentPart>
          </mc:Choice>
          <mc:Fallback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3550FEED-EDE3-1F42-205B-523D1B58D5F1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2315174" y="5071376"/>
                  <a:ext cx="66600" cy="30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2DF6DA4E-B8B5-0FA1-B6D3-C3E6230375E3}"/>
                    </a:ext>
                  </a:extLst>
                </p14:cNvPr>
                <p14:cNvContentPartPr/>
                <p14:nvPr/>
              </p14:nvContentPartPr>
              <p14:xfrm>
                <a:off x="2269454" y="5254256"/>
                <a:ext cx="153360" cy="11520"/>
              </p14:xfrm>
            </p:contentPart>
          </mc:Choice>
          <mc:Fallback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2DF6DA4E-B8B5-0FA1-B6D3-C3E6230375E3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2251454" y="5236616"/>
                  <a:ext cx="189000" cy="47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7" name="Group 76">
            <a:extLst>
              <a:ext uri="{FF2B5EF4-FFF2-40B4-BE49-F238E27FC236}">
                <a16:creationId xmlns:a16="http://schemas.microsoft.com/office/drawing/2014/main" id="{CC2F1DB6-EA54-1483-A301-8594DDBBDF3A}"/>
              </a:ext>
            </a:extLst>
          </p:cNvPr>
          <p:cNvGrpSpPr/>
          <p:nvPr/>
        </p:nvGrpSpPr>
        <p:grpSpPr>
          <a:xfrm>
            <a:off x="2620094" y="5049776"/>
            <a:ext cx="1173960" cy="379440"/>
            <a:chOff x="2620094" y="5049776"/>
            <a:chExt cx="1173960" cy="379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98C85573-BB1D-BFC8-A66F-5935449BC05C}"/>
                    </a:ext>
                  </a:extLst>
                </p14:cNvPr>
                <p14:cNvContentPartPr/>
                <p14:nvPr/>
              </p14:nvContentPartPr>
              <p14:xfrm>
                <a:off x="2639894" y="5063456"/>
                <a:ext cx="74880" cy="25740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98C85573-BB1D-BFC8-A66F-5935449BC05C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2621894" y="5045456"/>
                  <a:ext cx="110520" cy="29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07A51847-BB1C-F44C-7E78-D9E8057B8BE7}"/>
                    </a:ext>
                  </a:extLst>
                </p14:cNvPr>
                <p14:cNvContentPartPr/>
                <p14:nvPr/>
              </p14:nvContentPartPr>
              <p14:xfrm>
                <a:off x="2620094" y="5164616"/>
                <a:ext cx="196920" cy="14688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07A51847-BB1C-F44C-7E78-D9E8057B8BE7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2602454" y="5146976"/>
                  <a:ext cx="232560" cy="18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9C921A34-CA2A-F312-D22D-DC0B7D4157D7}"/>
                    </a:ext>
                  </a:extLst>
                </p14:cNvPr>
                <p14:cNvContentPartPr/>
                <p14:nvPr/>
              </p14:nvContentPartPr>
              <p14:xfrm>
                <a:off x="2949494" y="5049776"/>
                <a:ext cx="380880" cy="153720"/>
              </p14:xfrm>
            </p:contentPart>
          </mc:Choice>
          <mc:Fallback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9C921A34-CA2A-F312-D22D-DC0B7D4157D7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2931494" y="5031776"/>
                  <a:ext cx="416520" cy="18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307EB99C-0A7F-6B63-0BE0-5F7B0B63F71A}"/>
                    </a:ext>
                  </a:extLst>
                </p14:cNvPr>
                <p14:cNvContentPartPr/>
                <p14:nvPr/>
              </p14:nvContentPartPr>
              <p14:xfrm>
                <a:off x="2784254" y="5227256"/>
                <a:ext cx="104040" cy="136080"/>
              </p14:xfrm>
            </p:contentPart>
          </mc:Choice>
          <mc:Fallback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307EB99C-0A7F-6B63-0BE0-5F7B0B63F71A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2766254" y="5209256"/>
                  <a:ext cx="139680" cy="17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EADA6A50-FCFA-E95A-4535-A746C2894C0B}"/>
                    </a:ext>
                  </a:extLst>
                </p14:cNvPr>
                <p14:cNvContentPartPr/>
                <p14:nvPr/>
              </p14:nvContentPartPr>
              <p14:xfrm>
                <a:off x="3785414" y="5425976"/>
                <a:ext cx="8640" cy="3240"/>
              </p14:xfrm>
            </p:contentPart>
          </mc:Choice>
          <mc:Fallback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EADA6A50-FCFA-E95A-4535-A746C2894C0B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3767414" y="5408336"/>
                  <a:ext cx="44280" cy="3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E205BCF7-3028-800D-D283-174FD50826D0}"/>
                    </a:ext>
                  </a:extLst>
                </p14:cNvPr>
                <p14:cNvContentPartPr/>
                <p14:nvPr/>
              </p14:nvContentPartPr>
              <p14:xfrm>
                <a:off x="3538454" y="5332016"/>
                <a:ext cx="360" cy="360"/>
              </p14:xfrm>
            </p:contentPart>
          </mc:Choice>
          <mc:Fallback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E205BCF7-3028-800D-D283-174FD50826D0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3520454" y="5314016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9E0AD0F9-2219-6506-1D37-5CAFB480AF98}"/>
              </a:ext>
            </a:extLst>
          </p:cNvPr>
          <p:cNvGrpSpPr/>
          <p:nvPr/>
        </p:nvGrpSpPr>
        <p:grpSpPr>
          <a:xfrm>
            <a:off x="1997294" y="5586896"/>
            <a:ext cx="1009800" cy="720000"/>
            <a:chOff x="1997294" y="5586896"/>
            <a:chExt cx="1009800" cy="720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1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EBBAC28B-AD59-DAAC-74DE-B863C136D9E8}"/>
                    </a:ext>
                  </a:extLst>
                </p14:cNvPr>
                <p14:cNvContentPartPr/>
                <p14:nvPr/>
              </p14:nvContentPartPr>
              <p14:xfrm>
                <a:off x="2139134" y="5586896"/>
                <a:ext cx="16920" cy="295920"/>
              </p14:xfrm>
            </p:contentPart>
          </mc:Choice>
          <mc:Fallback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EBBAC28B-AD59-DAAC-74DE-B863C136D9E8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2121134" y="5568896"/>
                  <a:ext cx="52560" cy="33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3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B5F66706-4089-3253-5A95-C2B0FD0BF359}"/>
                    </a:ext>
                  </a:extLst>
                </p14:cNvPr>
                <p14:cNvContentPartPr/>
                <p14:nvPr/>
              </p14:nvContentPartPr>
              <p14:xfrm>
                <a:off x="2041934" y="5841776"/>
                <a:ext cx="248760" cy="49680"/>
              </p14:xfrm>
            </p:contentPart>
          </mc:Choice>
          <mc:Fallback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B5F66706-4089-3253-5A95-C2B0FD0BF359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2024294" y="5823776"/>
                  <a:ext cx="284400" cy="8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5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C1F2B75F-4B51-1952-8257-3F584C1FC771}"/>
                    </a:ext>
                  </a:extLst>
                </p14:cNvPr>
                <p14:cNvContentPartPr/>
                <p14:nvPr/>
              </p14:nvContentPartPr>
              <p14:xfrm>
                <a:off x="2121494" y="5843216"/>
                <a:ext cx="204120" cy="134280"/>
              </p14:xfrm>
            </p:contentPart>
          </mc:Choice>
          <mc:Fallback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C1F2B75F-4B51-1952-8257-3F584C1FC771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2103494" y="5825576"/>
                  <a:ext cx="239760" cy="16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7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382F76D6-7B73-3F14-A785-59D54694B09C}"/>
                    </a:ext>
                  </a:extLst>
                </p14:cNvPr>
                <p14:cNvContentPartPr/>
                <p14:nvPr/>
              </p14:nvContentPartPr>
              <p14:xfrm>
                <a:off x="2041574" y="6113216"/>
                <a:ext cx="10080" cy="193680"/>
              </p14:xfrm>
            </p:contentPart>
          </mc:Choice>
          <mc:Fallback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382F76D6-7B73-3F14-A785-59D54694B09C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2023934" y="6095216"/>
                  <a:ext cx="45720" cy="22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9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5DB71406-3403-0430-08F3-59B29CE964CC}"/>
                    </a:ext>
                  </a:extLst>
                </p14:cNvPr>
                <p14:cNvContentPartPr/>
                <p14:nvPr/>
              </p14:nvContentPartPr>
              <p14:xfrm>
                <a:off x="1997294" y="6189536"/>
                <a:ext cx="229680" cy="61200"/>
              </p14:xfrm>
            </p:contentPart>
          </mc:Choice>
          <mc:Fallback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5DB71406-3403-0430-08F3-59B29CE964CC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1979654" y="6171896"/>
                  <a:ext cx="265320" cy="9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1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0DFF0CF3-D59A-D594-7D3D-854414FB589E}"/>
                    </a:ext>
                  </a:extLst>
                </p14:cNvPr>
                <p14:cNvContentPartPr/>
                <p14:nvPr/>
              </p14:nvContentPartPr>
              <p14:xfrm>
                <a:off x="2281334" y="6176576"/>
                <a:ext cx="24840" cy="77760"/>
              </p14:xfrm>
            </p:contentPart>
          </mc:Choice>
          <mc:Fallback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0DFF0CF3-D59A-D594-7D3D-854414FB589E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2263694" y="6158936"/>
                  <a:ext cx="60480" cy="11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3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A301A0EA-BBCD-8944-A9E1-6B2DB0AADF33}"/>
                    </a:ext>
                  </a:extLst>
                </p14:cNvPr>
                <p14:cNvContentPartPr/>
                <p14:nvPr/>
              </p14:nvContentPartPr>
              <p14:xfrm>
                <a:off x="2436854" y="6011336"/>
                <a:ext cx="65880" cy="204840"/>
              </p14:xfrm>
            </p:contentPart>
          </mc:Choice>
          <mc:Fallback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A301A0EA-BBCD-8944-A9E1-6B2DB0AADF33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2419214" y="5993336"/>
                  <a:ext cx="101520" cy="24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5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CF6AFC05-C5AB-64A1-63E0-B1E51393C9EB}"/>
                    </a:ext>
                  </a:extLst>
                </p14:cNvPr>
                <p14:cNvContentPartPr/>
                <p14:nvPr/>
              </p14:nvContentPartPr>
              <p14:xfrm>
                <a:off x="2430374" y="6054536"/>
                <a:ext cx="186120" cy="63360"/>
              </p14:xfrm>
            </p:contentPart>
          </mc:Choice>
          <mc:Fallback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CF6AFC05-C5AB-64A1-63E0-B1E51393C9EB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2412734" y="6036896"/>
                  <a:ext cx="221760" cy="9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7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2E671313-5134-A850-9502-5C1BAD103492}"/>
                    </a:ext>
                  </a:extLst>
                </p14:cNvPr>
                <p14:cNvContentPartPr/>
                <p14:nvPr/>
              </p14:nvContentPartPr>
              <p14:xfrm>
                <a:off x="2715134" y="5967416"/>
                <a:ext cx="80640" cy="224280"/>
              </p14:xfrm>
            </p:contentPart>
          </mc:Choice>
          <mc:Fallback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2E671313-5134-A850-9502-5C1BAD103492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2697134" y="5949416"/>
                  <a:ext cx="116280" cy="25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9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8EDE5853-D42A-4C75-6C7B-2E11E24BA460}"/>
                    </a:ext>
                  </a:extLst>
                </p14:cNvPr>
                <p14:cNvContentPartPr/>
                <p14:nvPr/>
              </p14:nvContentPartPr>
              <p14:xfrm>
                <a:off x="2714414" y="6049136"/>
                <a:ext cx="109440" cy="66600"/>
              </p14:xfrm>
            </p:contentPart>
          </mc:Choice>
          <mc:Fallback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8EDE5853-D42A-4C75-6C7B-2E11E24BA460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2696774" y="6031136"/>
                  <a:ext cx="145080" cy="10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1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BAFF5170-C574-A852-AE30-CFC35571EE26}"/>
                    </a:ext>
                  </a:extLst>
                </p14:cNvPr>
                <p14:cNvContentPartPr/>
                <p14:nvPr/>
              </p14:nvContentPartPr>
              <p14:xfrm>
                <a:off x="2927534" y="6031136"/>
                <a:ext cx="79560" cy="149760"/>
              </p14:xfrm>
            </p:contentPart>
          </mc:Choice>
          <mc:Fallback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BAFF5170-C574-A852-AE30-CFC35571EE26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2909894" y="6013136"/>
                  <a:ext cx="115200" cy="185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5" name="Group 104">
            <a:extLst>
              <a:ext uri="{FF2B5EF4-FFF2-40B4-BE49-F238E27FC236}">
                <a16:creationId xmlns:a16="http://schemas.microsoft.com/office/drawing/2014/main" id="{8EEC6B71-2620-5635-BFCF-F20D3CE63490}"/>
              </a:ext>
            </a:extLst>
          </p:cNvPr>
          <p:cNvGrpSpPr/>
          <p:nvPr/>
        </p:nvGrpSpPr>
        <p:grpSpPr>
          <a:xfrm>
            <a:off x="3269534" y="5985416"/>
            <a:ext cx="623160" cy="153720"/>
            <a:chOff x="3269534" y="5985416"/>
            <a:chExt cx="623160" cy="153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3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C720DB55-126C-1A15-FAEC-FBED9AF9B029}"/>
                    </a:ext>
                  </a:extLst>
                </p14:cNvPr>
                <p14:cNvContentPartPr/>
                <p14:nvPr/>
              </p14:nvContentPartPr>
              <p14:xfrm>
                <a:off x="3269534" y="6014216"/>
                <a:ext cx="248760" cy="11520"/>
              </p14:xfrm>
            </p:contentPart>
          </mc:Choice>
          <mc:Fallback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C720DB55-126C-1A15-FAEC-FBED9AF9B029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3251534" y="5996576"/>
                  <a:ext cx="284400" cy="4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5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1BDC3E28-CB2A-0E1A-1297-0A1F9A2578E4}"/>
                    </a:ext>
                  </a:extLst>
                </p14:cNvPr>
                <p14:cNvContentPartPr/>
                <p14:nvPr/>
              </p14:nvContentPartPr>
              <p14:xfrm>
                <a:off x="3550694" y="5985416"/>
                <a:ext cx="120600" cy="93600"/>
              </p14:xfrm>
            </p:contentPart>
          </mc:Choice>
          <mc:Fallback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1BDC3E28-CB2A-0E1A-1297-0A1F9A2578E4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3532694" y="5967776"/>
                  <a:ext cx="156240" cy="12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7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3856B412-6C5C-DBEE-DE19-8D6734D1F663}"/>
                    </a:ext>
                  </a:extLst>
                </p14:cNvPr>
                <p14:cNvContentPartPr/>
                <p14:nvPr/>
              </p14:nvContentPartPr>
              <p14:xfrm>
                <a:off x="3878654" y="6135896"/>
                <a:ext cx="14040" cy="3240"/>
              </p14:xfrm>
            </p:contentPart>
          </mc:Choice>
          <mc:Fallback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3856B412-6C5C-DBEE-DE19-8D6734D1F663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3860654" y="6117896"/>
                  <a:ext cx="49680" cy="38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18D581EF-FED2-E552-1A13-5FD36C40CB52}"/>
              </a:ext>
            </a:extLst>
          </p:cNvPr>
          <p:cNvGrpSpPr/>
          <p:nvPr/>
        </p:nvGrpSpPr>
        <p:grpSpPr>
          <a:xfrm>
            <a:off x="4761734" y="2120096"/>
            <a:ext cx="2062440" cy="919080"/>
            <a:chOff x="4761734" y="2120096"/>
            <a:chExt cx="2062440" cy="919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9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9673893A-4914-8211-E82C-BB83A344252C}"/>
                    </a:ext>
                  </a:extLst>
                </p14:cNvPr>
                <p14:cNvContentPartPr/>
                <p14:nvPr/>
              </p14:nvContentPartPr>
              <p14:xfrm>
                <a:off x="5018054" y="2120096"/>
                <a:ext cx="43920" cy="379080"/>
              </p14:xfrm>
            </p:contentPart>
          </mc:Choice>
          <mc:Fallback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9673893A-4914-8211-E82C-BB83A344252C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5000054" y="2102456"/>
                  <a:ext cx="79560" cy="41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1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1BDCEC34-EF56-DE30-091B-C245E94F54C2}"/>
                    </a:ext>
                  </a:extLst>
                </p14:cNvPr>
                <p14:cNvContentPartPr/>
                <p14:nvPr/>
              </p14:nvContentPartPr>
              <p14:xfrm>
                <a:off x="5014454" y="2474336"/>
                <a:ext cx="196920" cy="22320"/>
              </p14:xfrm>
            </p:contentPart>
          </mc:Choice>
          <mc:Fallback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1BDCEC34-EF56-DE30-091B-C245E94F54C2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4996814" y="2456336"/>
                  <a:ext cx="232560" cy="5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3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84FD2E94-7B29-CEF0-441C-046E973BE11F}"/>
                    </a:ext>
                  </a:extLst>
                </p14:cNvPr>
                <p14:cNvContentPartPr/>
                <p14:nvPr/>
              </p14:nvContentPartPr>
              <p14:xfrm>
                <a:off x="5042534" y="2490896"/>
                <a:ext cx="218880" cy="126360"/>
              </p14:xfrm>
            </p:contentPart>
          </mc:Choice>
          <mc:Fallback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84FD2E94-7B29-CEF0-441C-046E973BE11F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5024534" y="2473256"/>
                  <a:ext cx="254520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5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24FB47DA-0069-C2F9-27DC-4FA9A45EB4CF}"/>
                    </a:ext>
                  </a:extLst>
                </p14:cNvPr>
                <p14:cNvContentPartPr/>
                <p14:nvPr/>
              </p14:nvContentPartPr>
              <p14:xfrm>
                <a:off x="4761734" y="2758736"/>
                <a:ext cx="244800" cy="267480"/>
              </p14:xfrm>
            </p:contentPart>
          </mc:Choice>
          <mc:Fallback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24FB47DA-0069-C2F9-27DC-4FA9A45EB4CF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4744094" y="2740736"/>
                  <a:ext cx="280440" cy="30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7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5F0E010E-6B10-6640-3825-3566A713F263}"/>
                    </a:ext>
                  </a:extLst>
                </p14:cNvPr>
                <p14:cNvContentPartPr/>
                <p14:nvPr/>
              </p14:nvContentPartPr>
              <p14:xfrm>
                <a:off x="5074214" y="2835776"/>
                <a:ext cx="123120" cy="156600"/>
              </p14:xfrm>
            </p:contentPart>
          </mc:Choice>
          <mc:Fallback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5F0E010E-6B10-6640-3825-3566A713F263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5056574" y="2817776"/>
                  <a:ext cx="158760" cy="19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9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735C0EBC-C1BF-E7BE-151D-8A121445B40E}"/>
                    </a:ext>
                  </a:extLst>
                </p14:cNvPr>
                <p14:cNvContentPartPr/>
                <p14:nvPr/>
              </p14:nvContentPartPr>
              <p14:xfrm>
                <a:off x="5357534" y="2751176"/>
                <a:ext cx="366480" cy="237960"/>
              </p14:xfrm>
            </p:contentPart>
          </mc:Choice>
          <mc:Fallback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735C0EBC-C1BF-E7BE-151D-8A121445B40E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5339894" y="2733176"/>
                  <a:ext cx="402120" cy="27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1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8EBA5F96-FC56-99F2-D6EB-E320E647F907}"/>
                    </a:ext>
                  </a:extLst>
                </p14:cNvPr>
                <p14:cNvContentPartPr/>
                <p14:nvPr/>
              </p14:nvContentPartPr>
              <p14:xfrm>
                <a:off x="5813654" y="2757656"/>
                <a:ext cx="177480" cy="281520"/>
              </p14:xfrm>
            </p:contentPart>
          </mc:Choice>
          <mc:Fallback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8EBA5F96-FC56-99F2-D6EB-E320E647F907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5796014" y="2740016"/>
                  <a:ext cx="213120" cy="31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3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8A463784-1058-D5DF-2FA0-61A29E9A6DC9}"/>
                    </a:ext>
                  </a:extLst>
                </p14:cNvPr>
                <p14:cNvContentPartPr/>
                <p14:nvPr/>
              </p14:nvContentPartPr>
              <p14:xfrm>
                <a:off x="6046574" y="2579816"/>
                <a:ext cx="155880" cy="348480"/>
              </p14:xfrm>
            </p:contentPart>
          </mc:Choice>
          <mc:Fallback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8A463784-1058-D5DF-2FA0-61A29E9A6DC9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6028574" y="2561816"/>
                  <a:ext cx="191520" cy="38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5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334CEFC9-BF89-C00D-8CAD-DCF341F55572}"/>
                    </a:ext>
                  </a:extLst>
                </p14:cNvPr>
                <p14:cNvContentPartPr/>
                <p14:nvPr/>
              </p14:nvContentPartPr>
              <p14:xfrm>
                <a:off x="6210014" y="2740376"/>
                <a:ext cx="256680" cy="151200"/>
              </p14:xfrm>
            </p:contentPart>
          </mc:Choice>
          <mc:Fallback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334CEFC9-BF89-C00D-8CAD-DCF341F55572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6192014" y="2722736"/>
                  <a:ext cx="292320" cy="18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7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7E2F00F3-20FD-CE22-5561-5A024624F2D6}"/>
                    </a:ext>
                  </a:extLst>
                </p14:cNvPr>
                <p14:cNvContentPartPr/>
                <p14:nvPr/>
              </p14:nvContentPartPr>
              <p14:xfrm>
                <a:off x="6507374" y="2593496"/>
                <a:ext cx="32040" cy="295920"/>
              </p14:xfrm>
            </p:contentPart>
          </mc:Choice>
          <mc:Fallback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7E2F00F3-20FD-CE22-5561-5A024624F2D6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6489734" y="2575856"/>
                  <a:ext cx="67680" cy="33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9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2F43463F-64EF-0A04-D42C-BC107DB9FED4}"/>
                    </a:ext>
                  </a:extLst>
                </p14:cNvPr>
                <p14:cNvContentPartPr/>
                <p14:nvPr/>
              </p14:nvContentPartPr>
              <p14:xfrm>
                <a:off x="6421334" y="2747216"/>
                <a:ext cx="324720" cy="60480"/>
              </p14:xfrm>
            </p:contentPart>
          </mc:Choice>
          <mc:Fallback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2F43463F-64EF-0A04-D42C-BC107DB9FED4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6403334" y="2729216"/>
                  <a:ext cx="360360" cy="9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1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9E25F98E-0991-652E-963A-585213FCCDCB}"/>
                    </a:ext>
                  </a:extLst>
                </p14:cNvPr>
                <p14:cNvContentPartPr/>
                <p14:nvPr/>
              </p14:nvContentPartPr>
              <p14:xfrm>
                <a:off x="6738854" y="2714456"/>
                <a:ext cx="85320" cy="292320"/>
              </p14:xfrm>
            </p:contentPart>
          </mc:Choice>
          <mc:Fallback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9E25F98E-0991-652E-963A-585213FCCDCB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6721214" y="2696456"/>
                  <a:ext cx="120960" cy="327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6" name="Group 125">
            <a:extLst>
              <a:ext uri="{FF2B5EF4-FFF2-40B4-BE49-F238E27FC236}">
                <a16:creationId xmlns:a16="http://schemas.microsoft.com/office/drawing/2014/main" id="{B6CA66D3-2FD6-DF53-C087-7DB37F0D8ABB}"/>
              </a:ext>
            </a:extLst>
          </p:cNvPr>
          <p:cNvGrpSpPr/>
          <p:nvPr/>
        </p:nvGrpSpPr>
        <p:grpSpPr>
          <a:xfrm>
            <a:off x="5515214" y="3185336"/>
            <a:ext cx="276120" cy="489960"/>
            <a:chOff x="5515214" y="3185336"/>
            <a:chExt cx="276120" cy="4899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23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5722E8F2-5DEC-E212-AD28-0A254468DB03}"/>
                    </a:ext>
                  </a:extLst>
                </p14:cNvPr>
                <p14:cNvContentPartPr/>
                <p14:nvPr/>
              </p14:nvContentPartPr>
              <p14:xfrm>
                <a:off x="5606294" y="3185336"/>
                <a:ext cx="41760" cy="400320"/>
              </p14:xfrm>
            </p:contentPart>
          </mc:Choice>
          <mc:Fallback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5722E8F2-5DEC-E212-AD28-0A254468DB03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5588654" y="3167696"/>
                  <a:ext cx="77400" cy="43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5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AC81C678-C346-E5AE-81A8-28AB5DA5E1DD}"/>
                    </a:ext>
                  </a:extLst>
                </p14:cNvPr>
                <p14:cNvContentPartPr/>
                <p14:nvPr/>
              </p14:nvContentPartPr>
              <p14:xfrm>
                <a:off x="5600174" y="3577376"/>
                <a:ext cx="145080" cy="3240"/>
              </p14:xfrm>
            </p:contentPart>
          </mc:Choice>
          <mc:Fallback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AC81C678-C346-E5AE-81A8-28AB5DA5E1DD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5582174" y="3559376"/>
                  <a:ext cx="180720" cy="3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7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A9C6E4CB-18D4-4F06-350F-A0304CE72096}"/>
                    </a:ext>
                  </a:extLst>
                </p14:cNvPr>
                <p14:cNvContentPartPr/>
                <p14:nvPr/>
              </p14:nvContentPartPr>
              <p14:xfrm>
                <a:off x="5515214" y="3583496"/>
                <a:ext cx="276120" cy="91800"/>
              </p14:xfrm>
            </p:contentPart>
          </mc:Choice>
          <mc:Fallback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A9C6E4CB-18D4-4F06-350F-A0304CE72096}"/>
                    </a:ext>
                  </a:extLst>
                </p:cNvPr>
                <p:cNvPicPr/>
                <p:nvPr/>
              </p:nvPicPr>
              <p:blipFill>
                <a:blip r:embed="rId128"/>
                <a:stretch>
                  <a:fillRect/>
                </a:stretch>
              </p:blipFill>
              <p:spPr>
                <a:xfrm>
                  <a:off x="5497214" y="3565496"/>
                  <a:ext cx="311760" cy="127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9" name="Group 138">
            <a:extLst>
              <a:ext uri="{FF2B5EF4-FFF2-40B4-BE49-F238E27FC236}">
                <a16:creationId xmlns:a16="http://schemas.microsoft.com/office/drawing/2014/main" id="{B3315BD3-F0A7-7706-BE27-2041D45B5844}"/>
              </a:ext>
            </a:extLst>
          </p:cNvPr>
          <p:cNvGrpSpPr/>
          <p:nvPr/>
        </p:nvGrpSpPr>
        <p:grpSpPr>
          <a:xfrm>
            <a:off x="6012374" y="3279656"/>
            <a:ext cx="648360" cy="171720"/>
            <a:chOff x="6012374" y="3279656"/>
            <a:chExt cx="648360" cy="171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29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535CFDFF-904C-8E65-5F5F-AF0760575710}"/>
                    </a:ext>
                  </a:extLst>
                </p14:cNvPr>
                <p14:cNvContentPartPr/>
                <p14:nvPr/>
              </p14:nvContentPartPr>
              <p14:xfrm>
                <a:off x="6012374" y="3398456"/>
                <a:ext cx="511920" cy="23040"/>
              </p14:xfrm>
            </p:contentPart>
          </mc:Choice>
          <mc:Fallback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535CFDFF-904C-8E65-5F5F-AF0760575710}"/>
                    </a:ext>
                  </a:extLst>
                </p:cNvPr>
                <p:cNvPicPr/>
                <p:nvPr/>
              </p:nvPicPr>
              <p:blipFill>
                <a:blip r:embed="rId130"/>
                <a:stretch>
                  <a:fillRect/>
                </a:stretch>
              </p:blipFill>
              <p:spPr>
                <a:xfrm>
                  <a:off x="5994734" y="3380456"/>
                  <a:ext cx="547560" cy="5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1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DBFBBB42-1A80-3CC4-2CD4-04E326967291}"/>
                    </a:ext>
                  </a:extLst>
                </p14:cNvPr>
                <p14:cNvContentPartPr/>
                <p14:nvPr/>
              </p14:nvContentPartPr>
              <p14:xfrm>
                <a:off x="6537614" y="3279656"/>
                <a:ext cx="123120" cy="171720"/>
              </p14:xfrm>
            </p:contentPart>
          </mc:Choice>
          <mc:Fallback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DBFBBB42-1A80-3CC4-2CD4-04E326967291}"/>
                    </a:ext>
                  </a:extLst>
                </p:cNvPr>
                <p:cNvPicPr/>
                <p:nvPr/>
              </p:nvPicPr>
              <p:blipFill>
                <a:blip r:embed="rId132"/>
                <a:stretch>
                  <a:fillRect/>
                </a:stretch>
              </p:blipFill>
              <p:spPr>
                <a:xfrm>
                  <a:off x="6519614" y="3261656"/>
                  <a:ext cx="158760" cy="207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7" name="Group 136">
            <a:extLst>
              <a:ext uri="{FF2B5EF4-FFF2-40B4-BE49-F238E27FC236}">
                <a16:creationId xmlns:a16="http://schemas.microsoft.com/office/drawing/2014/main" id="{E5E67746-3D72-53F1-53B4-5B99B6354779}"/>
              </a:ext>
            </a:extLst>
          </p:cNvPr>
          <p:cNvGrpSpPr/>
          <p:nvPr/>
        </p:nvGrpSpPr>
        <p:grpSpPr>
          <a:xfrm>
            <a:off x="6935774" y="3115856"/>
            <a:ext cx="1053000" cy="342720"/>
            <a:chOff x="6935774" y="3115856"/>
            <a:chExt cx="1053000" cy="342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33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EF903633-5CA9-7BFA-AF14-30D9A50583EF}"/>
                    </a:ext>
                  </a:extLst>
                </p14:cNvPr>
                <p14:cNvContentPartPr/>
                <p14:nvPr/>
              </p14:nvContentPartPr>
              <p14:xfrm>
                <a:off x="6935774" y="3254816"/>
                <a:ext cx="175320" cy="203760"/>
              </p14:xfrm>
            </p:contentPart>
          </mc:Choice>
          <mc:Fallback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EF903633-5CA9-7BFA-AF14-30D9A50583EF}"/>
                    </a:ext>
                  </a:extLst>
                </p:cNvPr>
                <p:cNvPicPr/>
                <p:nvPr/>
              </p:nvPicPr>
              <p:blipFill>
                <a:blip r:embed="rId134"/>
                <a:stretch>
                  <a:fillRect/>
                </a:stretch>
              </p:blipFill>
              <p:spPr>
                <a:xfrm>
                  <a:off x="6918134" y="3236816"/>
                  <a:ext cx="210960" cy="23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5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96A085DD-1E36-F587-A623-05792D64EDF7}"/>
                    </a:ext>
                  </a:extLst>
                </p14:cNvPr>
                <p14:cNvContentPartPr/>
                <p14:nvPr/>
              </p14:nvContentPartPr>
              <p14:xfrm>
                <a:off x="7160054" y="3255176"/>
                <a:ext cx="180720" cy="142560"/>
              </p14:xfrm>
            </p:contentPart>
          </mc:Choice>
          <mc:Fallback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96A085DD-1E36-F587-A623-05792D64EDF7}"/>
                    </a:ext>
                  </a:extLst>
                </p:cNvPr>
                <p:cNvPicPr/>
                <p:nvPr/>
              </p:nvPicPr>
              <p:blipFill>
                <a:blip r:embed="rId136"/>
                <a:stretch>
                  <a:fillRect/>
                </a:stretch>
              </p:blipFill>
              <p:spPr>
                <a:xfrm>
                  <a:off x="7142054" y="3237536"/>
                  <a:ext cx="216360" cy="17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7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5550B197-A150-C286-415B-97D9D4522AA4}"/>
                    </a:ext>
                  </a:extLst>
                </p14:cNvPr>
                <p14:cNvContentPartPr/>
                <p14:nvPr/>
              </p14:nvContentPartPr>
              <p14:xfrm>
                <a:off x="7517534" y="3115856"/>
                <a:ext cx="8640" cy="271800"/>
              </p14:xfrm>
            </p:contentPart>
          </mc:Choice>
          <mc:Fallback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5550B197-A150-C286-415B-97D9D4522AA4}"/>
                    </a:ext>
                  </a:extLst>
                </p:cNvPr>
                <p:cNvPicPr/>
                <p:nvPr/>
              </p:nvPicPr>
              <p:blipFill>
                <a:blip r:embed="rId138"/>
                <a:stretch>
                  <a:fillRect/>
                </a:stretch>
              </p:blipFill>
              <p:spPr>
                <a:xfrm>
                  <a:off x="7499894" y="3098216"/>
                  <a:ext cx="44280" cy="30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9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AE42875F-6A03-EE6E-9826-261E2209FB83}"/>
                    </a:ext>
                  </a:extLst>
                </p14:cNvPr>
                <p14:cNvContentPartPr/>
                <p14:nvPr/>
              </p14:nvContentPartPr>
              <p14:xfrm>
                <a:off x="7423574" y="3275336"/>
                <a:ext cx="33480" cy="135720"/>
              </p14:xfrm>
            </p:contentPart>
          </mc:Choice>
          <mc:Fallback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AE42875F-6A03-EE6E-9826-261E2209FB83}"/>
                    </a:ext>
                  </a:extLst>
                </p:cNvPr>
                <p:cNvPicPr/>
                <p:nvPr/>
              </p:nvPicPr>
              <p:blipFill>
                <a:blip r:embed="rId140"/>
                <a:stretch>
                  <a:fillRect/>
                </a:stretch>
              </p:blipFill>
              <p:spPr>
                <a:xfrm>
                  <a:off x="7405574" y="3257696"/>
                  <a:ext cx="69120" cy="17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1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E2FA79C5-A141-1868-CEE5-7946591C6243}"/>
                    </a:ext>
                  </a:extLst>
                </p14:cNvPr>
                <p14:cNvContentPartPr/>
                <p14:nvPr/>
              </p14:nvContentPartPr>
              <p14:xfrm>
                <a:off x="7452734" y="3200456"/>
                <a:ext cx="74160" cy="22320"/>
              </p14:xfrm>
            </p:contentPart>
          </mc:Choice>
          <mc:Fallback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E2FA79C5-A141-1868-CEE5-7946591C6243}"/>
                    </a:ext>
                  </a:extLst>
                </p:cNvPr>
                <p:cNvPicPr/>
                <p:nvPr/>
              </p:nvPicPr>
              <p:blipFill>
                <a:blip r:embed="rId142"/>
                <a:stretch>
                  <a:fillRect/>
                </a:stretch>
              </p:blipFill>
              <p:spPr>
                <a:xfrm>
                  <a:off x="7435094" y="3182816"/>
                  <a:ext cx="109800" cy="5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3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ED1CA694-46D1-98FC-2FED-0DCD12CDFDCE}"/>
                    </a:ext>
                  </a:extLst>
                </p14:cNvPr>
                <p14:cNvContentPartPr/>
                <p14:nvPr/>
              </p14:nvContentPartPr>
              <p14:xfrm>
                <a:off x="7612934" y="3209096"/>
                <a:ext cx="202320" cy="69840"/>
              </p14:xfrm>
            </p:contentPart>
          </mc:Choice>
          <mc:Fallback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ED1CA694-46D1-98FC-2FED-0DCD12CDFDCE}"/>
                    </a:ext>
                  </a:extLst>
                </p:cNvPr>
                <p:cNvPicPr/>
                <p:nvPr/>
              </p:nvPicPr>
              <p:blipFill>
                <a:blip r:embed="rId144"/>
                <a:stretch>
                  <a:fillRect/>
                </a:stretch>
              </p:blipFill>
              <p:spPr>
                <a:xfrm>
                  <a:off x="7594934" y="3191456"/>
                  <a:ext cx="237960" cy="10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5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2EF6DCB6-D2C2-8975-7826-74E7A1FAED94}"/>
                    </a:ext>
                  </a:extLst>
                </p14:cNvPr>
                <p14:cNvContentPartPr/>
                <p14:nvPr/>
              </p14:nvContentPartPr>
              <p14:xfrm>
                <a:off x="7939094" y="3209096"/>
                <a:ext cx="49680" cy="90360"/>
              </p14:xfrm>
            </p:contentPart>
          </mc:Choice>
          <mc:Fallback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2EF6DCB6-D2C2-8975-7826-74E7A1FAED94}"/>
                    </a:ext>
                  </a:extLst>
                </p:cNvPr>
                <p:cNvPicPr/>
                <p:nvPr/>
              </p:nvPicPr>
              <p:blipFill>
                <a:blip r:embed="rId146"/>
                <a:stretch>
                  <a:fillRect/>
                </a:stretch>
              </p:blipFill>
              <p:spPr>
                <a:xfrm>
                  <a:off x="7921094" y="3191456"/>
                  <a:ext cx="85320" cy="126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8" name="Group 147">
            <a:extLst>
              <a:ext uri="{FF2B5EF4-FFF2-40B4-BE49-F238E27FC236}">
                <a16:creationId xmlns:a16="http://schemas.microsoft.com/office/drawing/2014/main" id="{25A4B6FD-B1E6-5578-6A81-F999FFCC8D18}"/>
              </a:ext>
            </a:extLst>
          </p:cNvPr>
          <p:cNvGrpSpPr/>
          <p:nvPr/>
        </p:nvGrpSpPr>
        <p:grpSpPr>
          <a:xfrm>
            <a:off x="5609894" y="3895616"/>
            <a:ext cx="439200" cy="245880"/>
            <a:chOff x="5609894" y="3895616"/>
            <a:chExt cx="439200" cy="245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47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A051B6D2-5F1D-6106-6722-2727AA72073B}"/>
                    </a:ext>
                  </a:extLst>
                </p14:cNvPr>
                <p14:cNvContentPartPr/>
                <p14:nvPr/>
              </p14:nvContentPartPr>
              <p14:xfrm>
                <a:off x="5621054" y="3895616"/>
                <a:ext cx="113760" cy="236160"/>
              </p14:xfrm>
            </p:contentPart>
          </mc:Choice>
          <mc:Fallback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A051B6D2-5F1D-6106-6722-2727AA72073B}"/>
                    </a:ext>
                  </a:extLst>
                </p:cNvPr>
                <p:cNvPicPr/>
                <p:nvPr/>
              </p:nvPicPr>
              <p:blipFill>
                <a:blip r:embed="rId148"/>
                <a:stretch>
                  <a:fillRect/>
                </a:stretch>
              </p:blipFill>
              <p:spPr>
                <a:xfrm>
                  <a:off x="5603054" y="3877616"/>
                  <a:ext cx="149400" cy="27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9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D18DB513-4F28-B424-F865-DC4D3AC6250D}"/>
                    </a:ext>
                  </a:extLst>
                </p14:cNvPr>
                <p14:cNvContentPartPr/>
                <p14:nvPr/>
              </p14:nvContentPartPr>
              <p14:xfrm>
                <a:off x="5609894" y="3958616"/>
                <a:ext cx="210600" cy="182880"/>
              </p14:xfrm>
            </p:contentPart>
          </mc:Choice>
          <mc:Fallback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D18DB513-4F28-B424-F865-DC4D3AC6250D}"/>
                    </a:ext>
                  </a:extLst>
                </p:cNvPr>
                <p:cNvPicPr/>
                <p:nvPr/>
              </p:nvPicPr>
              <p:blipFill>
                <a:blip r:embed="rId150"/>
                <a:stretch>
                  <a:fillRect/>
                </a:stretch>
              </p:blipFill>
              <p:spPr>
                <a:xfrm>
                  <a:off x="5592254" y="3940616"/>
                  <a:ext cx="246240" cy="21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1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B7D04CF7-344F-65C0-2FF5-1EBCA1551466}"/>
                    </a:ext>
                  </a:extLst>
                </p14:cNvPr>
                <p14:cNvContentPartPr/>
                <p14:nvPr/>
              </p14:nvContentPartPr>
              <p14:xfrm>
                <a:off x="5915534" y="3952136"/>
                <a:ext cx="133560" cy="146880"/>
              </p14:xfrm>
            </p:contentPart>
          </mc:Choice>
          <mc:Fallback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B7D04CF7-344F-65C0-2FF5-1EBCA1551466}"/>
                    </a:ext>
                  </a:extLst>
                </p:cNvPr>
                <p:cNvPicPr/>
                <p:nvPr/>
              </p:nvPicPr>
              <p:blipFill>
                <a:blip r:embed="rId152"/>
                <a:stretch>
                  <a:fillRect/>
                </a:stretch>
              </p:blipFill>
              <p:spPr>
                <a:xfrm>
                  <a:off x="5897894" y="3934496"/>
                  <a:ext cx="169200" cy="182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6" name="Group 145">
            <a:extLst>
              <a:ext uri="{FF2B5EF4-FFF2-40B4-BE49-F238E27FC236}">
                <a16:creationId xmlns:a16="http://schemas.microsoft.com/office/drawing/2014/main" id="{AFCFAD07-E407-9D4F-A0AE-FFC5CC701240}"/>
              </a:ext>
            </a:extLst>
          </p:cNvPr>
          <p:cNvGrpSpPr/>
          <p:nvPr/>
        </p:nvGrpSpPr>
        <p:grpSpPr>
          <a:xfrm>
            <a:off x="6351494" y="3884816"/>
            <a:ext cx="490320" cy="133200"/>
            <a:chOff x="6351494" y="3884816"/>
            <a:chExt cx="490320" cy="1332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53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89721BC5-DBBD-F1CE-59EF-819EA76C7918}"/>
                    </a:ext>
                  </a:extLst>
                </p14:cNvPr>
                <p14:cNvContentPartPr/>
                <p14:nvPr/>
              </p14:nvContentPartPr>
              <p14:xfrm>
                <a:off x="6351494" y="3944216"/>
                <a:ext cx="370440" cy="34200"/>
              </p14:xfrm>
            </p:contentPart>
          </mc:Choice>
          <mc:Fallback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89721BC5-DBBD-F1CE-59EF-819EA76C7918}"/>
                    </a:ext>
                  </a:extLst>
                </p:cNvPr>
                <p:cNvPicPr/>
                <p:nvPr/>
              </p:nvPicPr>
              <p:blipFill>
                <a:blip r:embed="rId154"/>
                <a:stretch>
                  <a:fillRect/>
                </a:stretch>
              </p:blipFill>
              <p:spPr>
                <a:xfrm>
                  <a:off x="6333494" y="3926216"/>
                  <a:ext cx="406080" cy="6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5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DB25D6F1-8399-D421-7111-98793BB0F878}"/>
                    </a:ext>
                  </a:extLst>
                </p14:cNvPr>
                <p14:cNvContentPartPr/>
                <p14:nvPr/>
              </p14:nvContentPartPr>
              <p14:xfrm>
                <a:off x="6683774" y="3884816"/>
                <a:ext cx="158040" cy="133200"/>
              </p14:xfrm>
            </p:contentPart>
          </mc:Choice>
          <mc:Fallback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DB25D6F1-8399-D421-7111-98793BB0F878}"/>
                    </a:ext>
                  </a:extLst>
                </p:cNvPr>
                <p:cNvPicPr/>
                <p:nvPr/>
              </p:nvPicPr>
              <p:blipFill>
                <a:blip r:embed="rId156"/>
                <a:stretch>
                  <a:fillRect/>
                </a:stretch>
              </p:blipFill>
              <p:spPr>
                <a:xfrm>
                  <a:off x="6666134" y="3867176"/>
                  <a:ext cx="193680" cy="168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9" name="Group 158">
            <a:extLst>
              <a:ext uri="{FF2B5EF4-FFF2-40B4-BE49-F238E27FC236}">
                <a16:creationId xmlns:a16="http://schemas.microsoft.com/office/drawing/2014/main" id="{8A2A8F04-2731-A269-E86A-EA26BDB76735}"/>
              </a:ext>
            </a:extLst>
          </p:cNvPr>
          <p:cNvGrpSpPr/>
          <p:nvPr/>
        </p:nvGrpSpPr>
        <p:grpSpPr>
          <a:xfrm>
            <a:off x="5305334" y="4308536"/>
            <a:ext cx="1084680" cy="379080"/>
            <a:chOff x="5305334" y="4308536"/>
            <a:chExt cx="1084680" cy="379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57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15D6A069-F0D4-27B3-981B-CB09900E2670}"/>
                    </a:ext>
                  </a:extLst>
                </p14:cNvPr>
                <p14:cNvContentPartPr/>
                <p14:nvPr/>
              </p14:nvContentPartPr>
              <p14:xfrm>
                <a:off x="5319014" y="4382336"/>
                <a:ext cx="129240" cy="254520"/>
              </p14:xfrm>
            </p:contentPart>
          </mc:Choice>
          <mc:Fallback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15D6A069-F0D4-27B3-981B-CB09900E2670}"/>
                    </a:ext>
                  </a:extLst>
                </p:cNvPr>
                <p:cNvPicPr/>
                <p:nvPr/>
              </p:nvPicPr>
              <p:blipFill>
                <a:blip r:embed="rId158"/>
                <a:stretch>
                  <a:fillRect/>
                </a:stretch>
              </p:blipFill>
              <p:spPr>
                <a:xfrm>
                  <a:off x="5301374" y="4364336"/>
                  <a:ext cx="164880" cy="29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9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536F1788-9F92-7F20-BD33-34834E369369}"/>
                    </a:ext>
                  </a:extLst>
                </p14:cNvPr>
                <p14:cNvContentPartPr/>
                <p14:nvPr/>
              </p14:nvContentPartPr>
              <p14:xfrm>
                <a:off x="5305334" y="4513736"/>
                <a:ext cx="196920" cy="116640"/>
              </p14:xfrm>
            </p:contentPart>
          </mc:Choice>
          <mc:Fallback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536F1788-9F92-7F20-BD33-34834E369369}"/>
                    </a:ext>
                  </a:extLst>
                </p:cNvPr>
                <p:cNvPicPr/>
                <p:nvPr/>
              </p:nvPicPr>
              <p:blipFill>
                <a:blip r:embed="rId160"/>
                <a:stretch>
                  <a:fillRect/>
                </a:stretch>
              </p:blipFill>
              <p:spPr>
                <a:xfrm>
                  <a:off x="5287334" y="4495736"/>
                  <a:ext cx="232560" cy="15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1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687CF001-2CD4-7762-C363-F52627601A4D}"/>
                    </a:ext>
                  </a:extLst>
                </p14:cNvPr>
                <p14:cNvContentPartPr/>
                <p14:nvPr/>
              </p14:nvContentPartPr>
              <p14:xfrm>
                <a:off x="5551214" y="4509776"/>
                <a:ext cx="98640" cy="145440"/>
              </p14:xfrm>
            </p:contentPart>
          </mc:Choice>
          <mc:Fallback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687CF001-2CD4-7762-C363-F52627601A4D}"/>
                    </a:ext>
                  </a:extLst>
                </p:cNvPr>
                <p:cNvPicPr/>
                <p:nvPr/>
              </p:nvPicPr>
              <p:blipFill>
                <a:blip r:embed="rId162"/>
                <a:stretch>
                  <a:fillRect/>
                </a:stretch>
              </p:blipFill>
              <p:spPr>
                <a:xfrm>
                  <a:off x="5533214" y="4491776"/>
                  <a:ext cx="134280" cy="18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3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7BA387CD-0F9A-D109-E034-36B63D8FFFBF}"/>
                    </a:ext>
                  </a:extLst>
                </p14:cNvPr>
                <p14:cNvContentPartPr/>
                <p14:nvPr/>
              </p14:nvContentPartPr>
              <p14:xfrm>
                <a:off x="5731214" y="4332656"/>
                <a:ext cx="79560" cy="265680"/>
              </p14:xfrm>
            </p:contentPart>
          </mc:Choice>
          <mc:Fallback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7BA387CD-0F9A-D109-E034-36B63D8FFFBF}"/>
                    </a:ext>
                  </a:extLst>
                </p:cNvPr>
                <p:cNvPicPr/>
                <p:nvPr/>
              </p:nvPicPr>
              <p:blipFill>
                <a:blip r:embed="rId164"/>
                <a:stretch>
                  <a:fillRect/>
                </a:stretch>
              </p:blipFill>
              <p:spPr>
                <a:xfrm>
                  <a:off x="5713574" y="4314656"/>
                  <a:ext cx="115200" cy="30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5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DE6076AA-8D15-5050-A8F4-FE136F50D7CD}"/>
                    </a:ext>
                  </a:extLst>
                </p14:cNvPr>
                <p14:cNvContentPartPr/>
                <p14:nvPr/>
              </p14:nvContentPartPr>
              <p14:xfrm>
                <a:off x="5769014" y="4496816"/>
                <a:ext cx="145080" cy="36000"/>
              </p14:xfrm>
            </p:contentPart>
          </mc:Choice>
          <mc:Fallback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DE6076AA-8D15-5050-A8F4-FE136F50D7CD}"/>
                    </a:ext>
                  </a:extLst>
                </p:cNvPr>
                <p:cNvPicPr/>
                <p:nvPr/>
              </p:nvPicPr>
              <p:blipFill>
                <a:blip r:embed="rId166"/>
                <a:stretch>
                  <a:fillRect/>
                </a:stretch>
              </p:blipFill>
              <p:spPr>
                <a:xfrm>
                  <a:off x="5751374" y="4479176"/>
                  <a:ext cx="180720" cy="7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7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7297A67C-61B7-24D3-2B91-522955EF921C}"/>
                    </a:ext>
                  </a:extLst>
                </p14:cNvPr>
                <p14:cNvContentPartPr/>
                <p14:nvPr/>
              </p14:nvContentPartPr>
              <p14:xfrm>
                <a:off x="5997974" y="4308536"/>
                <a:ext cx="156600" cy="243360"/>
              </p14:xfrm>
            </p:contentPart>
          </mc:Choice>
          <mc:Fallback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7297A67C-61B7-24D3-2B91-522955EF921C}"/>
                    </a:ext>
                  </a:extLst>
                </p:cNvPr>
                <p:cNvPicPr/>
                <p:nvPr/>
              </p:nvPicPr>
              <p:blipFill>
                <a:blip r:embed="rId168"/>
                <a:stretch>
                  <a:fillRect/>
                </a:stretch>
              </p:blipFill>
              <p:spPr>
                <a:xfrm>
                  <a:off x="5979974" y="4290536"/>
                  <a:ext cx="192240" cy="27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9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51BF33E3-6C02-F403-2BE7-18700DFD80E4}"/>
                    </a:ext>
                  </a:extLst>
                </p14:cNvPr>
                <p14:cNvContentPartPr/>
                <p14:nvPr/>
              </p14:nvContentPartPr>
              <p14:xfrm>
                <a:off x="6048734" y="4437056"/>
                <a:ext cx="145080" cy="116640"/>
              </p14:xfrm>
            </p:contentPart>
          </mc:Choice>
          <mc:Fallback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51BF33E3-6C02-F403-2BE7-18700DFD80E4}"/>
                    </a:ext>
                  </a:extLst>
                </p:cNvPr>
                <p:cNvPicPr/>
                <p:nvPr/>
              </p:nvPicPr>
              <p:blipFill>
                <a:blip r:embed="rId170"/>
                <a:stretch>
                  <a:fillRect/>
                </a:stretch>
              </p:blipFill>
              <p:spPr>
                <a:xfrm>
                  <a:off x="6030734" y="4419056"/>
                  <a:ext cx="180720" cy="15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1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1CBBAB80-B49D-74D7-B024-4C90FB99712A}"/>
                    </a:ext>
                  </a:extLst>
                </p14:cNvPr>
                <p14:cNvContentPartPr/>
                <p14:nvPr/>
              </p14:nvContentPartPr>
              <p14:xfrm>
                <a:off x="6340694" y="4474136"/>
                <a:ext cx="49320" cy="110880"/>
              </p14:xfrm>
            </p:contentPart>
          </mc:Choice>
          <mc:Fallback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1CBBAB80-B49D-74D7-B024-4C90FB99712A}"/>
                    </a:ext>
                  </a:extLst>
                </p:cNvPr>
                <p:cNvPicPr/>
                <p:nvPr/>
              </p:nvPicPr>
              <p:blipFill>
                <a:blip r:embed="rId172"/>
                <a:stretch>
                  <a:fillRect/>
                </a:stretch>
              </p:blipFill>
              <p:spPr>
                <a:xfrm>
                  <a:off x="6323054" y="4456136"/>
                  <a:ext cx="84960" cy="14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3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282B8F1A-7B12-0A5A-7E64-95C22B9824C6}"/>
                    </a:ext>
                  </a:extLst>
                </p14:cNvPr>
                <p14:cNvContentPartPr/>
                <p14:nvPr/>
              </p14:nvContentPartPr>
              <p14:xfrm>
                <a:off x="6309014" y="4598696"/>
                <a:ext cx="76680" cy="88920"/>
              </p14:xfrm>
            </p:contentPart>
          </mc:Choice>
          <mc:Fallback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282B8F1A-7B12-0A5A-7E64-95C22B9824C6}"/>
                    </a:ext>
                  </a:extLst>
                </p:cNvPr>
                <p:cNvPicPr/>
                <p:nvPr/>
              </p:nvPicPr>
              <p:blipFill>
                <a:blip r:embed="rId174"/>
                <a:stretch>
                  <a:fillRect/>
                </a:stretch>
              </p:blipFill>
              <p:spPr>
                <a:xfrm>
                  <a:off x="6291014" y="4581056"/>
                  <a:ext cx="112320" cy="1245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75">
            <p14:nvContentPartPr>
              <p14:cNvPr id="160" name="Ink 159">
                <a:extLst>
                  <a:ext uri="{FF2B5EF4-FFF2-40B4-BE49-F238E27FC236}">
                    <a16:creationId xmlns:a16="http://schemas.microsoft.com/office/drawing/2014/main" id="{BE3CC8DD-AE3B-83F4-13B5-DED61D6D5271}"/>
                  </a:ext>
                </a:extLst>
              </p14:cNvPr>
              <p14:cNvContentPartPr/>
              <p14:nvPr/>
            </p14:nvContentPartPr>
            <p14:xfrm>
              <a:off x="6013454" y="4780136"/>
              <a:ext cx="312840" cy="58320"/>
            </p14:xfrm>
          </p:contentPart>
        </mc:Choice>
        <mc:Fallback>
          <p:pic>
            <p:nvPicPr>
              <p:cNvPr id="160" name="Ink 159">
                <a:extLst>
                  <a:ext uri="{FF2B5EF4-FFF2-40B4-BE49-F238E27FC236}">
                    <a16:creationId xmlns:a16="http://schemas.microsoft.com/office/drawing/2014/main" id="{BE3CC8DD-AE3B-83F4-13B5-DED61D6D5271}"/>
                  </a:ext>
                </a:extLst>
              </p:cNvPr>
              <p:cNvPicPr/>
              <p:nvPr/>
            </p:nvPicPr>
            <p:blipFill>
              <a:blip r:embed="rId176"/>
              <a:stretch>
                <a:fillRect/>
              </a:stretch>
            </p:blipFill>
            <p:spPr>
              <a:xfrm>
                <a:off x="5995454" y="4762136"/>
                <a:ext cx="348480" cy="93960"/>
              </a:xfrm>
              <a:prstGeom prst="rect">
                <a:avLst/>
              </a:prstGeom>
            </p:spPr>
          </p:pic>
        </mc:Fallback>
      </mc:AlternateContent>
      <p:grpSp>
        <p:nvGrpSpPr>
          <p:cNvPr id="165" name="Group 164">
            <a:extLst>
              <a:ext uri="{FF2B5EF4-FFF2-40B4-BE49-F238E27FC236}">
                <a16:creationId xmlns:a16="http://schemas.microsoft.com/office/drawing/2014/main" id="{54AC2AE4-2BAA-EF61-0773-B0A5B809A17E}"/>
              </a:ext>
            </a:extLst>
          </p:cNvPr>
          <p:cNvGrpSpPr/>
          <p:nvPr/>
        </p:nvGrpSpPr>
        <p:grpSpPr>
          <a:xfrm>
            <a:off x="5586134" y="5098376"/>
            <a:ext cx="169560" cy="619200"/>
            <a:chOff x="5586134" y="5098376"/>
            <a:chExt cx="169560" cy="6192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77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438FE4FF-0974-9F1B-6EE4-B5039DF4C371}"/>
                    </a:ext>
                  </a:extLst>
                </p14:cNvPr>
                <p14:cNvContentPartPr/>
                <p14:nvPr/>
              </p14:nvContentPartPr>
              <p14:xfrm>
                <a:off x="5708894" y="5098376"/>
                <a:ext cx="23760" cy="443520"/>
              </p14:xfrm>
            </p:contentPart>
          </mc:Choice>
          <mc:Fallback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438FE4FF-0974-9F1B-6EE4-B5039DF4C371}"/>
                    </a:ext>
                  </a:extLst>
                </p:cNvPr>
                <p:cNvPicPr/>
                <p:nvPr/>
              </p:nvPicPr>
              <p:blipFill>
                <a:blip r:embed="rId178"/>
                <a:stretch>
                  <a:fillRect/>
                </a:stretch>
              </p:blipFill>
              <p:spPr>
                <a:xfrm>
                  <a:off x="5690894" y="5080736"/>
                  <a:ext cx="59400" cy="47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9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8000F0F3-8A97-BE1E-402E-05BBB82DA4A3}"/>
                    </a:ext>
                  </a:extLst>
                </p14:cNvPr>
                <p14:cNvContentPartPr/>
                <p14:nvPr/>
              </p14:nvContentPartPr>
              <p14:xfrm>
                <a:off x="5634014" y="5555576"/>
                <a:ext cx="79560" cy="8640"/>
              </p14:xfrm>
            </p:contentPart>
          </mc:Choice>
          <mc:Fallback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8000F0F3-8A97-BE1E-402E-05BBB82DA4A3}"/>
                    </a:ext>
                  </a:extLst>
                </p:cNvPr>
                <p:cNvPicPr/>
                <p:nvPr/>
              </p:nvPicPr>
              <p:blipFill>
                <a:blip r:embed="rId180"/>
                <a:stretch>
                  <a:fillRect/>
                </a:stretch>
              </p:blipFill>
              <p:spPr>
                <a:xfrm>
                  <a:off x="5616374" y="5537576"/>
                  <a:ext cx="115200" cy="4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1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91D31914-DC76-23A3-8B34-2DEB09D61D1D}"/>
                    </a:ext>
                  </a:extLst>
                </p14:cNvPr>
                <p14:cNvContentPartPr/>
                <p14:nvPr/>
              </p14:nvContentPartPr>
              <p14:xfrm>
                <a:off x="5586134" y="5612096"/>
                <a:ext cx="169560" cy="105480"/>
              </p14:xfrm>
            </p:contentPart>
          </mc:Choice>
          <mc:Fallback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91D31914-DC76-23A3-8B34-2DEB09D61D1D}"/>
                    </a:ext>
                  </a:extLst>
                </p:cNvPr>
                <p:cNvPicPr/>
                <p:nvPr/>
              </p:nvPicPr>
              <p:blipFill>
                <a:blip r:embed="rId182"/>
                <a:stretch>
                  <a:fillRect/>
                </a:stretch>
              </p:blipFill>
              <p:spPr>
                <a:xfrm>
                  <a:off x="5568134" y="5594456"/>
                  <a:ext cx="205200" cy="141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3" name="Group 172">
            <a:extLst>
              <a:ext uri="{FF2B5EF4-FFF2-40B4-BE49-F238E27FC236}">
                <a16:creationId xmlns:a16="http://schemas.microsoft.com/office/drawing/2014/main" id="{C196DBA4-3798-916D-D2C4-78664FE9D9F2}"/>
              </a:ext>
            </a:extLst>
          </p:cNvPr>
          <p:cNvGrpSpPr/>
          <p:nvPr/>
        </p:nvGrpSpPr>
        <p:grpSpPr>
          <a:xfrm>
            <a:off x="9279014" y="2481176"/>
            <a:ext cx="585360" cy="946440"/>
            <a:chOff x="9279014" y="2481176"/>
            <a:chExt cx="585360" cy="946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83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46C4BA83-E93D-CE40-17D7-9F271BDB9D0F}"/>
                    </a:ext>
                  </a:extLst>
                </p14:cNvPr>
                <p14:cNvContentPartPr/>
                <p14:nvPr/>
              </p14:nvContentPartPr>
              <p14:xfrm>
                <a:off x="9402134" y="2715896"/>
                <a:ext cx="21960" cy="711720"/>
              </p14:xfrm>
            </p:contentPart>
          </mc:Choice>
          <mc:Fallback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46C4BA83-E93D-CE40-17D7-9F271BDB9D0F}"/>
                    </a:ext>
                  </a:extLst>
                </p:cNvPr>
                <p:cNvPicPr/>
                <p:nvPr/>
              </p:nvPicPr>
              <p:blipFill>
                <a:blip r:embed="rId184"/>
                <a:stretch>
                  <a:fillRect/>
                </a:stretch>
              </p:blipFill>
              <p:spPr>
                <a:xfrm>
                  <a:off x="9384494" y="2697896"/>
                  <a:ext cx="57600" cy="74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5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1713E0A6-6CF4-5AB4-598E-C4D7C1D9D335}"/>
                    </a:ext>
                  </a:extLst>
                </p14:cNvPr>
                <p14:cNvContentPartPr/>
                <p14:nvPr/>
              </p14:nvContentPartPr>
              <p14:xfrm>
                <a:off x="9336974" y="2704376"/>
                <a:ext cx="216000" cy="30240"/>
              </p14:xfrm>
            </p:contentPart>
          </mc:Choice>
          <mc:Fallback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1713E0A6-6CF4-5AB4-598E-C4D7C1D9D335}"/>
                    </a:ext>
                  </a:extLst>
                </p:cNvPr>
                <p:cNvPicPr/>
                <p:nvPr/>
              </p:nvPicPr>
              <p:blipFill>
                <a:blip r:embed="rId186"/>
                <a:stretch>
                  <a:fillRect/>
                </a:stretch>
              </p:blipFill>
              <p:spPr>
                <a:xfrm>
                  <a:off x="9318974" y="2686376"/>
                  <a:ext cx="251640" cy="6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7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7E79BF4D-2D4E-77D2-9C48-9F4362523379}"/>
                    </a:ext>
                  </a:extLst>
                </p14:cNvPr>
                <p14:cNvContentPartPr/>
                <p14:nvPr/>
              </p14:nvContentPartPr>
              <p14:xfrm>
                <a:off x="9279014" y="2535176"/>
                <a:ext cx="383760" cy="177840"/>
              </p14:xfrm>
            </p:contentPart>
          </mc:Choice>
          <mc:Fallback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7E79BF4D-2D4E-77D2-9C48-9F4362523379}"/>
                    </a:ext>
                  </a:extLst>
                </p:cNvPr>
                <p:cNvPicPr/>
                <p:nvPr/>
              </p:nvPicPr>
              <p:blipFill>
                <a:blip r:embed="rId188"/>
                <a:stretch>
                  <a:fillRect/>
                </a:stretch>
              </p:blipFill>
              <p:spPr>
                <a:xfrm>
                  <a:off x="9261374" y="2517176"/>
                  <a:ext cx="419400" cy="21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9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7004CF2D-B66E-4B28-2747-C665AA1342D3}"/>
                    </a:ext>
                  </a:extLst>
                </p14:cNvPr>
                <p14:cNvContentPartPr/>
                <p14:nvPr/>
              </p14:nvContentPartPr>
              <p14:xfrm>
                <a:off x="9774014" y="2481176"/>
                <a:ext cx="47520" cy="717840"/>
              </p14:xfrm>
            </p:contentPart>
          </mc:Choice>
          <mc:Fallback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7004CF2D-B66E-4B28-2747-C665AA1342D3}"/>
                    </a:ext>
                  </a:extLst>
                </p:cNvPr>
                <p:cNvPicPr/>
                <p:nvPr/>
              </p:nvPicPr>
              <p:blipFill>
                <a:blip r:embed="rId190"/>
                <a:stretch>
                  <a:fillRect/>
                </a:stretch>
              </p:blipFill>
              <p:spPr>
                <a:xfrm>
                  <a:off x="9756014" y="2463536"/>
                  <a:ext cx="83160" cy="75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1">
              <p14:nvContentPartPr>
                <p14:cNvPr id="170" name="Ink 169">
                  <a:extLst>
                    <a:ext uri="{FF2B5EF4-FFF2-40B4-BE49-F238E27FC236}">
                      <a16:creationId xmlns:a16="http://schemas.microsoft.com/office/drawing/2014/main" id="{FABB3240-4777-B01B-7B73-44CECDF8FC3A}"/>
                    </a:ext>
                  </a:extLst>
                </p14:cNvPr>
                <p14:cNvContentPartPr/>
                <p14:nvPr/>
              </p14:nvContentPartPr>
              <p14:xfrm>
                <a:off x="9712814" y="3148256"/>
                <a:ext cx="106920" cy="22320"/>
              </p14:xfrm>
            </p:contentPart>
          </mc:Choice>
          <mc:Fallback>
            <p:pic>
              <p:nvPicPr>
                <p:cNvPr id="170" name="Ink 169">
                  <a:extLst>
                    <a:ext uri="{FF2B5EF4-FFF2-40B4-BE49-F238E27FC236}">
                      <a16:creationId xmlns:a16="http://schemas.microsoft.com/office/drawing/2014/main" id="{FABB3240-4777-B01B-7B73-44CECDF8FC3A}"/>
                    </a:ext>
                  </a:extLst>
                </p:cNvPr>
                <p:cNvPicPr/>
                <p:nvPr/>
              </p:nvPicPr>
              <p:blipFill>
                <a:blip r:embed="rId192"/>
                <a:stretch>
                  <a:fillRect/>
                </a:stretch>
              </p:blipFill>
              <p:spPr>
                <a:xfrm>
                  <a:off x="9695174" y="3130256"/>
                  <a:ext cx="142560" cy="5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3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B10E40F8-C951-623C-D1AB-BCA9A165F60A}"/>
                    </a:ext>
                  </a:extLst>
                </p14:cNvPr>
                <p14:cNvContentPartPr/>
                <p14:nvPr/>
              </p14:nvContentPartPr>
              <p14:xfrm>
                <a:off x="9667454" y="3118736"/>
                <a:ext cx="196920" cy="168120"/>
              </p14:xfrm>
            </p:contentPart>
          </mc:Choice>
          <mc:Fallback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B10E40F8-C951-623C-D1AB-BCA9A165F60A}"/>
                    </a:ext>
                  </a:extLst>
                </p:cNvPr>
                <p:cNvPicPr/>
                <p:nvPr/>
              </p:nvPicPr>
              <p:blipFill>
                <a:blip r:embed="rId194"/>
                <a:stretch>
                  <a:fillRect/>
                </a:stretch>
              </p:blipFill>
              <p:spPr>
                <a:xfrm>
                  <a:off x="9649454" y="3101096"/>
                  <a:ext cx="232560" cy="203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7" name="Group 176">
            <a:extLst>
              <a:ext uri="{FF2B5EF4-FFF2-40B4-BE49-F238E27FC236}">
                <a16:creationId xmlns:a16="http://schemas.microsoft.com/office/drawing/2014/main" id="{EAB5CEE6-C06C-2A3E-A8F6-E7E020AC5E98}"/>
              </a:ext>
            </a:extLst>
          </p:cNvPr>
          <p:cNvGrpSpPr/>
          <p:nvPr/>
        </p:nvGrpSpPr>
        <p:grpSpPr>
          <a:xfrm>
            <a:off x="9369374" y="5476016"/>
            <a:ext cx="1413360" cy="327600"/>
            <a:chOff x="9369374" y="5476016"/>
            <a:chExt cx="1413360" cy="327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95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90898EE6-D3D8-C3CC-63B6-F3F73DB3BC91}"/>
                    </a:ext>
                  </a:extLst>
                </p14:cNvPr>
                <p14:cNvContentPartPr/>
                <p14:nvPr/>
              </p14:nvContentPartPr>
              <p14:xfrm>
                <a:off x="9369374" y="5476016"/>
                <a:ext cx="906480" cy="4680"/>
              </p14:xfrm>
            </p:contentPart>
          </mc:Choice>
          <mc:Fallback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90898EE6-D3D8-C3CC-63B6-F3F73DB3BC91}"/>
                    </a:ext>
                  </a:extLst>
                </p:cNvPr>
                <p:cNvPicPr/>
                <p:nvPr/>
              </p:nvPicPr>
              <p:blipFill>
                <a:blip r:embed="rId196"/>
                <a:stretch>
                  <a:fillRect/>
                </a:stretch>
              </p:blipFill>
              <p:spPr>
                <a:xfrm>
                  <a:off x="9351734" y="5458016"/>
                  <a:ext cx="942120" cy="4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7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4216DDD6-324C-D7B9-3A03-6518D3AB52EB}"/>
                    </a:ext>
                  </a:extLst>
                </p14:cNvPr>
                <p14:cNvContentPartPr/>
                <p14:nvPr/>
              </p14:nvContentPartPr>
              <p14:xfrm>
                <a:off x="9415814" y="5496536"/>
                <a:ext cx="1366920" cy="307080"/>
              </p14:xfrm>
            </p:contentPart>
          </mc:Choice>
          <mc:Fallback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4216DDD6-324C-D7B9-3A03-6518D3AB52EB}"/>
                    </a:ext>
                  </a:extLst>
                </p:cNvPr>
                <p:cNvPicPr/>
                <p:nvPr/>
              </p:nvPicPr>
              <p:blipFill>
                <a:blip r:embed="rId198"/>
                <a:stretch>
                  <a:fillRect/>
                </a:stretch>
              </p:blipFill>
              <p:spPr>
                <a:xfrm>
                  <a:off x="9397814" y="5478896"/>
                  <a:ext cx="1402560" cy="34272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81490981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6096A8-08E4-E792-9DA9-2BBB3912F2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¿</a:t>
            </a:r>
            <a:r>
              <a:rPr lang="en-US" dirty="0" err="1"/>
              <a:t>Qué</a:t>
            </a:r>
            <a:r>
              <a:rPr lang="en-US" dirty="0"/>
              <a:t> </a:t>
            </a:r>
            <a:r>
              <a:rPr lang="en-US" dirty="0" err="1"/>
              <a:t>criterios</a:t>
            </a:r>
            <a:r>
              <a:rPr lang="en-US" dirty="0"/>
              <a:t> se </a:t>
            </a:r>
            <a:r>
              <a:rPr lang="en-US" dirty="0" err="1"/>
              <a:t>pueden</a:t>
            </a:r>
            <a:r>
              <a:rPr lang="en-US" dirty="0"/>
              <a:t> </a:t>
            </a:r>
            <a:r>
              <a:rPr lang="en-US" dirty="0" err="1"/>
              <a:t>utilizar</a:t>
            </a:r>
            <a:r>
              <a:rPr lang="en-US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111A15-E9AF-12EA-B0D2-BFF99E303B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Valores de p</a:t>
            </a:r>
          </a:p>
          <a:p>
            <a:r>
              <a:rPr lang="en-US" dirty="0"/>
              <a:t>AIC</a:t>
            </a:r>
          </a:p>
          <a:p>
            <a:r>
              <a:rPr lang="en-US" dirty="0"/>
              <a:t>BIC</a:t>
            </a:r>
          </a:p>
          <a:p>
            <a:r>
              <a:rPr lang="en-US" dirty="0"/>
              <a:t>ANOVA para </a:t>
            </a:r>
            <a:r>
              <a:rPr lang="en-US" dirty="0" err="1"/>
              <a:t>modelos</a:t>
            </a:r>
            <a:r>
              <a:rPr lang="en-US" dirty="0"/>
              <a:t> </a:t>
            </a:r>
            <a:r>
              <a:rPr lang="en-US" dirty="0" err="1"/>
              <a:t>anidados</a:t>
            </a:r>
            <a:endParaRPr lang="en-US" dirty="0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4C5086EC-820F-360E-E55D-F8EBA5D33F4E}"/>
              </a:ext>
            </a:extLst>
          </p:cNvPr>
          <p:cNvGrpSpPr/>
          <p:nvPr/>
        </p:nvGrpSpPr>
        <p:grpSpPr>
          <a:xfrm>
            <a:off x="3148574" y="1617176"/>
            <a:ext cx="3222000" cy="545040"/>
            <a:chOff x="3148574" y="1617176"/>
            <a:chExt cx="3222000" cy="545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DA21D3C0-82E4-E053-9B71-9AFB461C07D0}"/>
                    </a:ext>
                  </a:extLst>
                </p14:cNvPr>
                <p14:cNvContentPartPr/>
                <p14:nvPr/>
              </p14:nvContentPartPr>
              <p14:xfrm>
                <a:off x="3148574" y="2021456"/>
                <a:ext cx="1403640" cy="18000"/>
              </p14:xfrm>
            </p:contentPart>
          </mc:Choice>
          <mc:Fallback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DA21D3C0-82E4-E053-9B71-9AFB461C07D0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3130574" y="2003456"/>
                  <a:ext cx="1439280" cy="5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C654B9BC-C3F1-BE86-240A-E165956C0FD3}"/>
                    </a:ext>
                  </a:extLst>
                </p14:cNvPr>
                <p14:cNvContentPartPr/>
                <p14:nvPr/>
              </p14:nvContentPartPr>
              <p14:xfrm>
                <a:off x="4581734" y="1926776"/>
                <a:ext cx="202320" cy="23544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C654B9BC-C3F1-BE86-240A-E165956C0FD3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4564094" y="1909136"/>
                  <a:ext cx="237960" cy="27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9AF76DA7-6DB8-2AF7-477D-CE6250E8E65C}"/>
                    </a:ext>
                  </a:extLst>
                </p14:cNvPr>
                <p14:cNvContentPartPr/>
                <p14:nvPr/>
              </p14:nvContentPartPr>
              <p14:xfrm>
                <a:off x="5231174" y="1648856"/>
                <a:ext cx="483480" cy="451800"/>
              </p14:xfrm>
            </p:contentPart>
          </mc:Choice>
          <mc:Fallback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9AF76DA7-6DB8-2AF7-477D-CE6250E8E65C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5213534" y="1630856"/>
                  <a:ext cx="519120" cy="48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ED928417-F44B-520F-2649-C037E3F315E1}"/>
                    </a:ext>
                  </a:extLst>
                </p14:cNvPr>
                <p14:cNvContentPartPr/>
                <p14:nvPr/>
              </p14:nvContentPartPr>
              <p14:xfrm>
                <a:off x="5961974" y="1617176"/>
                <a:ext cx="408600" cy="39240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ED928417-F44B-520F-2649-C037E3F315E1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5944334" y="1599176"/>
                  <a:ext cx="444240" cy="4280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0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B12C45D9-6DB3-6443-1DB9-499F87ED6592}"/>
                  </a:ext>
                </a:extLst>
              </p14:cNvPr>
              <p14:cNvContentPartPr/>
              <p14:nvPr/>
            </p14:nvContentPartPr>
            <p14:xfrm>
              <a:off x="2063174" y="2331416"/>
              <a:ext cx="2599200" cy="198720"/>
            </p14:xfrm>
          </p:contentPart>
        </mc:Choice>
        <mc:Fallback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B12C45D9-6DB3-6443-1DB9-499F87ED6592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2045174" y="2313416"/>
                <a:ext cx="2634840" cy="234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2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11B93575-EE15-A8A0-75C6-2D0C1E211C9C}"/>
                  </a:ext>
                </a:extLst>
              </p14:cNvPr>
              <p14:cNvContentPartPr/>
              <p14:nvPr/>
            </p14:nvContentPartPr>
            <p14:xfrm>
              <a:off x="2149574" y="2782136"/>
              <a:ext cx="3150000" cy="310320"/>
            </p14:xfrm>
          </p:contentPart>
        </mc:Choice>
        <mc:Fallback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11B93575-EE15-A8A0-75C6-2D0C1E211C9C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2131574" y="2764136"/>
                <a:ext cx="3185640" cy="345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4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BC373A98-7051-27B9-0DB7-5344E7A798E5}"/>
                  </a:ext>
                </a:extLst>
              </p14:cNvPr>
              <p14:cNvContentPartPr/>
              <p14:nvPr/>
            </p14:nvContentPartPr>
            <p14:xfrm>
              <a:off x="6350054" y="3391616"/>
              <a:ext cx="606600" cy="199800"/>
            </p14:xfrm>
          </p:contentPart>
        </mc:Choice>
        <mc:Fallback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BC373A98-7051-27B9-0DB7-5344E7A798E5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6332414" y="3373976"/>
                <a:ext cx="642240" cy="235440"/>
              </a:xfrm>
              <a:prstGeom prst="rect">
                <a:avLst/>
              </a:prstGeom>
            </p:spPr>
          </p:pic>
        </mc:Fallback>
      </mc:AlternateContent>
      <p:grpSp>
        <p:nvGrpSpPr>
          <p:cNvPr id="22" name="Group 21">
            <a:extLst>
              <a:ext uri="{FF2B5EF4-FFF2-40B4-BE49-F238E27FC236}">
                <a16:creationId xmlns:a16="http://schemas.microsoft.com/office/drawing/2014/main" id="{E126CB9A-F942-BC15-B66D-ED3AB92B60C0}"/>
              </a:ext>
            </a:extLst>
          </p:cNvPr>
          <p:cNvGrpSpPr/>
          <p:nvPr/>
        </p:nvGrpSpPr>
        <p:grpSpPr>
          <a:xfrm>
            <a:off x="5820854" y="2206856"/>
            <a:ext cx="1206720" cy="686160"/>
            <a:chOff x="5820854" y="2206856"/>
            <a:chExt cx="1206720" cy="686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D4F8310F-3745-3954-7D9B-3B958766BB2B}"/>
                    </a:ext>
                  </a:extLst>
                </p14:cNvPr>
                <p14:cNvContentPartPr/>
                <p14:nvPr/>
              </p14:nvContentPartPr>
              <p14:xfrm>
                <a:off x="5820854" y="2217656"/>
                <a:ext cx="439560" cy="26244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D4F8310F-3745-3954-7D9B-3B958766BB2B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5802854" y="2200016"/>
                  <a:ext cx="475200" cy="29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B9159284-1E28-A96D-BA98-9C8DC3B2DF5B}"/>
                    </a:ext>
                  </a:extLst>
                </p14:cNvPr>
                <p14:cNvContentPartPr/>
                <p14:nvPr/>
              </p14:nvContentPartPr>
              <p14:xfrm>
                <a:off x="6569294" y="2206856"/>
                <a:ext cx="270720" cy="18864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B9159284-1E28-A96D-BA98-9C8DC3B2DF5B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6551654" y="2188856"/>
                  <a:ext cx="306360" cy="22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C58E2CC9-8CE2-6DC7-5A8C-0D30DDD41EB6}"/>
                    </a:ext>
                  </a:extLst>
                </p14:cNvPr>
                <p14:cNvContentPartPr/>
                <p14:nvPr/>
              </p14:nvContentPartPr>
              <p14:xfrm>
                <a:off x="5884214" y="2630216"/>
                <a:ext cx="507600" cy="24876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C58E2CC9-8CE2-6DC7-5A8C-0D30DDD41EB6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866214" y="2612216"/>
                  <a:ext cx="543240" cy="28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4A3587BD-C449-865D-291A-CE624F79CE1D}"/>
                    </a:ext>
                  </a:extLst>
                </p14:cNvPr>
                <p14:cNvContentPartPr/>
                <p14:nvPr/>
              </p14:nvContentPartPr>
              <p14:xfrm>
                <a:off x="6669734" y="2674136"/>
                <a:ext cx="357840" cy="21888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4A3587BD-C449-865D-291A-CE624F79CE1D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6651734" y="2656496"/>
                  <a:ext cx="393480" cy="254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B1ADCC55-D930-7906-D28F-39C72DEC38A1}"/>
              </a:ext>
            </a:extLst>
          </p:cNvPr>
          <p:cNvGrpSpPr/>
          <p:nvPr/>
        </p:nvGrpSpPr>
        <p:grpSpPr>
          <a:xfrm>
            <a:off x="7245014" y="3101456"/>
            <a:ext cx="835560" cy="313200"/>
            <a:chOff x="7245014" y="3101456"/>
            <a:chExt cx="835560" cy="3132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BCF6537F-0FEA-D087-583C-6620C591D81E}"/>
                    </a:ext>
                  </a:extLst>
                </p14:cNvPr>
                <p14:cNvContentPartPr/>
                <p14:nvPr/>
              </p14:nvContentPartPr>
              <p14:xfrm>
                <a:off x="7245014" y="3101456"/>
                <a:ext cx="332280" cy="26496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BCF6537F-0FEA-D087-583C-6620C591D81E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7227014" y="3083456"/>
                  <a:ext cx="367920" cy="30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9E0F67AD-86A7-1560-B671-403FC8F0D188}"/>
                    </a:ext>
                  </a:extLst>
                </p14:cNvPr>
                <p14:cNvContentPartPr/>
                <p14:nvPr/>
              </p14:nvContentPartPr>
              <p14:xfrm>
                <a:off x="7718774" y="3114056"/>
                <a:ext cx="361800" cy="30060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9E0F67AD-86A7-1560-B671-403FC8F0D188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7700774" y="3096416"/>
                  <a:ext cx="397440" cy="3362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8">
            <p14:nvContentPartPr>
              <p14:cNvPr id="23" name="Ink 22">
                <a:extLst>
                  <a:ext uri="{FF2B5EF4-FFF2-40B4-BE49-F238E27FC236}">
                    <a16:creationId xmlns:a16="http://schemas.microsoft.com/office/drawing/2014/main" id="{629C5669-0E0A-3F2F-EDE5-6BB80C0F7631}"/>
                  </a:ext>
                </a:extLst>
              </p14:cNvPr>
              <p14:cNvContentPartPr/>
              <p14:nvPr/>
            </p14:nvContentPartPr>
            <p14:xfrm>
              <a:off x="940694" y="2773496"/>
              <a:ext cx="1115280" cy="55800"/>
            </p14:xfrm>
          </p:contentPart>
        </mc:Choice>
        <mc:Fallback>
          <p:pic>
            <p:nvPicPr>
              <p:cNvPr id="23" name="Ink 22">
                <a:extLst>
                  <a:ext uri="{FF2B5EF4-FFF2-40B4-BE49-F238E27FC236}">
                    <a16:creationId xmlns:a16="http://schemas.microsoft.com/office/drawing/2014/main" id="{629C5669-0E0A-3F2F-EDE5-6BB80C0F7631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922694" y="2755496"/>
                <a:ext cx="1150920" cy="91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0">
            <p14:nvContentPartPr>
              <p14:cNvPr id="24" name="Ink 23">
                <a:extLst>
                  <a:ext uri="{FF2B5EF4-FFF2-40B4-BE49-F238E27FC236}">
                    <a16:creationId xmlns:a16="http://schemas.microsoft.com/office/drawing/2014/main" id="{55BDEBE6-D9F3-98A8-A54E-5763281BA7D6}"/>
                  </a:ext>
                </a:extLst>
              </p14:cNvPr>
              <p14:cNvContentPartPr/>
              <p14:nvPr/>
            </p14:nvContentPartPr>
            <p14:xfrm>
              <a:off x="1037894" y="3330056"/>
              <a:ext cx="791640" cy="24480"/>
            </p14:xfrm>
          </p:contentPart>
        </mc:Choice>
        <mc:Fallback>
          <p:pic>
            <p:nvPicPr>
              <p:cNvPr id="24" name="Ink 23">
                <a:extLst>
                  <a:ext uri="{FF2B5EF4-FFF2-40B4-BE49-F238E27FC236}">
                    <a16:creationId xmlns:a16="http://schemas.microsoft.com/office/drawing/2014/main" id="{55BDEBE6-D9F3-98A8-A54E-5763281BA7D6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1019894" y="3312416"/>
                <a:ext cx="827280" cy="60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2">
            <p14:nvContentPartPr>
              <p14:cNvPr id="25" name="Ink 24">
                <a:extLst>
                  <a:ext uri="{FF2B5EF4-FFF2-40B4-BE49-F238E27FC236}">
                    <a16:creationId xmlns:a16="http://schemas.microsoft.com/office/drawing/2014/main" id="{D9E7BD77-6F9F-6C68-5891-5C1C89171AA9}"/>
                  </a:ext>
                </a:extLst>
              </p14:cNvPr>
              <p14:cNvContentPartPr/>
              <p14:nvPr/>
            </p14:nvContentPartPr>
            <p14:xfrm>
              <a:off x="1353614" y="3772136"/>
              <a:ext cx="4572000" cy="74520"/>
            </p14:xfrm>
          </p:contentPart>
        </mc:Choice>
        <mc:Fallback>
          <p:pic>
            <p:nvPicPr>
              <p:cNvPr id="25" name="Ink 24">
                <a:extLst>
                  <a:ext uri="{FF2B5EF4-FFF2-40B4-BE49-F238E27FC236}">
                    <a16:creationId xmlns:a16="http://schemas.microsoft.com/office/drawing/2014/main" id="{D9E7BD77-6F9F-6C68-5891-5C1C89171AA9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1335614" y="3754136"/>
                <a:ext cx="4607640" cy="1101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67962550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30E98F-5469-A412-BC73-C97EA3336E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C60FDE-1163-AB8B-2A9A-AD0C1405EA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770433A7-3DB3-6D90-F16D-A98FBBA5479C}"/>
              </a:ext>
            </a:extLst>
          </p:cNvPr>
          <p:cNvGrpSpPr/>
          <p:nvPr/>
        </p:nvGrpSpPr>
        <p:grpSpPr>
          <a:xfrm>
            <a:off x="4521254" y="907976"/>
            <a:ext cx="1593360" cy="419040"/>
            <a:chOff x="4521254" y="907976"/>
            <a:chExt cx="1593360" cy="419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4D17AC86-4C86-5D94-60A2-4FC14FCC2A03}"/>
                    </a:ext>
                  </a:extLst>
                </p14:cNvPr>
                <p14:cNvContentPartPr/>
                <p14:nvPr/>
              </p14:nvContentPartPr>
              <p14:xfrm>
                <a:off x="4521254" y="928856"/>
                <a:ext cx="869040" cy="370800"/>
              </p14:xfrm>
            </p:contentPart>
          </mc:Choice>
          <mc:Fallback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4D17AC86-4C86-5D94-60A2-4FC14FCC2A03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4503614" y="911216"/>
                  <a:ext cx="904680" cy="40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8D8D8CE7-1E86-E7A9-31E8-58023F58981B}"/>
                    </a:ext>
                  </a:extLst>
                </p14:cNvPr>
                <p14:cNvContentPartPr/>
                <p14:nvPr/>
              </p14:nvContentPartPr>
              <p14:xfrm>
                <a:off x="5635814" y="907976"/>
                <a:ext cx="478800" cy="41904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8D8D8CE7-1E86-E7A9-31E8-58023F58981B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5617814" y="890336"/>
                  <a:ext cx="514440" cy="45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1C106EA3-9112-9EF6-A77E-AA348EBE2422}"/>
                    </a:ext>
                  </a:extLst>
                </p14:cNvPr>
                <p14:cNvContentPartPr/>
                <p14:nvPr/>
              </p14:nvContentPartPr>
              <p14:xfrm>
                <a:off x="5738054" y="1108496"/>
                <a:ext cx="353520" cy="58680"/>
              </p14:xfrm>
            </p:contentPart>
          </mc:Choice>
          <mc:Fallback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1C106EA3-9112-9EF6-A77E-AA348EBE2422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5720054" y="1090496"/>
                  <a:ext cx="389160" cy="94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A60EAF29-7894-045B-C15E-5A6ED535204F}"/>
              </a:ext>
            </a:extLst>
          </p:cNvPr>
          <p:cNvGrpSpPr/>
          <p:nvPr/>
        </p:nvGrpSpPr>
        <p:grpSpPr>
          <a:xfrm>
            <a:off x="3341894" y="2453096"/>
            <a:ext cx="489600" cy="424080"/>
            <a:chOff x="3341894" y="2453096"/>
            <a:chExt cx="489600" cy="424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1933E1B9-AF42-BEFD-87EC-B308629B5524}"/>
                    </a:ext>
                  </a:extLst>
                </p14:cNvPr>
                <p14:cNvContentPartPr/>
                <p14:nvPr/>
              </p14:nvContentPartPr>
              <p14:xfrm>
                <a:off x="3341894" y="2453096"/>
                <a:ext cx="189360" cy="42408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1933E1B9-AF42-BEFD-87EC-B308629B5524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3324254" y="2435096"/>
                  <a:ext cx="225000" cy="45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9B992599-E692-BC79-6FA7-9C8639582033}"/>
                    </a:ext>
                  </a:extLst>
                </p14:cNvPr>
                <p14:cNvContentPartPr/>
                <p14:nvPr/>
              </p14:nvContentPartPr>
              <p14:xfrm>
                <a:off x="3353054" y="2556056"/>
                <a:ext cx="240840" cy="16920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9B992599-E692-BC79-6FA7-9C8639582033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3335054" y="2538056"/>
                  <a:ext cx="276480" cy="20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B4C213F3-F9A2-E5C3-26B6-2019A352F92C}"/>
                    </a:ext>
                  </a:extLst>
                </p14:cNvPr>
                <p14:cNvContentPartPr/>
                <p14:nvPr/>
              </p14:nvContentPartPr>
              <p14:xfrm>
                <a:off x="3775694" y="2579816"/>
                <a:ext cx="55800" cy="23904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B4C213F3-F9A2-E5C3-26B6-2019A352F92C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3757694" y="2562176"/>
                  <a:ext cx="91440" cy="274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CC6C91E1-F152-ACF2-8C8C-E2F111E1225C}"/>
              </a:ext>
            </a:extLst>
          </p:cNvPr>
          <p:cNvGrpSpPr/>
          <p:nvPr/>
        </p:nvGrpSpPr>
        <p:grpSpPr>
          <a:xfrm>
            <a:off x="4479494" y="2258696"/>
            <a:ext cx="694080" cy="523800"/>
            <a:chOff x="4479494" y="2258696"/>
            <a:chExt cx="694080" cy="523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3F645F54-F789-B9F8-84A8-95FBFC8C6D0C}"/>
                    </a:ext>
                  </a:extLst>
                </p14:cNvPr>
                <p14:cNvContentPartPr/>
                <p14:nvPr/>
              </p14:nvContentPartPr>
              <p14:xfrm>
                <a:off x="4523774" y="2258696"/>
                <a:ext cx="140040" cy="52380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3F645F54-F789-B9F8-84A8-95FBFC8C6D0C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4505774" y="2240696"/>
                  <a:ext cx="175680" cy="55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9D013376-07BE-32D7-C730-51AB340D14C7}"/>
                    </a:ext>
                  </a:extLst>
                </p14:cNvPr>
                <p14:cNvContentPartPr/>
                <p14:nvPr/>
              </p14:nvContentPartPr>
              <p14:xfrm>
                <a:off x="4479494" y="2459216"/>
                <a:ext cx="259920" cy="16344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9D013376-07BE-32D7-C730-51AB340D14C7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4461494" y="2441576"/>
                  <a:ext cx="295560" cy="19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44C9B73A-5164-7CEE-7127-7BC4867C9A47}"/>
                    </a:ext>
                  </a:extLst>
                </p14:cNvPr>
                <p14:cNvContentPartPr/>
                <p14:nvPr/>
              </p14:nvContentPartPr>
              <p14:xfrm>
                <a:off x="5011214" y="2538776"/>
                <a:ext cx="162360" cy="22392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44C9B73A-5164-7CEE-7127-7BC4867C9A47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4993214" y="2520776"/>
                  <a:ext cx="198000" cy="259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0FD21A22-AF85-6D45-9770-B7F11FB61DA4}"/>
              </a:ext>
            </a:extLst>
          </p:cNvPr>
          <p:cNvGrpSpPr/>
          <p:nvPr/>
        </p:nvGrpSpPr>
        <p:grpSpPr>
          <a:xfrm>
            <a:off x="6183734" y="2302256"/>
            <a:ext cx="599040" cy="536400"/>
            <a:chOff x="6183734" y="2302256"/>
            <a:chExt cx="599040" cy="536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888C0088-CAC8-BEA5-CAEA-3B140E120E6C}"/>
                    </a:ext>
                  </a:extLst>
                </p14:cNvPr>
                <p14:cNvContentPartPr/>
                <p14:nvPr/>
              </p14:nvContentPartPr>
              <p14:xfrm>
                <a:off x="6214334" y="2302256"/>
                <a:ext cx="91800" cy="41832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888C0088-CAC8-BEA5-CAEA-3B140E120E6C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196334" y="2284616"/>
                  <a:ext cx="127440" cy="45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72F90E12-F0EF-0288-F358-454B366EF990}"/>
                    </a:ext>
                  </a:extLst>
                </p14:cNvPr>
                <p14:cNvContentPartPr/>
                <p14:nvPr/>
              </p14:nvContentPartPr>
              <p14:xfrm>
                <a:off x="6183734" y="2464976"/>
                <a:ext cx="202320" cy="8064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72F90E12-F0EF-0288-F358-454B366EF990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6166094" y="2446976"/>
                  <a:ext cx="237960" cy="11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D67104FA-4F38-DA66-3BAE-F14C233B01A9}"/>
                    </a:ext>
                  </a:extLst>
                </p14:cNvPr>
                <p14:cNvContentPartPr/>
                <p14:nvPr/>
              </p14:nvContentPartPr>
              <p14:xfrm>
                <a:off x="6649934" y="2475776"/>
                <a:ext cx="132840" cy="36288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D67104FA-4F38-DA66-3BAE-F14C233B01A9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6631934" y="2458136"/>
                  <a:ext cx="168480" cy="398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54577591-2BAA-B3AC-4A3F-9A6F5A2D0AEF}"/>
              </a:ext>
            </a:extLst>
          </p:cNvPr>
          <p:cNvGrpSpPr/>
          <p:nvPr/>
        </p:nvGrpSpPr>
        <p:grpSpPr>
          <a:xfrm>
            <a:off x="3498134" y="3063656"/>
            <a:ext cx="569520" cy="277200"/>
            <a:chOff x="3498134" y="3063656"/>
            <a:chExt cx="569520" cy="2772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AD2AB81D-703B-69DF-1C60-D79DA382D4A1}"/>
                    </a:ext>
                  </a:extLst>
                </p14:cNvPr>
                <p14:cNvContentPartPr/>
                <p14:nvPr/>
              </p14:nvContentPartPr>
              <p14:xfrm>
                <a:off x="3498134" y="3143936"/>
                <a:ext cx="191520" cy="19692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AD2AB81D-703B-69DF-1C60-D79DA382D4A1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3480134" y="3126296"/>
                  <a:ext cx="227160" cy="23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3FC79392-82CA-14B1-EAE0-CB502B5DCF39}"/>
                    </a:ext>
                  </a:extLst>
                </p14:cNvPr>
                <p14:cNvContentPartPr/>
                <p14:nvPr/>
              </p14:nvContentPartPr>
              <p14:xfrm>
                <a:off x="3768494" y="3063656"/>
                <a:ext cx="147960" cy="19116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3FC79392-82CA-14B1-EAE0-CB502B5DCF39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3750494" y="3045656"/>
                  <a:ext cx="183600" cy="22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63ED797B-D92F-B908-4004-6AFB40DB23A6}"/>
                    </a:ext>
                  </a:extLst>
                </p14:cNvPr>
                <p14:cNvContentPartPr/>
                <p14:nvPr/>
              </p14:nvContentPartPr>
              <p14:xfrm>
                <a:off x="3810614" y="3227456"/>
                <a:ext cx="257040" cy="1404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63ED797B-D92F-B908-4004-6AFB40DB23A6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3792974" y="3209456"/>
                  <a:ext cx="292680" cy="496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32">
            <p14:nvContentPartPr>
              <p14:cNvPr id="21" name="Ink 20">
                <a:extLst>
                  <a:ext uri="{FF2B5EF4-FFF2-40B4-BE49-F238E27FC236}">
                    <a16:creationId xmlns:a16="http://schemas.microsoft.com/office/drawing/2014/main" id="{4BAFE406-792D-314B-34D2-01D8E82E741A}"/>
                  </a:ext>
                </a:extLst>
              </p14:cNvPr>
              <p14:cNvContentPartPr/>
              <p14:nvPr/>
            </p14:nvContentPartPr>
            <p14:xfrm>
              <a:off x="4821854" y="3066896"/>
              <a:ext cx="178920" cy="38520"/>
            </p14:xfrm>
          </p:contentPart>
        </mc:Choice>
        <mc:Fallback>
          <p:pic>
            <p:nvPicPr>
              <p:cNvPr id="21" name="Ink 20">
                <a:extLst>
                  <a:ext uri="{FF2B5EF4-FFF2-40B4-BE49-F238E27FC236}">
                    <a16:creationId xmlns:a16="http://schemas.microsoft.com/office/drawing/2014/main" id="{4BAFE406-792D-314B-34D2-01D8E82E741A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4803854" y="3048896"/>
                <a:ext cx="214560" cy="74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4">
            <p14:nvContentPartPr>
              <p14:cNvPr id="22" name="Ink 21">
                <a:extLst>
                  <a:ext uri="{FF2B5EF4-FFF2-40B4-BE49-F238E27FC236}">
                    <a16:creationId xmlns:a16="http://schemas.microsoft.com/office/drawing/2014/main" id="{86B66715-5E40-724C-5B3D-BFFE16FEA607}"/>
                  </a:ext>
                </a:extLst>
              </p14:cNvPr>
              <p14:cNvContentPartPr/>
              <p14:nvPr/>
            </p14:nvContentPartPr>
            <p14:xfrm>
              <a:off x="6295334" y="3053216"/>
              <a:ext cx="900360" cy="12960"/>
            </p14:xfrm>
          </p:contentPart>
        </mc:Choice>
        <mc:Fallback>
          <p:pic>
            <p:nvPicPr>
              <p:cNvPr id="22" name="Ink 21">
                <a:extLst>
                  <a:ext uri="{FF2B5EF4-FFF2-40B4-BE49-F238E27FC236}">
                    <a16:creationId xmlns:a16="http://schemas.microsoft.com/office/drawing/2014/main" id="{86B66715-5E40-724C-5B3D-BFFE16FEA607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6277334" y="3035576"/>
                <a:ext cx="936000" cy="48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6">
            <p14:nvContentPartPr>
              <p14:cNvPr id="31" name="Ink 30">
                <a:extLst>
                  <a:ext uri="{FF2B5EF4-FFF2-40B4-BE49-F238E27FC236}">
                    <a16:creationId xmlns:a16="http://schemas.microsoft.com/office/drawing/2014/main" id="{A4B250DA-9BB5-4F8F-01B7-8E3AE9FC344D}"/>
                  </a:ext>
                </a:extLst>
              </p14:cNvPr>
              <p14:cNvContentPartPr/>
              <p14:nvPr/>
            </p14:nvContentPartPr>
            <p14:xfrm>
              <a:off x="3576974" y="3678536"/>
              <a:ext cx="251280" cy="20880"/>
            </p14:xfrm>
          </p:contentPart>
        </mc:Choice>
        <mc:Fallback>
          <p:pic>
            <p:nvPicPr>
              <p:cNvPr id="31" name="Ink 30">
                <a:extLst>
                  <a:ext uri="{FF2B5EF4-FFF2-40B4-BE49-F238E27FC236}">
                    <a16:creationId xmlns:a16="http://schemas.microsoft.com/office/drawing/2014/main" id="{A4B250DA-9BB5-4F8F-01B7-8E3AE9FC344D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3558974" y="3660896"/>
                <a:ext cx="286920" cy="56520"/>
              </a:xfrm>
              <a:prstGeom prst="rect">
                <a:avLst/>
              </a:prstGeom>
            </p:spPr>
          </p:pic>
        </mc:Fallback>
      </mc:AlternateContent>
      <p:grpSp>
        <p:nvGrpSpPr>
          <p:cNvPr id="37" name="Group 36">
            <a:extLst>
              <a:ext uri="{FF2B5EF4-FFF2-40B4-BE49-F238E27FC236}">
                <a16:creationId xmlns:a16="http://schemas.microsoft.com/office/drawing/2014/main" id="{F1489BFC-4CD1-4A3F-EA05-339A0BDF9A0C}"/>
              </a:ext>
            </a:extLst>
          </p:cNvPr>
          <p:cNvGrpSpPr/>
          <p:nvPr/>
        </p:nvGrpSpPr>
        <p:grpSpPr>
          <a:xfrm>
            <a:off x="4743374" y="3390176"/>
            <a:ext cx="547200" cy="260280"/>
            <a:chOff x="4743374" y="3390176"/>
            <a:chExt cx="547200" cy="2602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90168F03-00FB-7678-680B-3C70EDB2EDD6}"/>
                    </a:ext>
                  </a:extLst>
                </p14:cNvPr>
                <p14:cNvContentPartPr/>
                <p14:nvPr/>
              </p14:nvContentPartPr>
              <p14:xfrm>
                <a:off x="4743374" y="3431576"/>
                <a:ext cx="221760" cy="21888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90168F03-00FB-7678-680B-3C70EDB2EDD6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4725734" y="3413576"/>
                  <a:ext cx="257400" cy="25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55EC30AE-4F56-9CD6-45FF-3565C5C04BE1}"/>
                    </a:ext>
                  </a:extLst>
                </p14:cNvPr>
                <p14:cNvContentPartPr/>
                <p14:nvPr/>
              </p14:nvContentPartPr>
              <p14:xfrm>
                <a:off x="5057654" y="3390176"/>
                <a:ext cx="209520" cy="21600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55EC30AE-4F56-9CD6-45FF-3565C5C04BE1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5039654" y="3372176"/>
                  <a:ext cx="245160" cy="25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946063A8-C3B6-DB34-D604-93052A061347}"/>
                    </a:ext>
                  </a:extLst>
                </p14:cNvPr>
                <p14:cNvContentPartPr/>
                <p14:nvPr/>
              </p14:nvContentPartPr>
              <p14:xfrm>
                <a:off x="5121014" y="3507176"/>
                <a:ext cx="169560" cy="4680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946063A8-C3B6-DB34-D604-93052A061347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5103374" y="3489536"/>
                  <a:ext cx="205200" cy="824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44">
            <p14:nvContentPartPr>
              <p14:cNvPr id="35" name="Ink 34">
                <a:extLst>
                  <a:ext uri="{FF2B5EF4-FFF2-40B4-BE49-F238E27FC236}">
                    <a16:creationId xmlns:a16="http://schemas.microsoft.com/office/drawing/2014/main" id="{2ACCB2A9-917D-BF91-3A8D-592E807535C6}"/>
                  </a:ext>
                </a:extLst>
              </p14:cNvPr>
              <p14:cNvContentPartPr/>
              <p14:nvPr/>
            </p14:nvContentPartPr>
            <p14:xfrm>
              <a:off x="6653174" y="3493136"/>
              <a:ext cx="408960" cy="28440"/>
            </p14:xfrm>
          </p:contentPart>
        </mc:Choice>
        <mc:Fallback>
          <p:pic>
            <p:nvPicPr>
              <p:cNvPr id="35" name="Ink 34">
                <a:extLst>
                  <a:ext uri="{FF2B5EF4-FFF2-40B4-BE49-F238E27FC236}">
                    <a16:creationId xmlns:a16="http://schemas.microsoft.com/office/drawing/2014/main" id="{2ACCB2A9-917D-BF91-3A8D-592E807535C6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6635174" y="3475496"/>
                <a:ext cx="444600" cy="64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6">
            <p14:nvContentPartPr>
              <p14:cNvPr id="38" name="Ink 37">
                <a:extLst>
                  <a:ext uri="{FF2B5EF4-FFF2-40B4-BE49-F238E27FC236}">
                    <a16:creationId xmlns:a16="http://schemas.microsoft.com/office/drawing/2014/main" id="{6F6A2A74-E245-19CC-BD61-5B36B2FACF0C}"/>
                  </a:ext>
                </a:extLst>
              </p14:cNvPr>
              <p14:cNvContentPartPr/>
              <p14:nvPr/>
            </p14:nvContentPartPr>
            <p14:xfrm>
              <a:off x="3590294" y="4223936"/>
              <a:ext cx="721440" cy="8640"/>
            </p14:xfrm>
          </p:contentPart>
        </mc:Choice>
        <mc:Fallback>
          <p:pic>
            <p:nvPicPr>
              <p:cNvPr id="38" name="Ink 37">
                <a:extLst>
                  <a:ext uri="{FF2B5EF4-FFF2-40B4-BE49-F238E27FC236}">
                    <a16:creationId xmlns:a16="http://schemas.microsoft.com/office/drawing/2014/main" id="{6F6A2A74-E245-19CC-BD61-5B36B2FACF0C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3572294" y="4205936"/>
                <a:ext cx="757080" cy="44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8">
            <p14:nvContentPartPr>
              <p14:cNvPr id="39" name="Ink 38">
                <a:extLst>
                  <a:ext uri="{FF2B5EF4-FFF2-40B4-BE49-F238E27FC236}">
                    <a16:creationId xmlns:a16="http://schemas.microsoft.com/office/drawing/2014/main" id="{D517707D-839B-BE24-D5D8-7C367A34218A}"/>
                  </a:ext>
                </a:extLst>
              </p14:cNvPr>
              <p14:cNvContentPartPr/>
              <p14:nvPr/>
            </p14:nvContentPartPr>
            <p14:xfrm>
              <a:off x="4820774" y="4076696"/>
              <a:ext cx="431280" cy="23400"/>
            </p14:xfrm>
          </p:contentPart>
        </mc:Choice>
        <mc:Fallback>
          <p:pic>
            <p:nvPicPr>
              <p:cNvPr id="39" name="Ink 38">
                <a:extLst>
                  <a:ext uri="{FF2B5EF4-FFF2-40B4-BE49-F238E27FC236}">
                    <a16:creationId xmlns:a16="http://schemas.microsoft.com/office/drawing/2014/main" id="{D517707D-839B-BE24-D5D8-7C367A34218A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4803134" y="4058696"/>
                <a:ext cx="466920" cy="59040"/>
              </a:xfrm>
              <a:prstGeom prst="rect">
                <a:avLst/>
              </a:prstGeom>
            </p:spPr>
          </p:pic>
        </mc:Fallback>
      </mc:AlternateContent>
      <p:grpSp>
        <p:nvGrpSpPr>
          <p:cNvPr id="44" name="Group 43">
            <a:extLst>
              <a:ext uri="{FF2B5EF4-FFF2-40B4-BE49-F238E27FC236}">
                <a16:creationId xmlns:a16="http://schemas.microsoft.com/office/drawing/2014/main" id="{1149295A-EA9D-3012-20B7-B05E537AB3E6}"/>
              </a:ext>
            </a:extLst>
          </p:cNvPr>
          <p:cNvGrpSpPr/>
          <p:nvPr/>
        </p:nvGrpSpPr>
        <p:grpSpPr>
          <a:xfrm>
            <a:off x="6852974" y="3998576"/>
            <a:ext cx="534600" cy="294840"/>
            <a:chOff x="6852974" y="3998576"/>
            <a:chExt cx="534600" cy="294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3D846254-3BC8-FC49-9766-EDCE694BDB72}"/>
                    </a:ext>
                  </a:extLst>
                </p14:cNvPr>
                <p14:cNvContentPartPr/>
                <p14:nvPr/>
              </p14:nvContentPartPr>
              <p14:xfrm>
                <a:off x="6852974" y="4057616"/>
                <a:ext cx="253800" cy="23580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3D846254-3BC8-FC49-9766-EDCE694BDB72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6835334" y="4039616"/>
                  <a:ext cx="289440" cy="27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EAF69586-DA37-A78E-1A48-03A7DEE973E6}"/>
                    </a:ext>
                  </a:extLst>
                </p14:cNvPr>
                <p14:cNvContentPartPr/>
                <p14:nvPr/>
              </p14:nvContentPartPr>
              <p14:xfrm>
                <a:off x="7166174" y="3998576"/>
                <a:ext cx="221400" cy="14976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EAF69586-DA37-A78E-1A48-03A7DEE973E6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7148174" y="3980936"/>
                  <a:ext cx="257040" cy="18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A636581F-D179-36E2-BE30-12311C2BCD7E}"/>
                    </a:ext>
                  </a:extLst>
                </p14:cNvPr>
                <p14:cNvContentPartPr/>
                <p14:nvPr/>
              </p14:nvContentPartPr>
              <p14:xfrm>
                <a:off x="7228814" y="4145456"/>
                <a:ext cx="98640" cy="576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A636581F-D179-36E2-BE30-12311C2BCD7E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7210814" y="4127456"/>
                  <a:ext cx="134280" cy="414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56">
            <p14:nvContentPartPr>
              <p14:cNvPr id="45" name="Ink 44">
                <a:extLst>
                  <a:ext uri="{FF2B5EF4-FFF2-40B4-BE49-F238E27FC236}">
                    <a16:creationId xmlns:a16="http://schemas.microsoft.com/office/drawing/2014/main" id="{A3CEADAF-7755-4398-C223-7EACCFF02B63}"/>
                  </a:ext>
                </a:extLst>
              </p14:cNvPr>
              <p14:cNvContentPartPr/>
              <p14:nvPr/>
            </p14:nvContentPartPr>
            <p14:xfrm>
              <a:off x="3587054" y="3383696"/>
              <a:ext cx="180720" cy="19800"/>
            </p14:xfrm>
          </p:contentPart>
        </mc:Choice>
        <mc:Fallback>
          <p:pic>
            <p:nvPicPr>
              <p:cNvPr id="45" name="Ink 44">
                <a:extLst>
                  <a:ext uri="{FF2B5EF4-FFF2-40B4-BE49-F238E27FC236}">
                    <a16:creationId xmlns:a16="http://schemas.microsoft.com/office/drawing/2014/main" id="{A3CEADAF-7755-4398-C223-7EACCFF02B63}"/>
                  </a:ext>
                </a:extLst>
              </p:cNvPr>
              <p:cNvPicPr/>
              <p:nvPr/>
            </p:nvPicPr>
            <p:blipFill>
              <a:blip r:embed="rId57"/>
              <a:stretch>
                <a:fillRect/>
              </a:stretch>
            </p:blipFill>
            <p:spPr>
              <a:xfrm>
                <a:off x="3569054" y="3366056"/>
                <a:ext cx="216360" cy="55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8">
            <p14:nvContentPartPr>
              <p14:cNvPr id="46" name="Ink 45">
                <a:extLst>
                  <a:ext uri="{FF2B5EF4-FFF2-40B4-BE49-F238E27FC236}">
                    <a16:creationId xmlns:a16="http://schemas.microsoft.com/office/drawing/2014/main" id="{F54C4843-059B-87C1-7B82-455A8CD878A0}"/>
                  </a:ext>
                </a:extLst>
              </p14:cNvPr>
              <p14:cNvContentPartPr/>
              <p14:nvPr/>
            </p14:nvContentPartPr>
            <p14:xfrm>
              <a:off x="4803854" y="3782576"/>
              <a:ext cx="221760" cy="5760"/>
            </p14:xfrm>
          </p:contentPart>
        </mc:Choice>
        <mc:Fallback>
          <p:pic>
            <p:nvPicPr>
              <p:cNvPr id="46" name="Ink 45">
                <a:extLst>
                  <a:ext uri="{FF2B5EF4-FFF2-40B4-BE49-F238E27FC236}">
                    <a16:creationId xmlns:a16="http://schemas.microsoft.com/office/drawing/2014/main" id="{F54C4843-059B-87C1-7B82-455A8CD878A0}"/>
                  </a:ext>
                </a:extLst>
              </p:cNvPr>
              <p:cNvPicPr/>
              <p:nvPr/>
            </p:nvPicPr>
            <p:blipFill>
              <a:blip r:embed="rId59"/>
              <a:stretch>
                <a:fillRect/>
              </a:stretch>
            </p:blipFill>
            <p:spPr>
              <a:xfrm>
                <a:off x="4785854" y="3764936"/>
                <a:ext cx="257400" cy="41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0">
            <p14:nvContentPartPr>
              <p14:cNvPr id="47" name="Ink 46">
                <a:extLst>
                  <a:ext uri="{FF2B5EF4-FFF2-40B4-BE49-F238E27FC236}">
                    <a16:creationId xmlns:a16="http://schemas.microsoft.com/office/drawing/2014/main" id="{230926A3-5605-13ED-3072-681FBEDAF92A}"/>
                  </a:ext>
                </a:extLst>
              </p14:cNvPr>
              <p14:cNvContentPartPr/>
              <p14:nvPr/>
            </p14:nvContentPartPr>
            <p14:xfrm>
              <a:off x="7057814" y="4503656"/>
              <a:ext cx="55080" cy="3240"/>
            </p14:xfrm>
          </p:contentPart>
        </mc:Choice>
        <mc:Fallback>
          <p:pic>
            <p:nvPicPr>
              <p:cNvPr id="47" name="Ink 46">
                <a:extLst>
                  <a:ext uri="{FF2B5EF4-FFF2-40B4-BE49-F238E27FC236}">
                    <a16:creationId xmlns:a16="http://schemas.microsoft.com/office/drawing/2014/main" id="{230926A3-5605-13ED-3072-681FBEDAF92A}"/>
                  </a:ext>
                </a:extLst>
              </p:cNvPr>
              <p:cNvPicPr/>
              <p:nvPr/>
            </p:nvPicPr>
            <p:blipFill>
              <a:blip r:embed="rId61"/>
              <a:stretch>
                <a:fillRect/>
              </a:stretch>
            </p:blipFill>
            <p:spPr>
              <a:xfrm>
                <a:off x="7039814" y="4486016"/>
                <a:ext cx="90720" cy="388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59304034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0F33C3-EC14-115E-8B94-82F607703A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2708EF-B762-0B88-3589-5506DECEA7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F9D11DE8-435D-05BF-BBB0-9402626627D2}"/>
              </a:ext>
            </a:extLst>
          </p:cNvPr>
          <p:cNvGrpSpPr/>
          <p:nvPr/>
        </p:nvGrpSpPr>
        <p:grpSpPr>
          <a:xfrm>
            <a:off x="4640774" y="2061416"/>
            <a:ext cx="503640" cy="476640"/>
            <a:chOff x="4640774" y="2061416"/>
            <a:chExt cx="503640" cy="476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B48AB375-A342-37C6-8CB4-05CB82D118DC}"/>
                    </a:ext>
                  </a:extLst>
                </p14:cNvPr>
                <p14:cNvContentPartPr/>
                <p14:nvPr/>
              </p14:nvContentPartPr>
              <p14:xfrm>
                <a:off x="4790894" y="2074016"/>
                <a:ext cx="98640" cy="464040"/>
              </p14:xfrm>
            </p:contentPart>
          </mc:Choice>
          <mc:Fallback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B48AB375-A342-37C6-8CB4-05CB82D118DC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4773254" y="2056016"/>
                  <a:ext cx="134280" cy="49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A5883FEC-A633-822C-F401-40D9A920E413}"/>
                    </a:ext>
                  </a:extLst>
                </p14:cNvPr>
                <p14:cNvContentPartPr/>
                <p14:nvPr/>
              </p14:nvContentPartPr>
              <p14:xfrm>
                <a:off x="4640774" y="2061416"/>
                <a:ext cx="503640" cy="21744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A5883FEC-A633-822C-F401-40D9A920E413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4623134" y="2043776"/>
                  <a:ext cx="539280" cy="253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9F2986A4-9D34-5345-A092-62C81312EEB9}"/>
              </a:ext>
            </a:extLst>
          </p:cNvPr>
          <p:cNvGrpSpPr/>
          <p:nvPr/>
        </p:nvGrpSpPr>
        <p:grpSpPr>
          <a:xfrm>
            <a:off x="4852454" y="2724176"/>
            <a:ext cx="480600" cy="430920"/>
            <a:chOff x="4852454" y="2724176"/>
            <a:chExt cx="480600" cy="430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F226F7A7-0D9C-5EE4-4797-D54BB84538A1}"/>
                    </a:ext>
                  </a:extLst>
                </p14:cNvPr>
                <p14:cNvContentPartPr/>
                <p14:nvPr/>
              </p14:nvContentPartPr>
              <p14:xfrm>
                <a:off x="4852454" y="2875016"/>
                <a:ext cx="44640" cy="21024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F226F7A7-0D9C-5EE4-4797-D54BB84538A1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4834454" y="2857016"/>
                  <a:ext cx="80280" cy="24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70AE507D-50F0-A76E-38AB-24702ACE3B64}"/>
                    </a:ext>
                  </a:extLst>
                </p14:cNvPr>
                <p14:cNvContentPartPr/>
                <p14:nvPr/>
              </p14:nvContentPartPr>
              <p14:xfrm>
                <a:off x="4878374" y="2814536"/>
                <a:ext cx="87840" cy="20376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70AE507D-50F0-A76E-38AB-24702ACE3B64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4860734" y="2796536"/>
                  <a:ext cx="123480" cy="23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27C506E4-EE4E-8B4D-81C1-475BFAD8A774}"/>
                    </a:ext>
                  </a:extLst>
                </p14:cNvPr>
                <p14:cNvContentPartPr/>
                <p14:nvPr/>
              </p14:nvContentPartPr>
              <p14:xfrm>
                <a:off x="4883054" y="3057896"/>
                <a:ext cx="80640" cy="9720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27C506E4-EE4E-8B4D-81C1-475BFAD8A774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4865054" y="3039896"/>
                  <a:ext cx="116280" cy="13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5FC895CE-39AC-A286-BFA9-219017B300C6}"/>
                    </a:ext>
                  </a:extLst>
                </p14:cNvPr>
                <p14:cNvContentPartPr/>
                <p14:nvPr/>
              </p14:nvContentPartPr>
              <p14:xfrm>
                <a:off x="5041454" y="3012536"/>
                <a:ext cx="43920" cy="8604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5FC895CE-39AC-A286-BFA9-219017B300C6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5023454" y="2994896"/>
                  <a:ext cx="79560" cy="12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B4ABD72F-A046-CAFB-981D-7712A97D93DE}"/>
                    </a:ext>
                  </a:extLst>
                </p14:cNvPr>
                <p14:cNvContentPartPr/>
                <p14:nvPr/>
              </p14:nvContentPartPr>
              <p14:xfrm>
                <a:off x="5257094" y="2724176"/>
                <a:ext cx="49680" cy="31608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B4ABD72F-A046-CAFB-981D-7712A97D93DE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5239454" y="2706536"/>
                  <a:ext cx="85320" cy="35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EA80391C-8C0B-662D-DC06-9BF8025828CD}"/>
                    </a:ext>
                  </a:extLst>
                </p14:cNvPr>
                <p14:cNvContentPartPr/>
                <p14:nvPr/>
              </p14:nvContentPartPr>
              <p14:xfrm>
                <a:off x="5236934" y="2889416"/>
                <a:ext cx="96120" cy="3852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EA80391C-8C0B-662D-DC06-9BF8025828CD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5219294" y="2871776"/>
                  <a:ext cx="131760" cy="74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5854651F-0F8A-4488-2523-43B28ABEA522}"/>
              </a:ext>
            </a:extLst>
          </p:cNvPr>
          <p:cNvGrpSpPr/>
          <p:nvPr/>
        </p:nvGrpSpPr>
        <p:grpSpPr>
          <a:xfrm>
            <a:off x="5631494" y="2658656"/>
            <a:ext cx="615240" cy="381600"/>
            <a:chOff x="5631494" y="2658656"/>
            <a:chExt cx="615240" cy="381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12ED08E2-A327-9E53-9923-4FFF6B8813EA}"/>
                    </a:ext>
                  </a:extLst>
                </p14:cNvPr>
                <p14:cNvContentPartPr/>
                <p14:nvPr/>
              </p14:nvContentPartPr>
              <p14:xfrm>
                <a:off x="5631494" y="2727056"/>
                <a:ext cx="49680" cy="27612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12ED08E2-A327-9E53-9923-4FFF6B8813EA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5613854" y="2709056"/>
                  <a:ext cx="85320" cy="31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C1E50B7D-0F99-EF6E-322F-0DA774816D7B}"/>
                    </a:ext>
                  </a:extLst>
                </p14:cNvPr>
                <p14:cNvContentPartPr/>
                <p14:nvPr/>
              </p14:nvContentPartPr>
              <p14:xfrm>
                <a:off x="5750294" y="2658656"/>
                <a:ext cx="100080" cy="28080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C1E50B7D-0F99-EF6E-322F-0DA774816D7B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732654" y="2641016"/>
                  <a:ext cx="135720" cy="31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15ADA027-BAE1-013B-401B-0303F23EF154}"/>
                    </a:ext>
                  </a:extLst>
                </p14:cNvPr>
                <p14:cNvContentPartPr/>
                <p14:nvPr/>
              </p14:nvContentPartPr>
              <p14:xfrm>
                <a:off x="5924534" y="2895896"/>
                <a:ext cx="322200" cy="14436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15ADA027-BAE1-013B-401B-0303F23EF154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5906534" y="2877896"/>
                  <a:ext cx="357840" cy="180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BF65EE6E-5C97-1B5D-6096-180D4A88ADFD}"/>
              </a:ext>
            </a:extLst>
          </p:cNvPr>
          <p:cNvGrpSpPr/>
          <p:nvPr/>
        </p:nvGrpSpPr>
        <p:grpSpPr>
          <a:xfrm>
            <a:off x="6550214" y="2657576"/>
            <a:ext cx="304200" cy="499680"/>
            <a:chOff x="6550214" y="2657576"/>
            <a:chExt cx="304200" cy="499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383AD45F-B701-C898-31EE-2D973F61E49A}"/>
                    </a:ext>
                  </a:extLst>
                </p14:cNvPr>
                <p14:cNvContentPartPr/>
                <p14:nvPr/>
              </p14:nvContentPartPr>
              <p14:xfrm>
                <a:off x="6550214" y="2657576"/>
                <a:ext cx="138600" cy="49968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383AD45F-B701-C898-31EE-2D973F61E49A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6532214" y="2639576"/>
                  <a:ext cx="174240" cy="53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6A2143D6-3224-2C9F-4810-894E3D8A14C4}"/>
                    </a:ext>
                  </a:extLst>
                </p14:cNvPr>
                <p14:cNvContentPartPr/>
                <p14:nvPr/>
              </p14:nvContentPartPr>
              <p14:xfrm>
                <a:off x="6562454" y="2890496"/>
                <a:ext cx="291960" cy="9864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6A2143D6-3224-2C9F-4810-894E3D8A14C4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6544454" y="2872496"/>
                  <a:ext cx="327600" cy="134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CB0182A9-DBE4-FDA6-D787-4DAC6F99DA07}"/>
              </a:ext>
            </a:extLst>
          </p:cNvPr>
          <p:cNvGrpSpPr/>
          <p:nvPr/>
        </p:nvGrpSpPr>
        <p:grpSpPr>
          <a:xfrm>
            <a:off x="7080854" y="2657936"/>
            <a:ext cx="328680" cy="504360"/>
            <a:chOff x="7080854" y="2657936"/>
            <a:chExt cx="328680" cy="504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991FC9AA-C3EE-603F-4BB5-8F5DEDE16C97}"/>
                    </a:ext>
                  </a:extLst>
                </p14:cNvPr>
                <p14:cNvContentPartPr/>
                <p14:nvPr/>
              </p14:nvContentPartPr>
              <p14:xfrm>
                <a:off x="7080854" y="2691056"/>
                <a:ext cx="16920" cy="38556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991FC9AA-C3EE-603F-4BB5-8F5DEDE16C97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7062854" y="2673056"/>
                  <a:ext cx="52560" cy="42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9823B995-1EF6-0617-BBE9-5E821D3A2257}"/>
                    </a:ext>
                  </a:extLst>
                </p14:cNvPr>
                <p14:cNvContentPartPr/>
                <p14:nvPr/>
              </p14:nvContentPartPr>
              <p14:xfrm>
                <a:off x="7084814" y="2657936"/>
                <a:ext cx="165600" cy="30204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9823B995-1EF6-0617-BBE9-5E821D3A2257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7067174" y="2639936"/>
                  <a:ext cx="201240" cy="33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0A10D7DF-841A-5848-16ED-BF9D589875D8}"/>
                    </a:ext>
                  </a:extLst>
                </p14:cNvPr>
                <p14:cNvContentPartPr/>
                <p14:nvPr/>
              </p14:nvContentPartPr>
              <p14:xfrm>
                <a:off x="7326014" y="2893736"/>
                <a:ext cx="83520" cy="26856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0A10D7DF-841A-5848-16ED-BF9D589875D8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7308014" y="2876096"/>
                  <a:ext cx="119160" cy="304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FE542A8F-1115-5465-3028-BCC6197F778C}"/>
              </a:ext>
            </a:extLst>
          </p:cNvPr>
          <p:cNvGrpSpPr/>
          <p:nvPr/>
        </p:nvGrpSpPr>
        <p:grpSpPr>
          <a:xfrm>
            <a:off x="7732454" y="2717696"/>
            <a:ext cx="289800" cy="297720"/>
            <a:chOff x="7732454" y="2717696"/>
            <a:chExt cx="289800" cy="297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59E21DE0-C9F3-3D5A-FB70-AC62C5235DFE}"/>
                    </a:ext>
                  </a:extLst>
                </p14:cNvPr>
                <p14:cNvContentPartPr/>
                <p14:nvPr/>
              </p14:nvContentPartPr>
              <p14:xfrm>
                <a:off x="7781774" y="2717696"/>
                <a:ext cx="53640" cy="29772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59E21DE0-C9F3-3D5A-FB70-AC62C5235DFE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7764134" y="2699696"/>
                  <a:ext cx="89280" cy="33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2D022043-DD10-C759-0206-606DCD6CC521}"/>
                    </a:ext>
                  </a:extLst>
                </p14:cNvPr>
                <p14:cNvContentPartPr/>
                <p14:nvPr/>
              </p14:nvContentPartPr>
              <p14:xfrm>
                <a:off x="7732454" y="2821016"/>
                <a:ext cx="289800" cy="7416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2D022043-DD10-C759-0206-606DCD6CC521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7714814" y="2803376"/>
                  <a:ext cx="325440" cy="109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30B504EB-773C-D70B-AD4D-4EE1D9D61C80}"/>
              </a:ext>
            </a:extLst>
          </p:cNvPr>
          <p:cNvGrpSpPr/>
          <p:nvPr/>
        </p:nvGrpSpPr>
        <p:grpSpPr>
          <a:xfrm>
            <a:off x="8288294" y="2615096"/>
            <a:ext cx="397800" cy="339480"/>
            <a:chOff x="8288294" y="2615096"/>
            <a:chExt cx="397800" cy="339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DB688EDA-11E2-47A5-BBB3-8C5A450C1302}"/>
                    </a:ext>
                  </a:extLst>
                </p14:cNvPr>
                <p14:cNvContentPartPr/>
                <p14:nvPr/>
              </p14:nvContentPartPr>
              <p14:xfrm>
                <a:off x="8288294" y="2683496"/>
                <a:ext cx="63360" cy="27108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DB688EDA-11E2-47A5-BBB3-8C5A450C1302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8270294" y="2665496"/>
                  <a:ext cx="99000" cy="30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14829183-AD35-9C67-260F-53CEA9096550}"/>
                    </a:ext>
                  </a:extLst>
                </p14:cNvPr>
                <p14:cNvContentPartPr/>
                <p14:nvPr/>
              </p14:nvContentPartPr>
              <p14:xfrm>
                <a:off x="8328614" y="2615096"/>
                <a:ext cx="109800" cy="25488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14829183-AD35-9C67-260F-53CEA9096550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8310614" y="2597456"/>
                  <a:ext cx="145440" cy="29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86B9875D-1BD6-6A93-7701-084F0F616013}"/>
                    </a:ext>
                  </a:extLst>
                </p14:cNvPr>
                <p14:cNvContentPartPr/>
                <p14:nvPr/>
              </p14:nvContentPartPr>
              <p14:xfrm>
                <a:off x="8658014" y="2783936"/>
                <a:ext cx="28080" cy="13752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86B9875D-1BD6-6A93-7701-084F0F616013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8640374" y="2765936"/>
                  <a:ext cx="63720" cy="17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C578504A-69F4-DAB3-FA0C-782EBB3A2569}"/>
                    </a:ext>
                  </a:extLst>
                </p14:cNvPr>
                <p14:cNvContentPartPr/>
                <p14:nvPr/>
              </p14:nvContentPartPr>
              <p14:xfrm>
                <a:off x="8526254" y="2864576"/>
                <a:ext cx="109080" cy="7488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C578504A-69F4-DAB3-FA0C-782EBB3A2569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8508254" y="2846936"/>
                  <a:ext cx="144720" cy="110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841B1418-8015-BB96-4493-5CDEC54EDD9C}"/>
              </a:ext>
            </a:extLst>
          </p:cNvPr>
          <p:cNvGrpSpPr/>
          <p:nvPr/>
        </p:nvGrpSpPr>
        <p:grpSpPr>
          <a:xfrm>
            <a:off x="5419094" y="1951616"/>
            <a:ext cx="1218240" cy="471600"/>
            <a:chOff x="5419094" y="1951616"/>
            <a:chExt cx="1218240" cy="471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49107187-2EB8-663B-3FBE-D5F8C3BA014B}"/>
                    </a:ext>
                  </a:extLst>
                </p14:cNvPr>
                <p14:cNvContentPartPr/>
                <p14:nvPr/>
              </p14:nvContentPartPr>
              <p14:xfrm>
                <a:off x="5419094" y="2116136"/>
                <a:ext cx="456840" cy="5832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49107187-2EB8-663B-3FBE-D5F8C3BA014B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5401454" y="2098496"/>
                  <a:ext cx="492480" cy="9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C9BDB950-3A15-D828-B517-1C61B464FC17}"/>
                    </a:ext>
                  </a:extLst>
                </p14:cNvPr>
                <p14:cNvContentPartPr/>
                <p14:nvPr/>
              </p14:nvContentPartPr>
              <p14:xfrm>
                <a:off x="5546894" y="2357336"/>
                <a:ext cx="381240" cy="3600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C9BDB950-3A15-D828-B517-1C61B464FC17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5528894" y="2339696"/>
                  <a:ext cx="416880" cy="7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CACBA80F-E2B8-F1AA-1425-F7B8F84A085E}"/>
                    </a:ext>
                  </a:extLst>
                </p14:cNvPr>
                <p14:cNvContentPartPr/>
                <p14:nvPr/>
              </p14:nvContentPartPr>
              <p14:xfrm>
                <a:off x="6072854" y="1951616"/>
                <a:ext cx="300600" cy="21312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CACBA80F-E2B8-F1AA-1425-F7B8F84A085E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6054854" y="1933976"/>
                  <a:ext cx="336240" cy="24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132E6D23-7E48-C908-EF3F-9C1A159C487E}"/>
                    </a:ext>
                  </a:extLst>
                </p14:cNvPr>
                <p14:cNvContentPartPr/>
                <p14:nvPr/>
              </p14:nvContentPartPr>
              <p14:xfrm>
                <a:off x="6133694" y="2170136"/>
                <a:ext cx="250200" cy="25308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132E6D23-7E48-C908-EF3F-9C1A159C487E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6115694" y="2152496"/>
                  <a:ext cx="285840" cy="28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9B284FC7-C552-D60D-81CB-EA489190E95D}"/>
                    </a:ext>
                  </a:extLst>
                </p14:cNvPr>
                <p14:cNvContentPartPr/>
                <p14:nvPr/>
              </p14:nvContentPartPr>
              <p14:xfrm>
                <a:off x="6393614" y="1990136"/>
                <a:ext cx="243720" cy="25992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9B284FC7-C552-D60D-81CB-EA489190E95D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6375614" y="1972136"/>
                  <a:ext cx="279360" cy="2955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56">
            <p14:nvContentPartPr>
              <p14:cNvPr id="47" name="Ink 46">
                <a:extLst>
                  <a:ext uri="{FF2B5EF4-FFF2-40B4-BE49-F238E27FC236}">
                    <a16:creationId xmlns:a16="http://schemas.microsoft.com/office/drawing/2014/main" id="{2D91FE8C-745B-617A-F435-9E2E21BB3195}"/>
                  </a:ext>
                </a:extLst>
              </p14:cNvPr>
              <p14:cNvContentPartPr/>
              <p14:nvPr/>
            </p14:nvContentPartPr>
            <p14:xfrm>
              <a:off x="4927694" y="3300536"/>
              <a:ext cx="202320" cy="11160"/>
            </p14:xfrm>
          </p:contentPart>
        </mc:Choice>
        <mc:Fallback>
          <p:pic>
            <p:nvPicPr>
              <p:cNvPr id="47" name="Ink 46">
                <a:extLst>
                  <a:ext uri="{FF2B5EF4-FFF2-40B4-BE49-F238E27FC236}">
                    <a16:creationId xmlns:a16="http://schemas.microsoft.com/office/drawing/2014/main" id="{2D91FE8C-745B-617A-F435-9E2E21BB3195}"/>
                  </a:ext>
                </a:extLst>
              </p:cNvPr>
              <p:cNvPicPr/>
              <p:nvPr/>
            </p:nvPicPr>
            <p:blipFill>
              <a:blip r:embed="rId57"/>
              <a:stretch>
                <a:fillRect/>
              </a:stretch>
            </p:blipFill>
            <p:spPr>
              <a:xfrm>
                <a:off x="4909694" y="3282536"/>
                <a:ext cx="237960" cy="46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8">
            <p14:nvContentPartPr>
              <p14:cNvPr id="48" name="Ink 47">
                <a:extLst>
                  <a:ext uri="{FF2B5EF4-FFF2-40B4-BE49-F238E27FC236}">
                    <a16:creationId xmlns:a16="http://schemas.microsoft.com/office/drawing/2014/main" id="{D65D5B8E-1E32-EF1E-AC81-F6E1CC9003C0}"/>
                  </a:ext>
                </a:extLst>
              </p14:cNvPr>
              <p14:cNvContentPartPr/>
              <p14:nvPr/>
            </p14:nvContentPartPr>
            <p14:xfrm>
              <a:off x="5652374" y="3144656"/>
              <a:ext cx="356400" cy="30960"/>
            </p14:xfrm>
          </p:contentPart>
        </mc:Choice>
        <mc:Fallback>
          <p:pic>
            <p:nvPicPr>
              <p:cNvPr id="48" name="Ink 47">
                <a:extLst>
                  <a:ext uri="{FF2B5EF4-FFF2-40B4-BE49-F238E27FC236}">
                    <a16:creationId xmlns:a16="http://schemas.microsoft.com/office/drawing/2014/main" id="{D65D5B8E-1E32-EF1E-AC81-F6E1CC9003C0}"/>
                  </a:ext>
                </a:extLst>
              </p:cNvPr>
              <p:cNvPicPr/>
              <p:nvPr/>
            </p:nvPicPr>
            <p:blipFill>
              <a:blip r:embed="rId59"/>
              <a:stretch>
                <a:fillRect/>
              </a:stretch>
            </p:blipFill>
            <p:spPr>
              <a:xfrm>
                <a:off x="5634374" y="3126656"/>
                <a:ext cx="392040" cy="66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0">
            <p14:nvContentPartPr>
              <p14:cNvPr id="49" name="Ink 48">
                <a:extLst>
                  <a:ext uri="{FF2B5EF4-FFF2-40B4-BE49-F238E27FC236}">
                    <a16:creationId xmlns:a16="http://schemas.microsoft.com/office/drawing/2014/main" id="{83227387-DB9F-9507-FD59-FFABED72F495}"/>
                  </a:ext>
                </a:extLst>
              </p14:cNvPr>
              <p14:cNvContentPartPr/>
              <p14:nvPr/>
            </p14:nvContentPartPr>
            <p14:xfrm>
              <a:off x="7017854" y="3276776"/>
              <a:ext cx="408600" cy="28080"/>
            </p14:xfrm>
          </p:contentPart>
        </mc:Choice>
        <mc:Fallback>
          <p:pic>
            <p:nvPicPr>
              <p:cNvPr id="49" name="Ink 48">
                <a:extLst>
                  <a:ext uri="{FF2B5EF4-FFF2-40B4-BE49-F238E27FC236}">
                    <a16:creationId xmlns:a16="http://schemas.microsoft.com/office/drawing/2014/main" id="{83227387-DB9F-9507-FD59-FFABED72F495}"/>
                  </a:ext>
                </a:extLst>
              </p:cNvPr>
              <p:cNvPicPr/>
              <p:nvPr/>
            </p:nvPicPr>
            <p:blipFill>
              <a:blip r:embed="rId61"/>
              <a:stretch>
                <a:fillRect/>
              </a:stretch>
            </p:blipFill>
            <p:spPr>
              <a:xfrm>
                <a:off x="6999854" y="3258776"/>
                <a:ext cx="444240" cy="63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2">
            <p14:nvContentPartPr>
              <p14:cNvPr id="50" name="Ink 49">
                <a:extLst>
                  <a:ext uri="{FF2B5EF4-FFF2-40B4-BE49-F238E27FC236}">
                    <a16:creationId xmlns:a16="http://schemas.microsoft.com/office/drawing/2014/main" id="{6C1DF0E6-12E8-560F-3486-0B062E1936D6}"/>
                  </a:ext>
                </a:extLst>
              </p14:cNvPr>
              <p14:cNvContentPartPr/>
              <p14:nvPr/>
            </p14:nvContentPartPr>
            <p14:xfrm>
              <a:off x="8281094" y="3217376"/>
              <a:ext cx="284040" cy="33120"/>
            </p14:xfrm>
          </p:contentPart>
        </mc:Choice>
        <mc:Fallback>
          <p:pic>
            <p:nvPicPr>
              <p:cNvPr id="50" name="Ink 49">
                <a:extLst>
                  <a:ext uri="{FF2B5EF4-FFF2-40B4-BE49-F238E27FC236}">
                    <a16:creationId xmlns:a16="http://schemas.microsoft.com/office/drawing/2014/main" id="{6C1DF0E6-12E8-560F-3486-0B062E1936D6}"/>
                  </a:ext>
                </a:extLst>
              </p:cNvPr>
              <p:cNvPicPr/>
              <p:nvPr/>
            </p:nvPicPr>
            <p:blipFill>
              <a:blip r:embed="rId63"/>
              <a:stretch>
                <a:fillRect/>
              </a:stretch>
            </p:blipFill>
            <p:spPr>
              <a:xfrm>
                <a:off x="8263454" y="3199736"/>
                <a:ext cx="319680" cy="68760"/>
              </a:xfrm>
              <a:prstGeom prst="rect">
                <a:avLst/>
              </a:prstGeom>
            </p:spPr>
          </p:pic>
        </mc:Fallback>
      </mc:AlternateContent>
      <p:grpSp>
        <p:nvGrpSpPr>
          <p:cNvPr id="55" name="Group 54">
            <a:extLst>
              <a:ext uri="{FF2B5EF4-FFF2-40B4-BE49-F238E27FC236}">
                <a16:creationId xmlns:a16="http://schemas.microsoft.com/office/drawing/2014/main" id="{CFDE5D7B-CF7A-6507-65BB-AB26759EEC4F}"/>
              </a:ext>
            </a:extLst>
          </p:cNvPr>
          <p:cNvGrpSpPr/>
          <p:nvPr/>
        </p:nvGrpSpPr>
        <p:grpSpPr>
          <a:xfrm>
            <a:off x="7120814" y="3499616"/>
            <a:ext cx="270720" cy="695160"/>
            <a:chOff x="7120814" y="3499616"/>
            <a:chExt cx="270720" cy="695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48BBE0C2-FA87-0A20-71AD-C9C6FB7779CB}"/>
                    </a:ext>
                  </a:extLst>
                </p14:cNvPr>
                <p14:cNvContentPartPr/>
                <p14:nvPr/>
              </p14:nvContentPartPr>
              <p14:xfrm>
                <a:off x="7214774" y="3499616"/>
                <a:ext cx="16920" cy="58356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48BBE0C2-FA87-0A20-71AD-C9C6FB7779CB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7196774" y="3481976"/>
                  <a:ext cx="52560" cy="61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A2FFC120-354A-53FF-DCD1-14DD97285C52}"/>
                    </a:ext>
                  </a:extLst>
                </p14:cNvPr>
                <p14:cNvContentPartPr/>
                <p14:nvPr/>
              </p14:nvContentPartPr>
              <p14:xfrm>
                <a:off x="7120814" y="4061576"/>
                <a:ext cx="246240" cy="3852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A2FFC120-354A-53FF-DCD1-14DD97285C52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7102814" y="4043576"/>
                  <a:ext cx="281880" cy="7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3D7BAF2D-4E5F-DA17-8C48-9A3EE603E2FC}"/>
                    </a:ext>
                  </a:extLst>
                </p14:cNvPr>
                <p14:cNvContentPartPr/>
                <p14:nvPr/>
              </p14:nvContentPartPr>
              <p14:xfrm>
                <a:off x="7153574" y="4068776"/>
                <a:ext cx="237960" cy="12600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3D7BAF2D-4E5F-DA17-8C48-9A3EE603E2FC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7135934" y="4050776"/>
                  <a:ext cx="273600" cy="1616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70">
            <p14:nvContentPartPr>
              <p14:cNvPr id="56" name="Ink 55">
                <a:extLst>
                  <a:ext uri="{FF2B5EF4-FFF2-40B4-BE49-F238E27FC236}">
                    <a16:creationId xmlns:a16="http://schemas.microsoft.com/office/drawing/2014/main" id="{1B6436FA-3976-67F8-655D-8B7000F4D85C}"/>
                  </a:ext>
                </a:extLst>
              </p14:cNvPr>
              <p14:cNvContentPartPr/>
              <p14:nvPr/>
            </p14:nvContentPartPr>
            <p14:xfrm>
              <a:off x="7078334" y="4552976"/>
              <a:ext cx="433080" cy="11520"/>
            </p14:xfrm>
          </p:contentPart>
        </mc:Choice>
        <mc:Fallback>
          <p:pic>
            <p:nvPicPr>
              <p:cNvPr id="56" name="Ink 55">
                <a:extLst>
                  <a:ext uri="{FF2B5EF4-FFF2-40B4-BE49-F238E27FC236}">
                    <a16:creationId xmlns:a16="http://schemas.microsoft.com/office/drawing/2014/main" id="{1B6436FA-3976-67F8-655D-8B7000F4D85C}"/>
                  </a:ext>
                </a:extLst>
              </p:cNvPr>
              <p:cNvPicPr/>
              <p:nvPr/>
            </p:nvPicPr>
            <p:blipFill>
              <a:blip r:embed="rId71"/>
              <a:stretch>
                <a:fillRect/>
              </a:stretch>
            </p:blipFill>
            <p:spPr>
              <a:xfrm>
                <a:off x="7060334" y="4535336"/>
                <a:ext cx="468720" cy="47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2">
            <p14:nvContentPartPr>
              <p14:cNvPr id="57" name="Ink 56">
                <a:extLst>
                  <a:ext uri="{FF2B5EF4-FFF2-40B4-BE49-F238E27FC236}">
                    <a16:creationId xmlns:a16="http://schemas.microsoft.com/office/drawing/2014/main" id="{B96D5CBA-5A5A-5267-4BA7-9197B7A0A9A3}"/>
                  </a:ext>
                </a:extLst>
              </p14:cNvPr>
              <p14:cNvContentPartPr/>
              <p14:nvPr/>
            </p14:nvContentPartPr>
            <p14:xfrm>
              <a:off x="7112534" y="4885616"/>
              <a:ext cx="262440" cy="36000"/>
            </p14:xfrm>
          </p:contentPart>
        </mc:Choice>
        <mc:Fallback>
          <p:pic>
            <p:nvPicPr>
              <p:cNvPr id="57" name="Ink 56">
                <a:extLst>
                  <a:ext uri="{FF2B5EF4-FFF2-40B4-BE49-F238E27FC236}">
                    <a16:creationId xmlns:a16="http://schemas.microsoft.com/office/drawing/2014/main" id="{B96D5CBA-5A5A-5267-4BA7-9197B7A0A9A3}"/>
                  </a:ext>
                </a:extLst>
              </p:cNvPr>
              <p:cNvPicPr/>
              <p:nvPr/>
            </p:nvPicPr>
            <p:blipFill>
              <a:blip r:embed="rId73"/>
              <a:stretch>
                <a:fillRect/>
              </a:stretch>
            </p:blipFill>
            <p:spPr>
              <a:xfrm>
                <a:off x="7094534" y="4867976"/>
                <a:ext cx="298080" cy="71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4">
            <p14:nvContentPartPr>
              <p14:cNvPr id="58" name="Ink 57">
                <a:extLst>
                  <a:ext uri="{FF2B5EF4-FFF2-40B4-BE49-F238E27FC236}">
                    <a16:creationId xmlns:a16="http://schemas.microsoft.com/office/drawing/2014/main" id="{29514A27-6B37-89E4-CF47-1C43BFADEA94}"/>
                  </a:ext>
                </a:extLst>
              </p14:cNvPr>
              <p14:cNvContentPartPr/>
              <p14:nvPr/>
            </p14:nvContentPartPr>
            <p14:xfrm>
              <a:off x="7241774" y="5302856"/>
              <a:ext cx="214560" cy="360"/>
            </p14:xfrm>
          </p:contentPart>
        </mc:Choice>
        <mc:Fallback>
          <p:pic>
            <p:nvPicPr>
              <p:cNvPr id="58" name="Ink 57">
                <a:extLst>
                  <a:ext uri="{FF2B5EF4-FFF2-40B4-BE49-F238E27FC236}">
                    <a16:creationId xmlns:a16="http://schemas.microsoft.com/office/drawing/2014/main" id="{29514A27-6B37-89E4-CF47-1C43BFADEA94}"/>
                  </a:ext>
                </a:extLst>
              </p:cNvPr>
              <p:cNvPicPr/>
              <p:nvPr/>
            </p:nvPicPr>
            <p:blipFill>
              <a:blip r:embed="rId75"/>
              <a:stretch>
                <a:fillRect/>
              </a:stretch>
            </p:blipFill>
            <p:spPr>
              <a:xfrm>
                <a:off x="7224134" y="5285216"/>
                <a:ext cx="250200" cy="3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6">
            <p14:nvContentPartPr>
              <p14:cNvPr id="59" name="Ink 58">
                <a:extLst>
                  <a:ext uri="{FF2B5EF4-FFF2-40B4-BE49-F238E27FC236}">
                    <a16:creationId xmlns:a16="http://schemas.microsoft.com/office/drawing/2014/main" id="{A1809267-A1CD-68F8-7E4B-92FF2ED9BD71}"/>
                  </a:ext>
                </a:extLst>
              </p14:cNvPr>
              <p14:cNvContentPartPr/>
              <p14:nvPr/>
            </p14:nvContentPartPr>
            <p14:xfrm>
              <a:off x="7035494" y="5734496"/>
              <a:ext cx="513360" cy="6120"/>
            </p14:xfrm>
          </p:contentPart>
        </mc:Choice>
        <mc:Fallback>
          <p:pic>
            <p:nvPicPr>
              <p:cNvPr id="59" name="Ink 58">
                <a:extLst>
                  <a:ext uri="{FF2B5EF4-FFF2-40B4-BE49-F238E27FC236}">
                    <a16:creationId xmlns:a16="http://schemas.microsoft.com/office/drawing/2014/main" id="{A1809267-A1CD-68F8-7E4B-92FF2ED9BD71}"/>
                  </a:ext>
                </a:extLst>
              </p:cNvPr>
              <p:cNvPicPr/>
              <p:nvPr/>
            </p:nvPicPr>
            <p:blipFill>
              <a:blip r:embed="rId77"/>
              <a:stretch>
                <a:fillRect/>
              </a:stretch>
            </p:blipFill>
            <p:spPr>
              <a:xfrm>
                <a:off x="7017854" y="5716496"/>
                <a:ext cx="549000" cy="41760"/>
              </a:xfrm>
              <a:prstGeom prst="rect">
                <a:avLst/>
              </a:prstGeom>
            </p:spPr>
          </p:pic>
        </mc:Fallback>
      </mc:AlternateContent>
      <p:grpSp>
        <p:nvGrpSpPr>
          <p:cNvPr id="71" name="Group 70">
            <a:extLst>
              <a:ext uri="{FF2B5EF4-FFF2-40B4-BE49-F238E27FC236}">
                <a16:creationId xmlns:a16="http://schemas.microsoft.com/office/drawing/2014/main" id="{291530AB-64E3-36E7-3771-857F45E98DB0}"/>
              </a:ext>
            </a:extLst>
          </p:cNvPr>
          <p:cNvGrpSpPr/>
          <p:nvPr/>
        </p:nvGrpSpPr>
        <p:grpSpPr>
          <a:xfrm>
            <a:off x="7828574" y="4356416"/>
            <a:ext cx="380880" cy="235080"/>
            <a:chOff x="7828574" y="4356416"/>
            <a:chExt cx="380880" cy="235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9647303A-ED31-46C2-2A80-2F1E163E0BBE}"/>
                    </a:ext>
                  </a:extLst>
                </p14:cNvPr>
                <p14:cNvContentPartPr/>
                <p14:nvPr/>
              </p14:nvContentPartPr>
              <p14:xfrm>
                <a:off x="7828574" y="4414376"/>
                <a:ext cx="210960" cy="177120"/>
              </p14:xfrm>
            </p:contentPart>
          </mc:Choice>
          <mc:Fallback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9647303A-ED31-46C2-2A80-2F1E163E0BBE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7810574" y="4396376"/>
                  <a:ext cx="246600" cy="21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C504D974-5B5C-0B4B-A6A7-B891020F21A3}"/>
                    </a:ext>
                  </a:extLst>
                </p14:cNvPr>
                <p14:cNvContentPartPr/>
                <p14:nvPr/>
              </p14:nvContentPartPr>
              <p14:xfrm>
                <a:off x="8066894" y="4356416"/>
                <a:ext cx="142560" cy="215640"/>
              </p14:xfrm>
            </p:contentPart>
          </mc:Choice>
          <mc:Fallback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C504D974-5B5C-0B4B-A6A7-B891020F21A3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8048894" y="4338416"/>
                  <a:ext cx="178200" cy="251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14B75833-9E55-F083-3EFF-4F5CBCF88BEA}"/>
              </a:ext>
            </a:extLst>
          </p:cNvPr>
          <p:cNvGrpSpPr/>
          <p:nvPr/>
        </p:nvGrpSpPr>
        <p:grpSpPr>
          <a:xfrm>
            <a:off x="7849454" y="4741256"/>
            <a:ext cx="366840" cy="146520"/>
            <a:chOff x="7849454" y="4741256"/>
            <a:chExt cx="366840" cy="146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680EA89B-8642-21ED-2707-E392CE332428}"/>
                    </a:ext>
                  </a:extLst>
                </p14:cNvPr>
                <p14:cNvContentPartPr/>
                <p14:nvPr/>
              </p14:nvContentPartPr>
              <p14:xfrm>
                <a:off x="7849454" y="4771136"/>
                <a:ext cx="216720" cy="11664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680EA89B-8642-21ED-2707-E392CE332428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7831814" y="4753496"/>
                  <a:ext cx="252360" cy="15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B700077D-6470-4E0A-E729-C8568E4F716F}"/>
                    </a:ext>
                  </a:extLst>
                </p14:cNvPr>
                <p14:cNvContentPartPr/>
                <p14:nvPr/>
              </p14:nvContentPartPr>
              <p14:xfrm>
                <a:off x="8136374" y="4741256"/>
                <a:ext cx="79920" cy="13860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B700077D-6470-4E0A-E729-C8568E4F716F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8118734" y="4723616"/>
                  <a:ext cx="115560" cy="174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E968E151-77BE-CDD3-9F58-1B4719EB87F9}"/>
              </a:ext>
            </a:extLst>
          </p:cNvPr>
          <p:cNvGrpSpPr/>
          <p:nvPr/>
        </p:nvGrpSpPr>
        <p:grpSpPr>
          <a:xfrm>
            <a:off x="7956014" y="5098736"/>
            <a:ext cx="346320" cy="219240"/>
            <a:chOff x="7956014" y="5098736"/>
            <a:chExt cx="346320" cy="219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9423C480-7864-77CE-000E-2B9B2C6E5BA4}"/>
                    </a:ext>
                  </a:extLst>
                </p14:cNvPr>
                <p14:cNvContentPartPr/>
                <p14:nvPr/>
              </p14:nvContentPartPr>
              <p14:xfrm>
                <a:off x="7956014" y="5118536"/>
                <a:ext cx="131040" cy="199440"/>
              </p14:xfrm>
            </p:contentPart>
          </mc:Choice>
          <mc:Fallback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9423C480-7864-77CE-000E-2B9B2C6E5BA4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7938014" y="5100536"/>
                  <a:ext cx="166680" cy="23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F228BB2F-6188-6471-AA73-ACF6A727CBAA}"/>
                    </a:ext>
                  </a:extLst>
                </p14:cNvPr>
                <p14:cNvContentPartPr/>
                <p14:nvPr/>
              </p14:nvContentPartPr>
              <p14:xfrm>
                <a:off x="8240054" y="5098736"/>
                <a:ext cx="62280" cy="205200"/>
              </p14:xfrm>
            </p:contentPart>
          </mc:Choice>
          <mc:Fallback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F228BB2F-6188-6471-AA73-ACF6A727CBAA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8222054" y="5081096"/>
                  <a:ext cx="97920" cy="24084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44372743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287CEF-09F6-FE13-5BED-6FF74F3F61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Ridge, lasso y net regression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1C6DE28-13DA-C1F8-5435-9751E72D34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680045DD-4F69-DB6E-FE43-CE2D6E83CCE7}"/>
                  </a:ext>
                </a:extLst>
              </p14:cNvPr>
              <p14:cNvContentPartPr/>
              <p14:nvPr/>
            </p14:nvContentPartPr>
            <p14:xfrm>
              <a:off x="1326974" y="4483136"/>
              <a:ext cx="611280" cy="54000"/>
            </p14:xfrm>
          </p:contentPart>
        </mc:Choice>
        <mc:Fallback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680045DD-4F69-DB6E-FE43-CE2D6E83CCE7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308974" y="4465496"/>
                <a:ext cx="646920" cy="89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0539D24D-9CDC-C9B3-4C4C-15EF024C7943}"/>
                  </a:ext>
                </a:extLst>
              </p14:cNvPr>
              <p14:cNvContentPartPr/>
              <p14:nvPr/>
            </p14:nvContentPartPr>
            <p14:xfrm>
              <a:off x="3135974" y="4454696"/>
              <a:ext cx="959400" cy="11160"/>
            </p14:xfrm>
          </p:contentPart>
        </mc:Choice>
        <mc:Fallback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0539D24D-9CDC-C9B3-4C4C-15EF024C7943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118334" y="4437056"/>
                <a:ext cx="995040" cy="46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3F37E9DC-D92C-4321-D568-715278B232FD}"/>
                  </a:ext>
                </a:extLst>
              </p14:cNvPr>
              <p14:cNvContentPartPr/>
              <p14:nvPr/>
            </p14:nvContentPartPr>
            <p14:xfrm>
              <a:off x="5765054" y="4483856"/>
              <a:ext cx="1414440" cy="123480"/>
            </p14:xfrm>
          </p:contentPart>
        </mc:Choice>
        <mc:Fallback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3F37E9DC-D92C-4321-D568-715278B232FD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5747054" y="4466216"/>
                <a:ext cx="1450080" cy="1591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4526872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211C64-F44C-4EFD-117E-2BA2345210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4F78E1-25B5-9F45-7669-C5D8954999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0F29143F-EFA6-36F5-D5D8-7E32876D3560}"/>
              </a:ext>
            </a:extLst>
          </p:cNvPr>
          <p:cNvGrpSpPr/>
          <p:nvPr/>
        </p:nvGrpSpPr>
        <p:grpSpPr>
          <a:xfrm>
            <a:off x="3173774" y="437456"/>
            <a:ext cx="2385000" cy="811800"/>
            <a:chOff x="3173774" y="437456"/>
            <a:chExt cx="2385000" cy="811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C8343F9E-14CC-FE87-AC89-65ED41A088D6}"/>
                    </a:ext>
                  </a:extLst>
                </p14:cNvPr>
                <p14:cNvContentPartPr/>
                <p14:nvPr/>
              </p14:nvContentPartPr>
              <p14:xfrm>
                <a:off x="3210134" y="855056"/>
                <a:ext cx="30240" cy="388440"/>
              </p14:xfrm>
            </p:contentPart>
          </mc:Choice>
          <mc:Fallback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C8343F9E-14CC-FE87-AC89-65ED41A088D6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3192494" y="837056"/>
                  <a:ext cx="65880" cy="42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6086A983-CFFA-5952-3A8B-AAEF007C4A9A}"/>
                    </a:ext>
                  </a:extLst>
                </p14:cNvPr>
                <p14:cNvContentPartPr/>
                <p14:nvPr/>
              </p14:nvContentPartPr>
              <p14:xfrm>
                <a:off x="3173774" y="807536"/>
                <a:ext cx="307800" cy="31284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6086A983-CFFA-5952-3A8B-AAEF007C4A9A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3156134" y="789536"/>
                  <a:ext cx="343440" cy="34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9602AAEE-C0FA-B3FB-38BE-F07A9F61702C}"/>
                    </a:ext>
                  </a:extLst>
                </p14:cNvPr>
                <p14:cNvContentPartPr/>
                <p14:nvPr/>
              </p14:nvContentPartPr>
              <p14:xfrm>
                <a:off x="3586694" y="770816"/>
                <a:ext cx="186120" cy="420120"/>
              </p14:xfrm>
            </p:contentPart>
          </mc:Choice>
          <mc:Fallback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9602AAEE-C0FA-B3FB-38BE-F07A9F61702C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3568694" y="753176"/>
                  <a:ext cx="221760" cy="45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13372297-9C18-892E-0076-2B045E018174}"/>
                    </a:ext>
                  </a:extLst>
                </p14:cNvPr>
                <p14:cNvContentPartPr/>
                <p14:nvPr/>
              </p14:nvContentPartPr>
              <p14:xfrm>
                <a:off x="3793694" y="745256"/>
                <a:ext cx="166320" cy="50400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13372297-9C18-892E-0076-2B045E018174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3775694" y="727616"/>
                  <a:ext cx="201960" cy="53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20E9E301-D443-D8B2-582A-A9DADEEE3F6B}"/>
                    </a:ext>
                  </a:extLst>
                </p14:cNvPr>
                <p14:cNvContentPartPr/>
                <p14:nvPr/>
              </p14:nvContentPartPr>
              <p14:xfrm>
                <a:off x="4271774" y="437456"/>
                <a:ext cx="1287000" cy="18036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20E9E301-D443-D8B2-582A-A9DADEEE3F6B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4254134" y="419816"/>
                  <a:ext cx="1322640" cy="21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63853F13-8D19-3753-4AF7-F5EFD97AAEFA}"/>
                    </a:ext>
                  </a:extLst>
                </p14:cNvPr>
                <p14:cNvContentPartPr/>
                <p14:nvPr/>
              </p14:nvContentPartPr>
              <p14:xfrm>
                <a:off x="4222094" y="497216"/>
                <a:ext cx="7200" cy="16236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63853F13-8D19-3753-4AF7-F5EFD97AAEFA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4204094" y="479576"/>
                  <a:ext cx="42840" cy="19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3F4605D8-6EE1-FF00-B77C-92C35F6EDB7D}"/>
                    </a:ext>
                  </a:extLst>
                </p14:cNvPr>
                <p14:cNvContentPartPr/>
                <p14:nvPr/>
              </p14:nvContentPartPr>
              <p14:xfrm>
                <a:off x="4108694" y="477416"/>
                <a:ext cx="139680" cy="25200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3F4605D8-6EE1-FF00-B77C-92C35F6EDB7D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4090694" y="459416"/>
                  <a:ext cx="175320" cy="287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B49C1B31-3AAA-CDC4-0312-8880C519841E}"/>
              </a:ext>
            </a:extLst>
          </p:cNvPr>
          <p:cNvGrpSpPr/>
          <p:nvPr/>
        </p:nvGrpSpPr>
        <p:grpSpPr>
          <a:xfrm>
            <a:off x="5876294" y="401096"/>
            <a:ext cx="371520" cy="748800"/>
            <a:chOff x="5876294" y="401096"/>
            <a:chExt cx="371520" cy="748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F198A332-4800-E790-4D23-279D61DBF524}"/>
                    </a:ext>
                  </a:extLst>
                </p14:cNvPr>
                <p14:cNvContentPartPr/>
                <p14:nvPr/>
              </p14:nvContentPartPr>
              <p14:xfrm>
                <a:off x="5889614" y="562736"/>
                <a:ext cx="52200" cy="58716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F198A332-4800-E790-4D23-279D61DBF524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5871614" y="544736"/>
                  <a:ext cx="87840" cy="62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AE5D1071-2A9B-1659-5DF9-B948925683E5}"/>
                    </a:ext>
                  </a:extLst>
                </p14:cNvPr>
                <p14:cNvContentPartPr/>
                <p14:nvPr/>
              </p14:nvContentPartPr>
              <p14:xfrm>
                <a:off x="5876294" y="519896"/>
                <a:ext cx="158400" cy="32112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AE5D1071-2A9B-1659-5DF9-B948925683E5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5858654" y="501896"/>
                  <a:ext cx="194040" cy="35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58EBD9E6-D6A2-0452-7719-8C371F611586}"/>
                    </a:ext>
                  </a:extLst>
                </p14:cNvPr>
                <p14:cNvContentPartPr/>
                <p14:nvPr/>
              </p14:nvContentPartPr>
              <p14:xfrm>
                <a:off x="6081854" y="401096"/>
                <a:ext cx="165960" cy="19404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58EBD9E6-D6A2-0452-7719-8C371F611586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063854" y="383096"/>
                  <a:ext cx="201600" cy="229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39FED264-2C8B-E46E-87DA-FB81A2F9BD85}"/>
              </a:ext>
            </a:extLst>
          </p:cNvPr>
          <p:cNvGrpSpPr/>
          <p:nvPr/>
        </p:nvGrpSpPr>
        <p:grpSpPr>
          <a:xfrm>
            <a:off x="4522694" y="1480736"/>
            <a:ext cx="2140200" cy="650520"/>
            <a:chOff x="4522694" y="1480736"/>
            <a:chExt cx="2140200" cy="650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041A4571-A745-0E58-403D-9BC55781A1DC}"/>
                    </a:ext>
                  </a:extLst>
                </p14:cNvPr>
                <p14:cNvContentPartPr/>
                <p14:nvPr/>
              </p14:nvContentPartPr>
              <p14:xfrm>
                <a:off x="4681814" y="1626896"/>
                <a:ext cx="1395720" cy="50436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041A4571-A745-0E58-403D-9BC55781A1DC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4663814" y="1608896"/>
                  <a:ext cx="1431360" cy="54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80711DB4-9F7E-7735-AFA7-DEA442C20892}"/>
                    </a:ext>
                  </a:extLst>
                </p14:cNvPr>
                <p14:cNvContentPartPr/>
                <p14:nvPr/>
              </p14:nvContentPartPr>
              <p14:xfrm>
                <a:off x="4522694" y="1516376"/>
                <a:ext cx="178560" cy="19152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80711DB4-9F7E-7735-AFA7-DEA442C20892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4504694" y="1498376"/>
                  <a:ext cx="214200" cy="22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412703DC-F737-B851-62AC-09FF543CBE95}"/>
                    </a:ext>
                  </a:extLst>
                </p14:cNvPr>
                <p14:cNvContentPartPr/>
                <p14:nvPr/>
              </p14:nvContentPartPr>
              <p14:xfrm>
                <a:off x="6181214" y="1707176"/>
                <a:ext cx="89280" cy="33552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412703DC-F737-B851-62AC-09FF543CBE95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6163574" y="1689536"/>
                  <a:ext cx="124920" cy="37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746CE9ED-6FDF-A5B1-005B-741B148028B5}"/>
                    </a:ext>
                  </a:extLst>
                </p14:cNvPr>
                <p14:cNvContentPartPr/>
                <p14:nvPr/>
              </p14:nvContentPartPr>
              <p14:xfrm>
                <a:off x="6177254" y="1643456"/>
                <a:ext cx="191520" cy="16092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746CE9ED-6FDF-A5B1-005B-741B148028B5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6159614" y="1625816"/>
                  <a:ext cx="227160" cy="19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8AEE51D8-2114-7365-67BA-929247633952}"/>
                    </a:ext>
                  </a:extLst>
                </p14:cNvPr>
                <p14:cNvContentPartPr/>
                <p14:nvPr/>
              </p14:nvContentPartPr>
              <p14:xfrm>
                <a:off x="6220094" y="1795736"/>
                <a:ext cx="174600" cy="12924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8AEE51D8-2114-7365-67BA-929247633952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6202454" y="1778096"/>
                  <a:ext cx="210240" cy="16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F92BC50F-0C8A-F593-3E88-8601F8363D4B}"/>
                    </a:ext>
                  </a:extLst>
                </p14:cNvPr>
                <p14:cNvContentPartPr/>
                <p14:nvPr/>
              </p14:nvContentPartPr>
              <p14:xfrm>
                <a:off x="6120374" y="1587296"/>
                <a:ext cx="97920" cy="53424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F92BC50F-0C8A-F593-3E88-8601F8363D4B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6102734" y="1569296"/>
                  <a:ext cx="133560" cy="56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C6F10389-6D65-A0F1-96C3-7E35CE1A14B2}"/>
                    </a:ext>
                  </a:extLst>
                </p14:cNvPr>
                <p14:cNvContentPartPr/>
                <p14:nvPr/>
              </p14:nvContentPartPr>
              <p14:xfrm>
                <a:off x="6527534" y="1480736"/>
                <a:ext cx="135360" cy="61992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C6F10389-6D65-A0F1-96C3-7E35CE1A14B2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6509894" y="1463096"/>
                  <a:ext cx="171000" cy="6555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36">
            <p14:nvContentPartPr>
              <p14:cNvPr id="31" name="Ink 30">
                <a:extLst>
                  <a:ext uri="{FF2B5EF4-FFF2-40B4-BE49-F238E27FC236}">
                    <a16:creationId xmlns:a16="http://schemas.microsoft.com/office/drawing/2014/main" id="{70D9385E-6722-FCC3-6C3E-C968DB635F2A}"/>
                  </a:ext>
                </a:extLst>
              </p14:cNvPr>
              <p14:cNvContentPartPr/>
              <p14:nvPr/>
            </p14:nvContentPartPr>
            <p14:xfrm>
              <a:off x="5769734" y="1237376"/>
              <a:ext cx="276120" cy="8640"/>
            </p14:xfrm>
          </p:contentPart>
        </mc:Choice>
        <mc:Fallback>
          <p:pic>
            <p:nvPicPr>
              <p:cNvPr id="31" name="Ink 30">
                <a:extLst>
                  <a:ext uri="{FF2B5EF4-FFF2-40B4-BE49-F238E27FC236}">
                    <a16:creationId xmlns:a16="http://schemas.microsoft.com/office/drawing/2014/main" id="{70D9385E-6722-FCC3-6C3E-C968DB635F2A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5751734" y="1219376"/>
                <a:ext cx="311760" cy="44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8">
            <p14:nvContentPartPr>
              <p14:cNvPr id="32" name="Ink 31">
                <a:extLst>
                  <a:ext uri="{FF2B5EF4-FFF2-40B4-BE49-F238E27FC236}">
                    <a16:creationId xmlns:a16="http://schemas.microsoft.com/office/drawing/2014/main" id="{2ACAC615-29BE-C252-326F-646A93258248}"/>
                  </a:ext>
                </a:extLst>
              </p14:cNvPr>
              <p14:cNvContentPartPr/>
              <p14:nvPr/>
            </p14:nvContentPartPr>
            <p14:xfrm>
              <a:off x="6185534" y="2360576"/>
              <a:ext cx="379440" cy="24840"/>
            </p14:xfrm>
          </p:contentPart>
        </mc:Choice>
        <mc:Fallback>
          <p:pic>
            <p:nvPicPr>
              <p:cNvPr id="32" name="Ink 31">
                <a:extLst>
                  <a:ext uri="{FF2B5EF4-FFF2-40B4-BE49-F238E27FC236}">
                    <a16:creationId xmlns:a16="http://schemas.microsoft.com/office/drawing/2014/main" id="{2ACAC615-29BE-C252-326F-646A93258248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6167534" y="2342936"/>
                <a:ext cx="415080" cy="60480"/>
              </a:xfrm>
              <a:prstGeom prst="rect">
                <a:avLst/>
              </a:prstGeom>
            </p:spPr>
          </p:pic>
        </mc:Fallback>
      </mc:AlternateContent>
      <p:grpSp>
        <p:nvGrpSpPr>
          <p:cNvPr id="41" name="Group 40">
            <a:extLst>
              <a:ext uri="{FF2B5EF4-FFF2-40B4-BE49-F238E27FC236}">
                <a16:creationId xmlns:a16="http://schemas.microsoft.com/office/drawing/2014/main" id="{995411CC-196C-66FD-FC2B-9CBDE578E529}"/>
              </a:ext>
            </a:extLst>
          </p:cNvPr>
          <p:cNvGrpSpPr/>
          <p:nvPr/>
        </p:nvGrpSpPr>
        <p:grpSpPr>
          <a:xfrm>
            <a:off x="8679614" y="478496"/>
            <a:ext cx="656280" cy="281520"/>
            <a:chOff x="8679614" y="478496"/>
            <a:chExt cx="656280" cy="281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BBC4A388-D39D-EE0B-BA71-C21958D1A596}"/>
                    </a:ext>
                  </a:extLst>
                </p14:cNvPr>
                <p14:cNvContentPartPr/>
                <p14:nvPr/>
              </p14:nvContentPartPr>
              <p14:xfrm>
                <a:off x="8679614" y="505496"/>
                <a:ext cx="174240" cy="25452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BBC4A388-D39D-EE0B-BA71-C21958D1A596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8661974" y="487496"/>
                  <a:ext cx="209880" cy="29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7EB068EE-9364-343B-A1DF-784DED0D30C9}"/>
                    </a:ext>
                  </a:extLst>
                </p14:cNvPr>
                <p14:cNvContentPartPr/>
                <p14:nvPr/>
              </p14:nvContentPartPr>
              <p14:xfrm>
                <a:off x="9001094" y="702416"/>
                <a:ext cx="11160" cy="1692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7EB068EE-9364-343B-A1DF-784DED0D30C9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8983094" y="684776"/>
                  <a:ext cx="46800" cy="5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3E242AC5-9ACA-E666-FE20-5DAD93F56312}"/>
                    </a:ext>
                  </a:extLst>
                </p14:cNvPr>
                <p14:cNvContentPartPr/>
                <p14:nvPr/>
              </p14:nvContentPartPr>
              <p14:xfrm>
                <a:off x="9178214" y="478496"/>
                <a:ext cx="157680" cy="26712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3E242AC5-9ACA-E666-FE20-5DAD93F56312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9160574" y="460856"/>
                  <a:ext cx="193320" cy="3027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46">
            <p14:nvContentPartPr>
              <p14:cNvPr id="39" name="Ink 38">
                <a:extLst>
                  <a:ext uri="{FF2B5EF4-FFF2-40B4-BE49-F238E27FC236}">
                    <a16:creationId xmlns:a16="http://schemas.microsoft.com/office/drawing/2014/main" id="{937E4470-B533-4ADF-4312-2480A7E8F381}"/>
                  </a:ext>
                </a:extLst>
              </p14:cNvPr>
              <p14:cNvContentPartPr/>
              <p14:nvPr/>
            </p14:nvContentPartPr>
            <p14:xfrm>
              <a:off x="9583214" y="531776"/>
              <a:ext cx="202320" cy="82440"/>
            </p14:xfrm>
          </p:contentPart>
        </mc:Choice>
        <mc:Fallback>
          <p:pic>
            <p:nvPicPr>
              <p:cNvPr id="39" name="Ink 38">
                <a:extLst>
                  <a:ext uri="{FF2B5EF4-FFF2-40B4-BE49-F238E27FC236}">
                    <a16:creationId xmlns:a16="http://schemas.microsoft.com/office/drawing/2014/main" id="{937E4470-B533-4ADF-4312-2480A7E8F381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9565574" y="513776"/>
                <a:ext cx="237960" cy="118080"/>
              </a:xfrm>
              <a:prstGeom prst="rect">
                <a:avLst/>
              </a:prstGeom>
            </p:spPr>
          </p:pic>
        </mc:Fallback>
      </mc:AlternateContent>
      <p:grpSp>
        <p:nvGrpSpPr>
          <p:cNvPr id="47" name="Group 46">
            <a:extLst>
              <a:ext uri="{FF2B5EF4-FFF2-40B4-BE49-F238E27FC236}">
                <a16:creationId xmlns:a16="http://schemas.microsoft.com/office/drawing/2014/main" id="{81EA3B77-0B61-B366-20F8-A5D0197BA689}"/>
              </a:ext>
            </a:extLst>
          </p:cNvPr>
          <p:cNvGrpSpPr/>
          <p:nvPr/>
        </p:nvGrpSpPr>
        <p:grpSpPr>
          <a:xfrm>
            <a:off x="10025654" y="315056"/>
            <a:ext cx="618840" cy="452160"/>
            <a:chOff x="10025654" y="315056"/>
            <a:chExt cx="618840" cy="452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95664AC4-788E-947E-9288-3EC450F104ED}"/>
                    </a:ext>
                  </a:extLst>
                </p14:cNvPr>
                <p14:cNvContentPartPr/>
                <p14:nvPr/>
              </p14:nvContentPartPr>
              <p14:xfrm>
                <a:off x="10025654" y="439976"/>
                <a:ext cx="234000" cy="19260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95664AC4-788E-947E-9288-3EC450F104ED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10007654" y="421976"/>
                  <a:ext cx="269640" cy="22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C578C6C2-252D-4FD4-E475-805F15130CCA}"/>
                    </a:ext>
                  </a:extLst>
                </p14:cNvPr>
                <p14:cNvContentPartPr/>
                <p14:nvPr/>
              </p14:nvContentPartPr>
              <p14:xfrm>
                <a:off x="10376294" y="571736"/>
                <a:ext cx="5760" cy="36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C578C6C2-252D-4FD4-E475-805F15130CCA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10358294" y="554096"/>
                  <a:ext cx="414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BC0DCE07-E4DB-E470-F29A-8CE6627606E7}"/>
                    </a:ext>
                  </a:extLst>
                </p14:cNvPr>
                <p14:cNvContentPartPr/>
                <p14:nvPr/>
              </p14:nvContentPartPr>
              <p14:xfrm>
                <a:off x="10443974" y="315056"/>
                <a:ext cx="194400" cy="23832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BC0DCE07-E4DB-E470-F29A-8CE6627606E7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10426334" y="297056"/>
                  <a:ext cx="230040" cy="27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39B8D0AD-17A6-6575-BA81-2C01A51278D8}"/>
                    </a:ext>
                  </a:extLst>
                </p14:cNvPr>
                <p14:cNvContentPartPr/>
                <p14:nvPr/>
              </p14:nvContentPartPr>
              <p14:xfrm>
                <a:off x="10485734" y="582896"/>
                <a:ext cx="158760" cy="18432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39B8D0AD-17A6-6575-BA81-2C01A51278D8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10468094" y="565256"/>
                  <a:ext cx="194400" cy="219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9B318EC8-0379-5018-9351-5EA95D332E65}"/>
              </a:ext>
            </a:extLst>
          </p:cNvPr>
          <p:cNvGrpSpPr/>
          <p:nvPr/>
        </p:nvGrpSpPr>
        <p:grpSpPr>
          <a:xfrm>
            <a:off x="9668174" y="871256"/>
            <a:ext cx="195480" cy="335160"/>
            <a:chOff x="9668174" y="871256"/>
            <a:chExt cx="195480" cy="335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E10D685E-B4C9-B3BB-0A7B-8E4F855F6737}"/>
                    </a:ext>
                  </a:extLst>
                </p14:cNvPr>
                <p14:cNvContentPartPr/>
                <p14:nvPr/>
              </p14:nvContentPartPr>
              <p14:xfrm>
                <a:off x="9749894" y="900776"/>
                <a:ext cx="19440" cy="26460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E10D685E-B4C9-B3BB-0A7B-8E4F855F6737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9731894" y="883136"/>
                  <a:ext cx="55080" cy="30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62D934F7-2E55-036B-1EB9-71DC343C6753}"/>
                    </a:ext>
                  </a:extLst>
                </p14:cNvPr>
                <p14:cNvContentPartPr/>
                <p14:nvPr/>
              </p14:nvContentPartPr>
              <p14:xfrm>
                <a:off x="9707774" y="871256"/>
                <a:ext cx="52920" cy="6408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62D934F7-2E55-036B-1EB9-71DC343C6753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9690134" y="853616"/>
                  <a:ext cx="88560" cy="9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54313A9C-092F-0F15-0E71-6E430D579B68}"/>
                    </a:ext>
                  </a:extLst>
                </p14:cNvPr>
                <p14:cNvContentPartPr/>
                <p14:nvPr/>
              </p14:nvContentPartPr>
              <p14:xfrm>
                <a:off x="9751334" y="1167536"/>
                <a:ext cx="112320" cy="1944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54313A9C-092F-0F15-0E71-6E430D579B68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9733694" y="1149896"/>
                  <a:ext cx="147960" cy="5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96837131-3DB4-8CA3-B69E-402CCBB9060B}"/>
                    </a:ext>
                  </a:extLst>
                </p14:cNvPr>
                <p14:cNvContentPartPr/>
                <p14:nvPr/>
              </p14:nvContentPartPr>
              <p14:xfrm>
                <a:off x="9668174" y="1164656"/>
                <a:ext cx="178920" cy="4176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96837131-3DB4-8CA3-B69E-402CCBB9060B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9650534" y="1147016"/>
                  <a:ext cx="214560" cy="77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FF97BCC3-E045-3769-4D30-3858935B0839}"/>
              </a:ext>
            </a:extLst>
          </p:cNvPr>
          <p:cNvGrpSpPr/>
          <p:nvPr/>
        </p:nvGrpSpPr>
        <p:grpSpPr>
          <a:xfrm>
            <a:off x="9370094" y="1681616"/>
            <a:ext cx="1346760" cy="653400"/>
            <a:chOff x="9370094" y="1681616"/>
            <a:chExt cx="1346760" cy="653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7DD05159-5603-D41C-F7F2-1F6A23737C7C}"/>
                    </a:ext>
                  </a:extLst>
                </p14:cNvPr>
                <p14:cNvContentPartPr/>
                <p14:nvPr/>
              </p14:nvContentPartPr>
              <p14:xfrm>
                <a:off x="9524174" y="1692056"/>
                <a:ext cx="543960" cy="27108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7DD05159-5603-D41C-F7F2-1F6A23737C7C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9506534" y="1674056"/>
                  <a:ext cx="579600" cy="30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58D63D81-8C8D-B00B-D03F-9D7A4893D00A}"/>
                    </a:ext>
                  </a:extLst>
                </p14:cNvPr>
                <p14:cNvContentPartPr/>
                <p14:nvPr/>
              </p14:nvContentPartPr>
              <p14:xfrm>
                <a:off x="10349654" y="1681616"/>
                <a:ext cx="224640" cy="28656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58D63D81-8C8D-B00B-D03F-9D7A4893D00A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10331654" y="1663616"/>
                  <a:ext cx="260280" cy="32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1D5156B2-EF20-92B7-B065-A614E89A7194}"/>
                    </a:ext>
                  </a:extLst>
                </p14:cNvPr>
                <p14:cNvContentPartPr/>
                <p14:nvPr/>
              </p14:nvContentPartPr>
              <p14:xfrm>
                <a:off x="9370094" y="1895816"/>
                <a:ext cx="519120" cy="43920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1D5156B2-EF20-92B7-B065-A614E89A7194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9352094" y="1878176"/>
                  <a:ext cx="554760" cy="47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06812D2C-FA82-7B79-D7C3-8946D71EF832}"/>
                    </a:ext>
                  </a:extLst>
                </p14:cNvPr>
                <p14:cNvContentPartPr/>
                <p14:nvPr/>
              </p14:nvContentPartPr>
              <p14:xfrm>
                <a:off x="10118534" y="2176976"/>
                <a:ext cx="185040" cy="3744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06812D2C-FA82-7B79-D7C3-8946D71EF832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10100894" y="2158976"/>
                  <a:ext cx="220680" cy="7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F634E2B5-495B-B3EF-70E7-2AB05AFFE143}"/>
                    </a:ext>
                  </a:extLst>
                </p14:cNvPr>
                <p14:cNvContentPartPr/>
                <p14:nvPr/>
              </p14:nvContentPartPr>
              <p14:xfrm>
                <a:off x="10209254" y="2269496"/>
                <a:ext cx="300960" cy="6300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F634E2B5-495B-B3EF-70E7-2AB05AFFE143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10191254" y="2251496"/>
                  <a:ext cx="336600" cy="9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AC9E45B2-F5D5-3401-AAEC-A8FC91EB5114}"/>
                    </a:ext>
                  </a:extLst>
                </p14:cNvPr>
                <p14:cNvContentPartPr/>
                <p14:nvPr/>
              </p14:nvContentPartPr>
              <p14:xfrm>
                <a:off x="10584014" y="2071856"/>
                <a:ext cx="132840" cy="218880"/>
              </p14:xfrm>
            </p:contentPart>
          </mc:Choice>
          <mc:Fallback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AC9E45B2-F5D5-3401-AAEC-A8FC91EB5114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10566374" y="2053856"/>
                  <a:ext cx="168480" cy="254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4" name="Group 83">
            <a:extLst>
              <a:ext uri="{FF2B5EF4-FFF2-40B4-BE49-F238E27FC236}">
                <a16:creationId xmlns:a16="http://schemas.microsoft.com/office/drawing/2014/main" id="{3D7D769D-167F-1A35-E4C0-4D15B9441046}"/>
              </a:ext>
            </a:extLst>
          </p:cNvPr>
          <p:cNvGrpSpPr/>
          <p:nvPr/>
        </p:nvGrpSpPr>
        <p:grpSpPr>
          <a:xfrm>
            <a:off x="7558934" y="3065816"/>
            <a:ext cx="3091320" cy="1889280"/>
            <a:chOff x="7558934" y="3065816"/>
            <a:chExt cx="3091320" cy="18892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272F2121-732D-D402-5FED-F698DFBCF2A3}"/>
                    </a:ext>
                  </a:extLst>
                </p14:cNvPr>
                <p14:cNvContentPartPr/>
                <p14:nvPr/>
              </p14:nvContentPartPr>
              <p14:xfrm>
                <a:off x="7875734" y="3477656"/>
                <a:ext cx="467280" cy="6876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272F2121-732D-D402-5FED-F698DFBCF2A3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7858094" y="3460016"/>
                  <a:ext cx="502920" cy="10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69DFBB9F-5ED7-0F59-4297-CBC2A5AB7A19}"/>
                    </a:ext>
                  </a:extLst>
                </p14:cNvPr>
                <p14:cNvContentPartPr/>
                <p14:nvPr/>
              </p14:nvContentPartPr>
              <p14:xfrm>
                <a:off x="8688254" y="3436976"/>
                <a:ext cx="746280" cy="2160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69DFBB9F-5ED7-0F59-4297-CBC2A5AB7A19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8670254" y="3418976"/>
                  <a:ext cx="781920" cy="5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E4D41089-606D-4780-CB17-F8D7F47832E0}"/>
                    </a:ext>
                  </a:extLst>
                </p14:cNvPr>
                <p14:cNvContentPartPr/>
                <p14:nvPr/>
              </p14:nvContentPartPr>
              <p14:xfrm>
                <a:off x="9786974" y="3411776"/>
                <a:ext cx="387720" cy="27720"/>
              </p14:xfrm>
            </p:contentPart>
          </mc:Choice>
          <mc:Fallback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E4D41089-606D-4780-CB17-F8D7F47832E0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9768974" y="3393776"/>
                  <a:ext cx="423360" cy="6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0508B0EA-0A76-EC3E-26C1-F94D51E3FD5D}"/>
                    </a:ext>
                  </a:extLst>
                </p14:cNvPr>
                <p14:cNvContentPartPr/>
                <p14:nvPr/>
              </p14:nvContentPartPr>
              <p14:xfrm>
                <a:off x="7558934" y="3065816"/>
                <a:ext cx="3072600" cy="698760"/>
              </p14:xfrm>
            </p:contentPart>
          </mc:Choice>
          <mc:Fallback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0508B0EA-0A76-EC3E-26C1-F94D51E3FD5D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7541294" y="3048176"/>
                  <a:ext cx="3108240" cy="73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C0BE3AA6-6255-77E1-0D23-90E7993BE1EE}"/>
                    </a:ext>
                  </a:extLst>
                </p14:cNvPr>
                <p14:cNvContentPartPr/>
                <p14:nvPr/>
              </p14:nvContentPartPr>
              <p14:xfrm>
                <a:off x="9006854" y="3834056"/>
                <a:ext cx="261360" cy="338760"/>
              </p14:xfrm>
            </p:contentPart>
          </mc:Choice>
          <mc:Fallback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C0BE3AA6-6255-77E1-0D23-90E7993BE1EE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8988854" y="3816056"/>
                  <a:ext cx="297000" cy="37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2ABC038B-4AD8-558F-EB33-E19E0CD13CC7}"/>
                    </a:ext>
                  </a:extLst>
                </p14:cNvPr>
                <p14:cNvContentPartPr/>
                <p14:nvPr/>
              </p14:nvContentPartPr>
              <p14:xfrm>
                <a:off x="9195854" y="4153376"/>
                <a:ext cx="195480" cy="38520"/>
              </p14:xfrm>
            </p:contentPart>
          </mc:Choice>
          <mc:Fallback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2ABC038B-4AD8-558F-EB33-E19E0CD13CC7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9177854" y="4135736"/>
                  <a:ext cx="231120" cy="7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E434F491-F26F-0D22-BF55-41D9B6FBB225}"/>
                    </a:ext>
                  </a:extLst>
                </p14:cNvPr>
                <p14:cNvContentPartPr/>
                <p14:nvPr/>
              </p14:nvContentPartPr>
              <p14:xfrm>
                <a:off x="9128534" y="4130696"/>
                <a:ext cx="246240" cy="172440"/>
              </p14:xfrm>
            </p:contentPart>
          </mc:Choice>
          <mc:Fallback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E434F491-F26F-0D22-BF55-41D9B6FBB225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9110534" y="4113056"/>
                  <a:ext cx="281880" cy="20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1C6B5D1A-F4DF-43A9-3B1E-9416BC77DBAC}"/>
                    </a:ext>
                  </a:extLst>
                </p14:cNvPr>
                <p14:cNvContentPartPr/>
                <p14:nvPr/>
              </p14:nvContentPartPr>
              <p14:xfrm>
                <a:off x="9184694" y="4549016"/>
                <a:ext cx="156600" cy="406080"/>
              </p14:xfrm>
            </p:contentPart>
          </mc:Choice>
          <mc:Fallback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1C6B5D1A-F4DF-43A9-3B1E-9416BC77DBAC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9166694" y="4531016"/>
                  <a:ext cx="192240" cy="44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75CDADE9-1CF4-0661-BF03-5E224CC1CA25}"/>
                    </a:ext>
                  </a:extLst>
                </p14:cNvPr>
                <p14:cNvContentPartPr/>
                <p14:nvPr/>
              </p14:nvContentPartPr>
              <p14:xfrm>
                <a:off x="9194414" y="4389176"/>
                <a:ext cx="309600" cy="409680"/>
              </p14:xfrm>
            </p:contentPart>
          </mc:Choice>
          <mc:Fallback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75CDADE9-1CF4-0661-BF03-5E224CC1CA25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9176774" y="4371176"/>
                  <a:ext cx="345240" cy="44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BFC4852B-81EA-0C25-9F7F-F1A252A17C2A}"/>
                    </a:ext>
                  </a:extLst>
                </p14:cNvPr>
                <p14:cNvContentPartPr/>
                <p14:nvPr/>
              </p14:nvContentPartPr>
              <p14:xfrm>
                <a:off x="9623894" y="4417976"/>
                <a:ext cx="179640" cy="252720"/>
              </p14:xfrm>
            </p:contentPart>
          </mc:Choice>
          <mc:Fallback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BFC4852B-81EA-0C25-9F7F-F1A252A17C2A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9606254" y="4400336"/>
                  <a:ext cx="215280" cy="28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6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F9189F04-70EA-9F45-14B5-46B5E25952E4}"/>
                    </a:ext>
                  </a:extLst>
                </p14:cNvPr>
                <p14:cNvContentPartPr/>
                <p14:nvPr/>
              </p14:nvContentPartPr>
              <p14:xfrm>
                <a:off x="9930614" y="4276136"/>
                <a:ext cx="254160" cy="94320"/>
              </p14:xfrm>
            </p:contentPart>
          </mc:Choice>
          <mc:Fallback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F9189F04-70EA-9F45-14B5-46B5E25952E4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9912974" y="4258136"/>
                  <a:ext cx="289800" cy="12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8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73BC245D-EE60-E38C-8EE6-28B8D8FBA3D4}"/>
                    </a:ext>
                  </a:extLst>
                </p14:cNvPr>
                <p14:cNvContentPartPr/>
                <p14:nvPr/>
              </p14:nvContentPartPr>
              <p14:xfrm>
                <a:off x="10054814" y="4475216"/>
                <a:ext cx="305640" cy="21240"/>
              </p14:xfrm>
            </p:contentPart>
          </mc:Choice>
          <mc:Fallback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73BC245D-EE60-E38C-8EE6-28B8D8FBA3D4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10036814" y="4457216"/>
                  <a:ext cx="341280" cy="5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0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E8578C18-41AA-EC05-1C0C-015058C5DCD4}"/>
                    </a:ext>
                  </a:extLst>
                </p14:cNvPr>
                <p14:cNvContentPartPr/>
                <p14:nvPr/>
              </p14:nvContentPartPr>
              <p14:xfrm>
                <a:off x="10436414" y="4175336"/>
                <a:ext cx="213840" cy="264240"/>
              </p14:xfrm>
            </p:contentPart>
          </mc:Choice>
          <mc:Fallback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E8578C18-41AA-EC05-1C0C-015058C5DCD4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10418774" y="4157336"/>
                  <a:ext cx="249480" cy="29988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63325222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E4BBFC-E5D9-1F9C-B792-358278A6CB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Lasso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BED5B2FD-DFAC-8C4B-450C-1A94FF398E76}"/>
                  </a:ext>
                </a:extLst>
              </p14:cNvPr>
              <p14:cNvContentPartPr/>
              <p14:nvPr/>
            </p14:nvContentPartPr>
            <p14:xfrm>
              <a:off x="1098374" y="1397576"/>
              <a:ext cx="941400" cy="49680"/>
            </p14:xfrm>
          </p:contentPart>
        </mc:Choice>
        <mc:Fallback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BED5B2FD-DFAC-8C4B-450C-1A94FF398E76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080374" y="1379936"/>
                <a:ext cx="977040" cy="85320"/>
              </a:xfrm>
              <a:prstGeom prst="rect">
                <a:avLst/>
              </a:prstGeom>
            </p:spPr>
          </p:pic>
        </mc:Fallback>
      </mc:AlternateContent>
      <p:grpSp>
        <p:nvGrpSpPr>
          <p:cNvPr id="53" name="Group 52">
            <a:extLst>
              <a:ext uri="{FF2B5EF4-FFF2-40B4-BE49-F238E27FC236}">
                <a16:creationId xmlns:a16="http://schemas.microsoft.com/office/drawing/2014/main" id="{EEA29A8F-1B7D-C368-1D16-EB360D48FC61}"/>
              </a:ext>
            </a:extLst>
          </p:cNvPr>
          <p:cNvGrpSpPr/>
          <p:nvPr/>
        </p:nvGrpSpPr>
        <p:grpSpPr>
          <a:xfrm>
            <a:off x="11196374" y="2133776"/>
            <a:ext cx="653040" cy="422640"/>
            <a:chOff x="11196374" y="2133776"/>
            <a:chExt cx="653040" cy="422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E954B703-576F-7EE5-6AE8-88B3556EA518}"/>
                    </a:ext>
                  </a:extLst>
                </p14:cNvPr>
                <p14:cNvContentPartPr/>
                <p14:nvPr/>
              </p14:nvContentPartPr>
              <p14:xfrm>
                <a:off x="11196374" y="2133776"/>
                <a:ext cx="264600" cy="42264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E954B703-576F-7EE5-6AE8-88B3556EA518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1178374" y="2116136"/>
                  <a:ext cx="300240" cy="45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E7D2D4D5-AB56-2538-1897-4BEB65313966}"/>
                    </a:ext>
                  </a:extLst>
                </p14:cNvPr>
                <p14:cNvContentPartPr/>
                <p14:nvPr/>
              </p14:nvContentPartPr>
              <p14:xfrm>
                <a:off x="11549894" y="2335016"/>
                <a:ext cx="71280" cy="14436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E7D2D4D5-AB56-2538-1897-4BEB65313966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11532254" y="2317376"/>
                  <a:ext cx="106920" cy="18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6D3D164D-9B42-4AAF-B967-8711BA968464}"/>
                    </a:ext>
                  </a:extLst>
                </p14:cNvPr>
                <p14:cNvContentPartPr/>
                <p14:nvPr/>
              </p14:nvContentPartPr>
              <p14:xfrm>
                <a:off x="11576534" y="2274536"/>
                <a:ext cx="126000" cy="5508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6D3D164D-9B42-4AAF-B967-8711BA968464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11558894" y="2256536"/>
                  <a:ext cx="161640" cy="9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DD5F91BB-0129-DF19-C732-CDC9275F6EB3}"/>
                    </a:ext>
                  </a:extLst>
                </p14:cNvPr>
                <p14:cNvContentPartPr/>
                <p14:nvPr/>
              </p14:nvContentPartPr>
              <p14:xfrm>
                <a:off x="11715494" y="2237816"/>
                <a:ext cx="133920" cy="23076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DD5F91BB-0129-DF19-C732-CDC9275F6EB3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11697494" y="2219816"/>
                  <a:ext cx="169560" cy="2664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2">
            <p14:nvContentPartPr>
              <p14:cNvPr id="56" name="Ink 55">
                <a:extLst>
                  <a:ext uri="{FF2B5EF4-FFF2-40B4-BE49-F238E27FC236}">
                    <a16:creationId xmlns:a16="http://schemas.microsoft.com/office/drawing/2014/main" id="{875A8DAA-164A-1B14-65AE-0B5C15102952}"/>
                  </a:ext>
                </a:extLst>
              </p14:cNvPr>
              <p14:cNvContentPartPr/>
              <p14:nvPr/>
            </p14:nvContentPartPr>
            <p14:xfrm>
              <a:off x="11331014" y="2771696"/>
              <a:ext cx="288360" cy="60480"/>
            </p14:xfrm>
          </p:contentPart>
        </mc:Choice>
        <mc:Fallback>
          <p:pic>
            <p:nvPicPr>
              <p:cNvPr id="56" name="Ink 55">
                <a:extLst>
                  <a:ext uri="{FF2B5EF4-FFF2-40B4-BE49-F238E27FC236}">
                    <a16:creationId xmlns:a16="http://schemas.microsoft.com/office/drawing/2014/main" id="{875A8DAA-164A-1B14-65AE-0B5C15102952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11313374" y="2754056"/>
                <a:ext cx="324000" cy="96120"/>
              </a:xfrm>
              <a:prstGeom prst="rect">
                <a:avLst/>
              </a:prstGeom>
            </p:spPr>
          </p:pic>
        </mc:Fallback>
      </mc:AlternateContent>
      <p:grpSp>
        <p:nvGrpSpPr>
          <p:cNvPr id="169" name="Group 168">
            <a:extLst>
              <a:ext uri="{FF2B5EF4-FFF2-40B4-BE49-F238E27FC236}">
                <a16:creationId xmlns:a16="http://schemas.microsoft.com/office/drawing/2014/main" id="{CB2764A7-A12C-C544-163A-156975C5B1BA}"/>
              </a:ext>
            </a:extLst>
          </p:cNvPr>
          <p:cNvGrpSpPr/>
          <p:nvPr/>
        </p:nvGrpSpPr>
        <p:grpSpPr>
          <a:xfrm>
            <a:off x="1001174" y="72776"/>
            <a:ext cx="9778680" cy="5646960"/>
            <a:chOff x="1001174" y="72776"/>
            <a:chExt cx="9778680" cy="56469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48C007C2-1BC5-5592-778B-BAFB6A0F311F}"/>
                    </a:ext>
                  </a:extLst>
                </p14:cNvPr>
                <p14:cNvContentPartPr/>
                <p14:nvPr/>
              </p14:nvContentPartPr>
              <p14:xfrm>
                <a:off x="2644574" y="1017056"/>
                <a:ext cx="172440" cy="864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48C007C2-1BC5-5592-778B-BAFB6A0F311F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2626574" y="999416"/>
                  <a:ext cx="208080" cy="4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AF7447B1-0F3C-DA4C-82D3-1F9423FBED50}"/>
                    </a:ext>
                  </a:extLst>
                </p14:cNvPr>
                <p14:cNvContentPartPr/>
                <p14:nvPr/>
              </p14:nvContentPartPr>
              <p14:xfrm>
                <a:off x="2685254" y="1141616"/>
                <a:ext cx="330120" cy="11160"/>
              </p14:xfrm>
            </p:contentPart>
          </mc:Choice>
          <mc:Fallback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AF7447B1-0F3C-DA4C-82D3-1F9423FBED50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2667254" y="1123616"/>
                  <a:ext cx="365760" cy="4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72943624-FFDD-5E57-2B1B-F486A64DB50C}"/>
                    </a:ext>
                  </a:extLst>
                </p14:cNvPr>
                <p14:cNvContentPartPr/>
                <p14:nvPr/>
              </p14:nvContentPartPr>
              <p14:xfrm>
                <a:off x="3338294" y="887456"/>
                <a:ext cx="90000" cy="83448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72943624-FFDD-5E57-2B1B-F486A64DB50C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3320654" y="869816"/>
                  <a:ext cx="125640" cy="87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1B0FD1D1-625E-2BDE-5016-317C0DB22861}"/>
                    </a:ext>
                  </a:extLst>
                </p14:cNvPr>
                <p14:cNvContentPartPr/>
                <p14:nvPr/>
              </p14:nvContentPartPr>
              <p14:xfrm>
                <a:off x="3220574" y="856136"/>
                <a:ext cx="378000" cy="36288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1B0FD1D1-625E-2BDE-5016-317C0DB22861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3202574" y="838496"/>
                  <a:ext cx="413640" cy="39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8C6537AC-5688-4781-43EA-D34B7DF24400}"/>
                    </a:ext>
                  </a:extLst>
                </p14:cNvPr>
                <p14:cNvContentPartPr/>
                <p14:nvPr/>
              </p14:nvContentPartPr>
              <p14:xfrm>
                <a:off x="3745814" y="975296"/>
                <a:ext cx="167040" cy="1944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8C6537AC-5688-4781-43EA-D34B7DF24400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3727814" y="957296"/>
                  <a:ext cx="202680" cy="5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4294461A-74BB-2754-A631-C4AC6509DFE4}"/>
                    </a:ext>
                  </a:extLst>
                </p14:cNvPr>
                <p14:cNvContentPartPr/>
                <p14:nvPr/>
              </p14:nvContentPartPr>
              <p14:xfrm>
                <a:off x="3826454" y="1096976"/>
                <a:ext cx="169560" cy="1116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4294461A-74BB-2754-A631-C4AC6509DFE4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3808814" y="1079336"/>
                  <a:ext cx="205200" cy="4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3C8DA920-A2F5-A012-E816-7EBF83C0AF0D}"/>
                    </a:ext>
                  </a:extLst>
                </p14:cNvPr>
                <p14:cNvContentPartPr/>
                <p14:nvPr/>
              </p14:nvContentPartPr>
              <p14:xfrm>
                <a:off x="4192934" y="871256"/>
                <a:ext cx="241200" cy="23256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3C8DA920-A2F5-A012-E816-7EBF83C0AF0D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4174934" y="853616"/>
                  <a:ext cx="276840" cy="26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B92B58F4-79F4-C15B-69B9-A537924D3DAB}"/>
                    </a:ext>
                  </a:extLst>
                </p14:cNvPr>
                <p14:cNvContentPartPr/>
                <p14:nvPr/>
              </p14:nvContentPartPr>
              <p14:xfrm>
                <a:off x="4300214" y="2574056"/>
                <a:ext cx="477720" cy="83736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B92B58F4-79F4-C15B-69B9-A537924D3DAB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4282214" y="2556056"/>
                  <a:ext cx="513360" cy="87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93EDBF84-842A-BE85-DF41-F9EA25651154}"/>
                    </a:ext>
                  </a:extLst>
                </p14:cNvPr>
                <p14:cNvContentPartPr/>
                <p14:nvPr/>
              </p14:nvContentPartPr>
              <p14:xfrm>
                <a:off x="4546814" y="2354816"/>
                <a:ext cx="165600" cy="24516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93EDBF84-842A-BE85-DF41-F9EA25651154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4528814" y="2337176"/>
                  <a:ext cx="201240" cy="28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17BA5BC6-98B0-AC2F-C38F-2EDD2965E3FC}"/>
                    </a:ext>
                  </a:extLst>
                </p14:cNvPr>
                <p14:cNvContentPartPr/>
                <p14:nvPr/>
              </p14:nvContentPartPr>
              <p14:xfrm>
                <a:off x="4986374" y="2764136"/>
                <a:ext cx="646200" cy="3888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17BA5BC6-98B0-AC2F-C38F-2EDD2965E3FC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4968374" y="2746496"/>
                  <a:ext cx="681840" cy="7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6EC8187B-7A28-0166-FEAA-563AA820122A}"/>
                    </a:ext>
                  </a:extLst>
                </p14:cNvPr>
                <p14:cNvContentPartPr/>
                <p14:nvPr/>
              </p14:nvContentPartPr>
              <p14:xfrm>
                <a:off x="5136854" y="2936216"/>
                <a:ext cx="524880" cy="3168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6EC8187B-7A28-0166-FEAA-563AA820122A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5118854" y="2918216"/>
                  <a:ext cx="560520" cy="6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708E1E98-EA95-4451-4823-A5F83F187BC0}"/>
                    </a:ext>
                  </a:extLst>
                </p14:cNvPr>
                <p14:cNvContentPartPr/>
                <p14:nvPr/>
              </p14:nvContentPartPr>
              <p14:xfrm>
                <a:off x="5896094" y="2574056"/>
                <a:ext cx="78840" cy="79884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708E1E98-EA95-4451-4823-A5F83F187BC0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5878094" y="2556416"/>
                  <a:ext cx="114480" cy="83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F19B8131-AB41-0B52-7A45-3EB2C4FF6626}"/>
                    </a:ext>
                  </a:extLst>
                </p14:cNvPr>
                <p14:cNvContentPartPr/>
                <p14:nvPr/>
              </p14:nvContentPartPr>
              <p14:xfrm>
                <a:off x="5883494" y="2597456"/>
                <a:ext cx="257760" cy="42984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F19B8131-AB41-0B52-7A45-3EB2C4FF6626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5865854" y="2579816"/>
                  <a:ext cx="293400" cy="46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45CE412C-75A7-1CB3-4FBE-44525B2EB0EF}"/>
                    </a:ext>
                  </a:extLst>
                </p14:cNvPr>
                <p14:cNvContentPartPr/>
                <p14:nvPr/>
              </p14:nvContentPartPr>
              <p14:xfrm>
                <a:off x="6176534" y="2827496"/>
                <a:ext cx="190440" cy="17028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45CE412C-75A7-1CB3-4FBE-44525B2EB0EF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6158534" y="2809496"/>
                  <a:ext cx="226080" cy="20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0342E8E8-37A3-E4CB-1ADA-79E50844F945}"/>
                    </a:ext>
                  </a:extLst>
                </p14:cNvPr>
                <p14:cNvContentPartPr/>
                <p14:nvPr/>
              </p14:nvContentPartPr>
              <p14:xfrm>
                <a:off x="6513854" y="2564696"/>
                <a:ext cx="106200" cy="54108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0342E8E8-37A3-E4CB-1ADA-79E50844F945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6496214" y="2546696"/>
                  <a:ext cx="141840" cy="57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A44D000A-6221-F5B1-911E-297A2EFB29FD}"/>
                    </a:ext>
                  </a:extLst>
                </p14:cNvPr>
                <p14:cNvContentPartPr/>
                <p14:nvPr/>
              </p14:nvContentPartPr>
              <p14:xfrm>
                <a:off x="6541214" y="2873576"/>
                <a:ext cx="257400" cy="5472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A44D000A-6221-F5B1-911E-297A2EFB29FD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6523574" y="2855576"/>
                  <a:ext cx="293040" cy="9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937AF023-1CB8-B93F-77E1-BAAE53F777DC}"/>
                    </a:ext>
                  </a:extLst>
                </p14:cNvPr>
                <p14:cNvContentPartPr/>
                <p14:nvPr/>
              </p14:nvContentPartPr>
              <p14:xfrm>
                <a:off x="6920654" y="2582336"/>
                <a:ext cx="293040" cy="52200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937AF023-1CB8-B93F-77E1-BAAE53F777DC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6903014" y="2564336"/>
                  <a:ext cx="328680" cy="55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2A5C44A3-FE58-016E-DB26-C131394BC08B}"/>
                    </a:ext>
                  </a:extLst>
                </p14:cNvPr>
                <p14:cNvContentPartPr/>
                <p14:nvPr/>
              </p14:nvContentPartPr>
              <p14:xfrm>
                <a:off x="7360214" y="2755856"/>
                <a:ext cx="22320" cy="15804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2A5C44A3-FE58-016E-DB26-C131394BC08B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7342214" y="2738216"/>
                  <a:ext cx="57960" cy="19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A3294FAF-7BA1-FE1C-0923-33D64B134093}"/>
                    </a:ext>
                  </a:extLst>
                </p14:cNvPr>
                <p14:cNvContentPartPr/>
                <p14:nvPr/>
              </p14:nvContentPartPr>
              <p14:xfrm>
                <a:off x="7758014" y="2450936"/>
                <a:ext cx="10080" cy="72036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A3294FAF-7BA1-FE1C-0923-33D64B134093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7740014" y="2433296"/>
                  <a:ext cx="45720" cy="75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A67D19B7-E96E-2C03-0222-FBC6C086613E}"/>
                    </a:ext>
                  </a:extLst>
                </p14:cNvPr>
                <p14:cNvContentPartPr/>
                <p14:nvPr/>
              </p14:nvContentPartPr>
              <p14:xfrm>
                <a:off x="7697534" y="2733176"/>
                <a:ext cx="268560" cy="9036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A67D19B7-E96E-2C03-0222-FBC6C086613E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7679534" y="2715536"/>
                  <a:ext cx="30420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3358540F-3E3F-A52E-532A-EC36239C4BDF}"/>
                    </a:ext>
                  </a:extLst>
                </p14:cNvPr>
                <p14:cNvContentPartPr/>
                <p14:nvPr/>
              </p14:nvContentPartPr>
              <p14:xfrm>
                <a:off x="8296934" y="2526176"/>
                <a:ext cx="33840" cy="43272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3358540F-3E3F-A52E-532A-EC36239C4BDF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8278934" y="2508176"/>
                  <a:ext cx="69480" cy="46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B14E62E4-6DEE-CCE3-4672-A1E1B142C2D3}"/>
                    </a:ext>
                  </a:extLst>
                </p14:cNvPr>
                <p14:cNvContentPartPr/>
                <p14:nvPr/>
              </p14:nvContentPartPr>
              <p14:xfrm>
                <a:off x="8233574" y="2529776"/>
                <a:ext cx="384480" cy="29448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B14E62E4-6DEE-CCE3-4672-A1E1B142C2D3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8215934" y="2511776"/>
                  <a:ext cx="420120" cy="33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1D546FEC-6A73-8F6E-3721-4F391A06AE34}"/>
                    </a:ext>
                  </a:extLst>
                </p14:cNvPr>
                <p14:cNvContentPartPr/>
                <p14:nvPr/>
              </p14:nvContentPartPr>
              <p14:xfrm>
                <a:off x="8507534" y="2703656"/>
                <a:ext cx="163080" cy="13356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1D546FEC-6A73-8F6E-3721-4F391A06AE34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8489534" y="2685656"/>
                  <a:ext cx="198720" cy="16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26AD2C1B-92BF-DE88-892F-87C66A638E65}"/>
                    </a:ext>
                  </a:extLst>
                </p14:cNvPr>
                <p14:cNvContentPartPr/>
                <p14:nvPr/>
              </p14:nvContentPartPr>
              <p14:xfrm>
                <a:off x="9047174" y="2369576"/>
                <a:ext cx="136800" cy="40176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26AD2C1B-92BF-DE88-892F-87C66A638E65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9029534" y="2351936"/>
                  <a:ext cx="172440" cy="43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DFD2C985-F547-5812-A927-F4CBDCFD4B87}"/>
                    </a:ext>
                  </a:extLst>
                </p14:cNvPr>
                <p14:cNvContentPartPr/>
                <p14:nvPr/>
              </p14:nvContentPartPr>
              <p14:xfrm>
                <a:off x="8990294" y="2561816"/>
                <a:ext cx="304920" cy="8136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DFD2C985-F547-5812-A927-F4CBDCFD4B87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8972294" y="2543816"/>
                  <a:ext cx="340560" cy="11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EF126DA2-33AB-DE4B-FFA3-76DB95894C12}"/>
                    </a:ext>
                  </a:extLst>
                </p14:cNvPr>
                <p14:cNvContentPartPr/>
                <p14:nvPr/>
              </p14:nvContentPartPr>
              <p14:xfrm>
                <a:off x="9582854" y="2386136"/>
                <a:ext cx="41760" cy="27756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EF126DA2-33AB-DE4B-FFA3-76DB95894C12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9565214" y="2368496"/>
                  <a:ext cx="77400" cy="31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FF318BC9-EE4B-47CD-173B-6752F923CAB9}"/>
                    </a:ext>
                  </a:extLst>
                </p14:cNvPr>
                <p14:cNvContentPartPr/>
                <p14:nvPr/>
              </p14:nvContentPartPr>
              <p14:xfrm>
                <a:off x="9555134" y="2336816"/>
                <a:ext cx="223920" cy="19404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FF318BC9-EE4B-47CD-173B-6752F923CAB9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9537494" y="2319176"/>
                  <a:ext cx="259560" cy="22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72B8B097-1890-71ED-C319-63971B79136A}"/>
                    </a:ext>
                  </a:extLst>
                </p14:cNvPr>
                <p14:cNvContentPartPr/>
                <p14:nvPr/>
              </p14:nvContentPartPr>
              <p14:xfrm>
                <a:off x="9956174" y="2437976"/>
                <a:ext cx="242280" cy="24696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72B8B097-1890-71ED-C319-63971B79136A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9938534" y="2419976"/>
                  <a:ext cx="277920" cy="28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83A89D20-0339-C004-BC12-A03B4C9CC535}"/>
                    </a:ext>
                  </a:extLst>
                </p14:cNvPr>
                <p14:cNvContentPartPr/>
                <p14:nvPr/>
              </p14:nvContentPartPr>
              <p14:xfrm>
                <a:off x="10436414" y="2705816"/>
                <a:ext cx="360" cy="36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83A89D20-0339-C004-BC12-A03B4C9CC535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10418774" y="2687816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788EE6C7-5369-EDFD-BCA8-B4888EF6F6BF}"/>
                    </a:ext>
                  </a:extLst>
                </p14:cNvPr>
                <p14:cNvContentPartPr/>
                <p14:nvPr/>
              </p14:nvContentPartPr>
              <p14:xfrm>
                <a:off x="10703174" y="2665136"/>
                <a:ext cx="11160" cy="36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788EE6C7-5369-EDFD-BCA8-B4888EF6F6BF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10685534" y="2647136"/>
                  <a:ext cx="468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B4209242-CDDA-0EF3-5DBA-FA6B0EB2B172}"/>
                    </a:ext>
                  </a:extLst>
                </p14:cNvPr>
                <p14:cNvContentPartPr/>
                <p14:nvPr/>
              </p14:nvContentPartPr>
              <p14:xfrm>
                <a:off x="10774094" y="2670896"/>
                <a:ext cx="5760" cy="36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B4209242-CDDA-0EF3-5DBA-FA6B0EB2B172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10756454" y="2652896"/>
                  <a:ext cx="414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48C793F1-0C68-22FA-927B-6B4142A05673}"/>
                    </a:ext>
                  </a:extLst>
                </p14:cNvPr>
                <p14:cNvContentPartPr/>
                <p14:nvPr/>
              </p14:nvContentPartPr>
              <p14:xfrm>
                <a:off x="6150974" y="277976"/>
                <a:ext cx="354600" cy="54864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48C793F1-0C68-22FA-927B-6B4142A05673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6132974" y="260336"/>
                  <a:ext cx="390240" cy="58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473DC397-EA77-14BF-F8BC-E4C4783BEEFA}"/>
                    </a:ext>
                  </a:extLst>
                </p14:cNvPr>
                <p14:cNvContentPartPr/>
                <p14:nvPr/>
              </p14:nvContentPartPr>
              <p14:xfrm>
                <a:off x="6445454" y="652736"/>
                <a:ext cx="210600" cy="19692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473DC397-EA77-14BF-F8BC-E4C4783BEEFA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6427814" y="635096"/>
                  <a:ext cx="246240" cy="23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2264C918-A3A5-4FA4-2563-ED889EFAD7F7}"/>
                    </a:ext>
                  </a:extLst>
                </p14:cNvPr>
                <p14:cNvContentPartPr/>
                <p14:nvPr/>
              </p14:nvContentPartPr>
              <p14:xfrm>
                <a:off x="6623654" y="984656"/>
                <a:ext cx="239760" cy="861480"/>
              </p14:xfrm>
            </p:contentPart>
          </mc:Choice>
          <mc:Fallback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2264C918-A3A5-4FA4-2563-ED889EFAD7F7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6605654" y="966656"/>
                  <a:ext cx="275400" cy="89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C744A523-75C9-5322-C3B3-195324002E02}"/>
                    </a:ext>
                  </a:extLst>
                </p14:cNvPr>
                <p14:cNvContentPartPr/>
                <p14:nvPr/>
              </p14:nvContentPartPr>
              <p14:xfrm>
                <a:off x="6827054" y="1826696"/>
                <a:ext cx="55080" cy="324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C744A523-75C9-5322-C3B3-195324002E02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6809054" y="1808696"/>
                  <a:ext cx="90720" cy="3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C029DB2D-A17B-9BA2-F0FA-28605E65FED4}"/>
                    </a:ext>
                  </a:extLst>
                </p14:cNvPr>
                <p14:cNvContentPartPr/>
                <p14:nvPr/>
              </p14:nvContentPartPr>
              <p14:xfrm>
                <a:off x="6748934" y="1773416"/>
                <a:ext cx="268200" cy="18504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C029DB2D-A17B-9BA2-F0FA-28605E65FED4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6730934" y="1755776"/>
                  <a:ext cx="303840" cy="22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E0C0B43B-30C0-7F75-20AC-C8EDCFE0793F}"/>
                    </a:ext>
                  </a:extLst>
                </p14:cNvPr>
                <p14:cNvContentPartPr/>
                <p14:nvPr/>
              </p14:nvContentPartPr>
              <p14:xfrm>
                <a:off x="6863414" y="634016"/>
                <a:ext cx="748440" cy="772200"/>
              </p14:xfrm>
            </p:contentPart>
          </mc:Choice>
          <mc:Fallback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E0C0B43B-30C0-7F75-20AC-C8EDCFE0793F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6845774" y="616016"/>
                  <a:ext cx="784080" cy="80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C277CEC9-52DC-2B88-20E6-715764C8B208}"/>
                    </a:ext>
                  </a:extLst>
                </p14:cNvPr>
                <p14:cNvContentPartPr/>
                <p14:nvPr/>
              </p14:nvContentPartPr>
              <p14:xfrm>
                <a:off x="7567214" y="1403696"/>
                <a:ext cx="191160" cy="49320"/>
              </p14:xfrm>
            </p:contentPart>
          </mc:Choice>
          <mc:Fallback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C277CEC9-52DC-2B88-20E6-715764C8B208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7549574" y="1386056"/>
                  <a:ext cx="226800" cy="8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8D3C1033-CD44-AF09-8363-5722DD460828}"/>
                    </a:ext>
                  </a:extLst>
                </p14:cNvPr>
                <p14:cNvContentPartPr/>
                <p14:nvPr/>
              </p14:nvContentPartPr>
              <p14:xfrm>
                <a:off x="7628054" y="1396496"/>
                <a:ext cx="229680" cy="74160"/>
              </p14:xfrm>
            </p:contentPart>
          </mc:Choice>
          <mc:Fallback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8D3C1033-CD44-AF09-8363-5722DD460828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7610054" y="1378496"/>
                  <a:ext cx="265320" cy="10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C81528CA-72F1-DD74-17E8-27B212444DE3}"/>
                    </a:ext>
                  </a:extLst>
                </p14:cNvPr>
                <p14:cNvContentPartPr/>
                <p14:nvPr/>
              </p14:nvContentPartPr>
              <p14:xfrm>
                <a:off x="7008854" y="333776"/>
                <a:ext cx="2333520" cy="1188360"/>
              </p14:xfrm>
            </p:contentPart>
          </mc:Choice>
          <mc:Fallback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C81528CA-72F1-DD74-17E8-27B212444DE3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6991214" y="315776"/>
                  <a:ext cx="2369160" cy="122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25EC93F6-B35C-479D-5838-2EF32EE37D98}"/>
                    </a:ext>
                  </a:extLst>
                </p14:cNvPr>
                <p14:cNvContentPartPr/>
                <p14:nvPr/>
              </p14:nvContentPartPr>
              <p14:xfrm>
                <a:off x="9320054" y="1535816"/>
                <a:ext cx="140040" cy="14040"/>
              </p14:xfrm>
            </p:contentPart>
          </mc:Choice>
          <mc:Fallback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25EC93F6-B35C-479D-5838-2EF32EE37D98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9302054" y="1517816"/>
                  <a:ext cx="175680" cy="4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6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0DFC9878-C386-898F-1CB8-C8AAA347B7FB}"/>
                    </a:ext>
                  </a:extLst>
                </p14:cNvPr>
                <p14:cNvContentPartPr/>
                <p14:nvPr/>
              </p14:nvContentPartPr>
              <p14:xfrm>
                <a:off x="9254894" y="1517816"/>
                <a:ext cx="383400" cy="141120"/>
              </p14:xfrm>
            </p:contentPart>
          </mc:Choice>
          <mc:Fallback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0DFC9878-C386-898F-1CB8-C8AAA347B7FB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9236894" y="1500176"/>
                  <a:ext cx="419040" cy="17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8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BA3F6830-AD76-F91A-16BD-CB921B95D1DA}"/>
                    </a:ext>
                  </a:extLst>
                </p14:cNvPr>
                <p14:cNvContentPartPr/>
                <p14:nvPr/>
              </p14:nvContentPartPr>
              <p14:xfrm>
                <a:off x="6874574" y="72776"/>
                <a:ext cx="3521160" cy="1096920"/>
              </p14:xfrm>
            </p:contentPart>
          </mc:Choice>
          <mc:Fallback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BA3F6830-AD76-F91A-16BD-CB921B95D1DA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6856934" y="54776"/>
                  <a:ext cx="3556800" cy="113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0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D01DBBD9-4048-5765-FD09-B5333117C065}"/>
                    </a:ext>
                  </a:extLst>
                </p14:cNvPr>
                <p14:cNvContentPartPr/>
                <p14:nvPr/>
              </p14:nvContentPartPr>
              <p14:xfrm>
                <a:off x="10379534" y="1165016"/>
                <a:ext cx="195840" cy="117000"/>
              </p14:xfrm>
            </p:contentPart>
          </mc:Choice>
          <mc:Fallback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D01DBBD9-4048-5765-FD09-B5333117C065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10361894" y="1147376"/>
                  <a:ext cx="231480" cy="15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2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2E15DC89-A277-FBEF-C27E-838CDA96FE56}"/>
                    </a:ext>
                  </a:extLst>
                </p14:cNvPr>
                <p14:cNvContentPartPr/>
                <p14:nvPr/>
              </p14:nvContentPartPr>
              <p14:xfrm>
                <a:off x="7052414" y="3335816"/>
                <a:ext cx="511200" cy="24840"/>
              </p14:xfrm>
            </p:contentPart>
          </mc:Choice>
          <mc:Fallback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2E15DC89-A277-FBEF-C27E-838CDA96FE56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7034774" y="3317816"/>
                  <a:ext cx="546840" cy="6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4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D771F341-A998-FCF2-AB75-3C405DC27A53}"/>
                    </a:ext>
                  </a:extLst>
                </p14:cNvPr>
                <p14:cNvContentPartPr/>
                <p14:nvPr/>
              </p14:nvContentPartPr>
              <p14:xfrm>
                <a:off x="8251214" y="3241136"/>
                <a:ext cx="538560" cy="36000"/>
              </p14:xfrm>
            </p:contentPart>
          </mc:Choice>
          <mc:Fallback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D771F341-A998-FCF2-AB75-3C405DC27A53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8233574" y="3223496"/>
                  <a:ext cx="574200" cy="7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6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9E267974-1C81-5F71-4FB0-61CCBE56DD5F}"/>
                    </a:ext>
                  </a:extLst>
                </p14:cNvPr>
                <p14:cNvContentPartPr/>
                <p14:nvPr/>
              </p14:nvContentPartPr>
              <p14:xfrm>
                <a:off x="9655574" y="3140336"/>
                <a:ext cx="613800" cy="28440"/>
              </p14:xfrm>
            </p:contentPart>
          </mc:Choice>
          <mc:Fallback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9E267974-1C81-5F71-4FB0-61CCBE56DD5F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9637574" y="3122336"/>
                  <a:ext cx="649440" cy="6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8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D35D7794-932F-3950-5B5D-18A0452664F0}"/>
                    </a:ext>
                  </a:extLst>
                </p14:cNvPr>
                <p14:cNvContentPartPr/>
                <p14:nvPr/>
              </p14:nvContentPartPr>
              <p14:xfrm>
                <a:off x="7230974" y="3688976"/>
                <a:ext cx="33120" cy="312480"/>
              </p14:xfrm>
            </p:contentPart>
          </mc:Choice>
          <mc:Fallback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D35D7794-932F-3950-5B5D-18A0452664F0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7213334" y="3670976"/>
                  <a:ext cx="68760" cy="34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0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25C5CE4D-B9A1-812C-C59F-FAB3B6396A07}"/>
                    </a:ext>
                  </a:extLst>
                </p14:cNvPr>
                <p14:cNvContentPartPr/>
                <p14:nvPr/>
              </p14:nvContentPartPr>
              <p14:xfrm>
                <a:off x="7411334" y="3954656"/>
                <a:ext cx="3240" cy="3240"/>
              </p14:xfrm>
            </p:contentPart>
          </mc:Choice>
          <mc:Fallback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25C5CE4D-B9A1-812C-C59F-FAB3B6396A07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7393694" y="3937016"/>
                  <a:ext cx="38880" cy="3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2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FA3F5F4C-CA53-297D-BA34-1F54FBD9DAD3}"/>
                    </a:ext>
                  </a:extLst>
                </p14:cNvPr>
                <p14:cNvContentPartPr/>
                <p14:nvPr/>
              </p14:nvContentPartPr>
              <p14:xfrm>
                <a:off x="7515014" y="3766376"/>
                <a:ext cx="93240" cy="171720"/>
              </p14:xfrm>
            </p:contentPart>
          </mc:Choice>
          <mc:Fallback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FA3F5F4C-CA53-297D-BA34-1F54FBD9DAD3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7497014" y="3748376"/>
                  <a:ext cx="128880" cy="20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4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34E6D8F5-1453-5B2C-0D38-D6F4CDF38EA1}"/>
                    </a:ext>
                  </a:extLst>
                </p14:cNvPr>
                <p14:cNvContentPartPr/>
                <p14:nvPr/>
              </p14:nvContentPartPr>
              <p14:xfrm>
                <a:off x="7557494" y="3686456"/>
                <a:ext cx="76680" cy="41400"/>
              </p14:xfrm>
            </p:contentPart>
          </mc:Choice>
          <mc:Fallback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34E6D8F5-1453-5B2C-0D38-D6F4CDF38EA1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7539854" y="3668816"/>
                  <a:ext cx="112320" cy="7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6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484E8234-688D-E69F-2A81-3AA82B881201}"/>
                    </a:ext>
                  </a:extLst>
                </p14:cNvPr>
                <p14:cNvContentPartPr/>
                <p14:nvPr/>
              </p14:nvContentPartPr>
              <p14:xfrm>
                <a:off x="8399534" y="3573056"/>
                <a:ext cx="182160" cy="177840"/>
              </p14:xfrm>
            </p:contentPart>
          </mc:Choice>
          <mc:Fallback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484E8234-688D-E69F-2A81-3AA82B881201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8381894" y="3555056"/>
                  <a:ext cx="217800" cy="21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8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132CBD6D-C139-D291-5D5D-B98FAD88F6DC}"/>
                    </a:ext>
                  </a:extLst>
                </p14:cNvPr>
                <p14:cNvContentPartPr/>
                <p14:nvPr/>
              </p14:nvContentPartPr>
              <p14:xfrm>
                <a:off x="8670974" y="3694736"/>
                <a:ext cx="11160" cy="8640"/>
              </p14:xfrm>
            </p:contentPart>
          </mc:Choice>
          <mc:Fallback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132CBD6D-C139-D291-5D5D-B98FAD88F6DC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8653334" y="3677096"/>
                  <a:ext cx="46800" cy="4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0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198BBFA9-056E-1EEB-3E2D-F591117D0742}"/>
                    </a:ext>
                  </a:extLst>
                </p14:cNvPr>
                <p14:cNvContentPartPr/>
                <p14:nvPr/>
              </p14:nvContentPartPr>
              <p14:xfrm>
                <a:off x="8708414" y="3443456"/>
                <a:ext cx="189720" cy="132840"/>
              </p14:xfrm>
            </p:contentPart>
          </mc:Choice>
          <mc:Fallback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198BBFA9-056E-1EEB-3E2D-F591117D0742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8690774" y="3425456"/>
                  <a:ext cx="225360" cy="16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2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F2412E76-4870-7F12-75B1-6C3D67B03057}"/>
                    </a:ext>
                  </a:extLst>
                </p14:cNvPr>
                <p14:cNvContentPartPr/>
                <p14:nvPr/>
              </p14:nvContentPartPr>
              <p14:xfrm>
                <a:off x="8799494" y="3536696"/>
                <a:ext cx="112680" cy="154800"/>
              </p14:xfrm>
            </p:contentPart>
          </mc:Choice>
          <mc:Fallback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F2412E76-4870-7F12-75B1-6C3D67B03057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8781854" y="3518696"/>
                  <a:ext cx="148320" cy="19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4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7AF07726-D599-5AC4-E985-BF18C821E105}"/>
                    </a:ext>
                  </a:extLst>
                </p14:cNvPr>
                <p14:cNvContentPartPr/>
                <p14:nvPr/>
              </p14:nvContentPartPr>
              <p14:xfrm>
                <a:off x="7458134" y="4187576"/>
                <a:ext cx="16920" cy="395280"/>
              </p14:xfrm>
            </p:contentPart>
          </mc:Choice>
          <mc:Fallback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7AF07726-D599-5AC4-E985-BF18C821E105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7440134" y="4169576"/>
                  <a:ext cx="52560" cy="43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6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C570564C-B045-3F17-62F3-0E47F59D87A7}"/>
                    </a:ext>
                  </a:extLst>
                </p14:cNvPr>
                <p14:cNvContentPartPr/>
                <p14:nvPr/>
              </p14:nvContentPartPr>
              <p14:xfrm>
                <a:off x="7413494" y="4581416"/>
                <a:ext cx="189360" cy="26280"/>
              </p14:xfrm>
            </p:contentPart>
          </mc:Choice>
          <mc:Fallback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C570564C-B045-3F17-62F3-0E47F59D87A7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7395854" y="4563776"/>
                  <a:ext cx="225000" cy="6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8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AF950688-1D33-4475-4BC4-C81FE1E4A07C}"/>
                    </a:ext>
                  </a:extLst>
                </p14:cNvPr>
                <p14:cNvContentPartPr/>
                <p14:nvPr/>
              </p14:nvContentPartPr>
              <p14:xfrm>
                <a:off x="7303694" y="4546856"/>
                <a:ext cx="393480" cy="189000"/>
              </p14:xfrm>
            </p:contentPart>
          </mc:Choice>
          <mc:Fallback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AF950688-1D33-4475-4BC4-C81FE1E4A07C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7286054" y="4528856"/>
                  <a:ext cx="429120" cy="22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0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DB997A16-809E-D48B-C4CB-C5555F901721}"/>
                    </a:ext>
                  </a:extLst>
                </p14:cNvPr>
                <p14:cNvContentPartPr/>
                <p14:nvPr/>
              </p14:nvContentPartPr>
              <p14:xfrm>
                <a:off x="7291814" y="4974176"/>
                <a:ext cx="366480" cy="274320"/>
              </p14:xfrm>
            </p:contentPart>
          </mc:Choice>
          <mc:Fallback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DB997A16-809E-D48B-C4CB-C5555F901721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7273814" y="4956536"/>
                  <a:ext cx="402120" cy="30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2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BF9DFEBA-AD7B-6CF7-FFF4-24D6CA5387E3}"/>
                    </a:ext>
                  </a:extLst>
                </p14:cNvPr>
                <p14:cNvContentPartPr/>
                <p14:nvPr/>
              </p14:nvContentPartPr>
              <p14:xfrm>
                <a:off x="8732174" y="3895256"/>
                <a:ext cx="26280" cy="367920"/>
              </p14:xfrm>
            </p:contentPart>
          </mc:Choice>
          <mc:Fallback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BF9DFEBA-AD7B-6CF7-FFF4-24D6CA5387E3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8714534" y="3877616"/>
                  <a:ext cx="61920" cy="40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4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56CBAE63-F891-AB84-6C81-2995A655D201}"/>
                    </a:ext>
                  </a:extLst>
                </p14:cNvPr>
                <p14:cNvContentPartPr/>
                <p14:nvPr/>
              </p14:nvContentPartPr>
              <p14:xfrm>
                <a:off x="8694374" y="4241216"/>
                <a:ext cx="155880" cy="30240"/>
              </p14:xfrm>
            </p:contentPart>
          </mc:Choice>
          <mc:Fallback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56CBAE63-F891-AB84-6C81-2995A655D201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8676734" y="4223216"/>
                  <a:ext cx="191520" cy="6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6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F61EED9C-C1A4-A3A1-4BE6-480EBB3597BC}"/>
                    </a:ext>
                  </a:extLst>
                </p14:cNvPr>
                <p14:cNvContentPartPr/>
                <p14:nvPr/>
              </p14:nvContentPartPr>
              <p14:xfrm>
                <a:off x="8648294" y="4242656"/>
                <a:ext cx="287280" cy="163080"/>
              </p14:xfrm>
            </p:contentPart>
          </mc:Choice>
          <mc:Fallback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F61EED9C-C1A4-A3A1-4BE6-480EBB3597BC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8630294" y="4225016"/>
                  <a:ext cx="322920" cy="19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8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CDB529AC-7AEF-E155-5353-FF106ACD340B}"/>
                    </a:ext>
                  </a:extLst>
                </p14:cNvPr>
                <p14:cNvContentPartPr/>
                <p14:nvPr/>
              </p14:nvContentPartPr>
              <p14:xfrm>
                <a:off x="8654054" y="4700216"/>
                <a:ext cx="281520" cy="243360"/>
              </p14:xfrm>
            </p:contentPart>
          </mc:Choice>
          <mc:Fallback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CDB529AC-7AEF-E155-5353-FF106ACD340B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8636054" y="4682216"/>
                  <a:ext cx="317160" cy="27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0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84DF999B-A4A9-9A28-E6C5-D78EF0DF410C}"/>
                    </a:ext>
                  </a:extLst>
                </p14:cNvPr>
                <p14:cNvContentPartPr/>
                <p14:nvPr/>
              </p14:nvContentPartPr>
              <p14:xfrm>
                <a:off x="9819014" y="3299816"/>
                <a:ext cx="200880" cy="352080"/>
              </p14:xfrm>
            </p:contentPart>
          </mc:Choice>
          <mc:Fallback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84DF999B-A4A9-9A28-E6C5-D78EF0DF410C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9801374" y="3281816"/>
                  <a:ext cx="236520" cy="38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2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8C5552A0-8231-4CB1-7BEA-547C8B310333}"/>
                    </a:ext>
                  </a:extLst>
                </p14:cNvPr>
                <p14:cNvContentPartPr/>
                <p14:nvPr/>
              </p14:nvContentPartPr>
              <p14:xfrm>
                <a:off x="10177574" y="3556496"/>
                <a:ext cx="8640" cy="5760"/>
              </p14:xfrm>
            </p:contentPart>
          </mc:Choice>
          <mc:Fallback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8C5552A0-8231-4CB1-7BEA-547C8B310333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10159574" y="3538496"/>
                  <a:ext cx="44280" cy="4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4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C203545C-37EC-E205-0737-644DCE9D9DA6}"/>
                    </a:ext>
                  </a:extLst>
                </p14:cNvPr>
                <p14:cNvContentPartPr/>
                <p14:nvPr/>
              </p14:nvContentPartPr>
              <p14:xfrm>
                <a:off x="10226534" y="3409976"/>
                <a:ext cx="117720" cy="142920"/>
              </p14:xfrm>
            </p:contentPart>
          </mc:Choice>
          <mc:Fallback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C203545C-37EC-E205-0737-644DCE9D9DA6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10208894" y="3392336"/>
                  <a:ext cx="153360" cy="17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6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EF035CEB-C06F-2777-6F07-72D7C3F8F4B2}"/>
                    </a:ext>
                  </a:extLst>
                </p14:cNvPr>
                <p14:cNvContentPartPr/>
                <p14:nvPr/>
              </p14:nvContentPartPr>
              <p14:xfrm>
                <a:off x="10255334" y="3307016"/>
                <a:ext cx="98640" cy="57600"/>
              </p14:xfrm>
            </p:contentPart>
          </mc:Choice>
          <mc:Fallback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EF035CEB-C06F-2777-6F07-72D7C3F8F4B2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10237694" y="3289016"/>
                  <a:ext cx="134280" cy="9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8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3F52829C-93CC-0080-FD5A-A96696E8C956}"/>
                    </a:ext>
                  </a:extLst>
                </p14:cNvPr>
                <p14:cNvContentPartPr/>
                <p14:nvPr/>
              </p14:nvContentPartPr>
              <p14:xfrm>
                <a:off x="10162814" y="3767096"/>
                <a:ext cx="73800" cy="306720"/>
              </p14:xfrm>
            </p:contentPart>
          </mc:Choice>
          <mc:Fallback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3F52829C-93CC-0080-FD5A-A96696E8C956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10144814" y="3749096"/>
                  <a:ext cx="109440" cy="34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0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746F3805-8F6B-2242-F8DF-9FEC81097F0A}"/>
                    </a:ext>
                  </a:extLst>
                </p14:cNvPr>
                <p14:cNvContentPartPr/>
                <p14:nvPr/>
              </p14:nvContentPartPr>
              <p14:xfrm>
                <a:off x="10178294" y="4062656"/>
                <a:ext cx="129960" cy="22320"/>
              </p14:xfrm>
            </p:contentPart>
          </mc:Choice>
          <mc:Fallback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746F3805-8F6B-2242-F8DF-9FEC81097F0A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10160294" y="4045016"/>
                  <a:ext cx="165600" cy="5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2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B83D6270-5A6C-E45D-DBD6-763BB08F35F3}"/>
                    </a:ext>
                  </a:extLst>
                </p14:cNvPr>
                <p14:cNvContentPartPr/>
                <p14:nvPr/>
              </p14:nvContentPartPr>
              <p14:xfrm>
                <a:off x="10181534" y="4055816"/>
                <a:ext cx="122040" cy="106920"/>
              </p14:xfrm>
            </p:contentPart>
          </mc:Choice>
          <mc:Fallback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B83D6270-5A6C-E45D-DBD6-763BB08F35F3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10163894" y="4037816"/>
                  <a:ext cx="157680" cy="14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4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AFBDF1EF-22FE-53A2-52EC-2439243409C1}"/>
                    </a:ext>
                  </a:extLst>
                </p14:cNvPr>
                <p14:cNvContentPartPr/>
                <p14:nvPr/>
              </p14:nvContentPartPr>
              <p14:xfrm>
                <a:off x="10227254" y="4543616"/>
                <a:ext cx="43920" cy="210600"/>
              </p14:xfrm>
            </p:contentPart>
          </mc:Choice>
          <mc:Fallback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AFBDF1EF-22FE-53A2-52EC-2439243409C1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10209254" y="4525616"/>
                  <a:ext cx="79560" cy="24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6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0306107C-3B4B-C3FA-7731-EE9B96C35A32}"/>
                    </a:ext>
                  </a:extLst>
                </p14:cNvPr>
                <p14:cNvContentPartPr/>
                <p14:nvPr/>
              </p14:nvContentPartPr>
              <p14:xfrm>
                <a:off x="10141934" y="4562336"/>
                <a:ext cx="102960" cy="80640"/>
              </p14:xfrm>
            </p:contentPart>
          </mc:Choice>
          <mc:Fallback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0306107C-3B4B-C3FA-7731-EE9B96C35A32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10124294" y="4544696"/>
                  <a:ext cx="138600" cy="11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8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755F3884-4B8F-1F04-2924-36E7A1D5A731}"/>
                    </a:ext>
                  </a:extLst>
                </p14:cNvPr>
                <p14:cNvContentPartPr/>
                <p14:nvPr/>
              </p14:nvContentPartPr>
              <p14:xfrm>
                <a:off x="10123214" y="4912256"/>
                <a:ext cx="483120" cy="52200"/>
              </p14:xfrm>
            </p:contentPart>
          </mc:Choice>
          <mc:Fallback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755F3884-4B8F-1F04-2924-36E7A1D5A731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10105574" y="4894256"/>
                  <a:ext cx="518760" cy="8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0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AD762ECB-1CC2-DAB8-ECF1-7D433C8CB9A5}"/>
                    </a:ext>
                  </a:extLst>
                </p14:cNvPr>
                <p14:cNvContentPartPr/>
                <p14:nvPr/>
              </p14:nvContentPartPr>
              <p14:xfrm>
                <a:off x="7087334" y="1829576"/>
                <a:ext cx="442800" cy="1849680"/>
              </p14:xfrm>
            </p:contentPart>
          </mc:Choice>
          <mc:Fallback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AD762ECB-1CC2-DAB8-ECF1-7D433C8CB9A5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7069334" y="1811576"/>
                  <a:ext cx="478440" cy="188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2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E0421750-7569-828A-FEED-2F23C145CD9A}"/>
                    </a:ext>
                  </a:extLst>
                </p14:cNvPr>
                <p14:cNvContentPartPr/>
                <p14:nvPr/>
              </p14:nvContentPartPr>
              <p14:xfrm>
                <a:off x="8541374" y="1761896"/>
                <a:ext cx="214200" cy="1420560"/>
              </p14:xfrm>
            </p:contentPart>
          </mc:Choice>
          <mc:Fallback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E0421750-7569-828A-FEED-2F23C145CD9A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8523734" y="1743896"/>
                  <a:ext cx="249840" cy="145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4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A99A4124-EC8C-70A5-1EC8-4FECBB038948}"/>
                    </a:ext>
                  </a:extLst>
                </p14:cNvPr>
                <p14:cNvContentPartPr/>
                <p14:nvPr/>
              </p14:nvContentPartPr>
              <p14:xfrm>
                <a:off x="3048854" y="3024776"/>
                <a:ext cx="264240" cy="679320"/>
              </p14:xfrm>
            </p:contentPart>
          </mc:Choice>
          <mc:Fallback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A99A4124-EC8C-70A5-1EC8-4FECBB038948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3031214" y="3007136"/>
                  <a:ext cx="299880" cy="71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6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FAE29476-9890-3CEF-4F63-7050991F7CF5}"/>
                    </a:ext>
                  </a:extLst>
                </p14:cNvPr>
                <p14:cNvContentPartPr/>
                <p14:nvPr/>
              </p14:nvContentPartPr>
              <p14:xfrm>
                <a:off x="3111134" y="2732456"/>
                <a:ext cx="194400" cy="116640"/>
              </p14:xfrm>
            </p:contentPart>
          </mc:Choice>
          <mc:Fallback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FAE29476-9890-3CEF-4F63-7050991F7CF5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3093134" y="2714456"/>
                  <a:ext cx="230040" cy="15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8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F4ABDED9-5E94-BF8B-AFF9-5AB6D643B6EE}"/>
                    </a:ext>
                  </a:extLst>
                </p14:cNvPr>
                <p14:cNvContentPartPr/>
                <p14:nvPr/>
              </p14:nvContentPartPr>
              <p14:xfrm>
                <a:off x="1034654" y="3434456"/>
                <a:ext cx="50760" cy="578160"/>
              </p14:xfrm>
            </p:contentPart>
          </mc:Choice>
          <mc:Fallback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F4ABDED9-5E94-BF8B-AFF9-5AB6D643B6EE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1016654" y="3416456"/>
                  <a:ext cx="86400" cy="61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0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9F45CABF-A854-8759-BC2F-08035A83037A}"/>
                    </a:ext>
                  </a:extLst>
                </p14:cNvPr>
                <p14:cNvContentPartPr/>
                <p14:nvPr/>
              </p14:nvContentPartPr>
              <p14:xfrm>
                <a:off x="1001174" y="3434816"/>
                <a:ext cx="441000" cy="323280"/>
              </p14:xfrm>
            </p:contentPart>
          </mc:Choice>
          <mc:Fallback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9F45CABF-A854-8759-BC2F-08035A83037A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983174" y="3417176"/>
                  <a:ext cx="476640" cy="35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2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51412AE4-0F0F-EBCE-EF28-2D03601D72FE}"/>
                    </a:ext>
                  </a:extLst>
                </p14:cNvPr>
                <p14:cNvContentPartPr/>
                <p14:nvPr/>
              </p14:nvContentPartPr>
              <p14:xfrm>
                <a:off x="1624694" y="3327536"/>
                <a:ext cx="163080" cy="481320"/>
              </p14:xfrm>
            </p:contentPart>
          </mc:Choice>
          <mc:Fallback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51412AE4-0F0F-EBCE-EF28-2D03601D72FE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1606694" y="3309536"/>
                  <a:ext cx="198720" cy="51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4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4C8C39B7-E629-0AE0-C4C3-A613CD8F80BB}"/>
                    </a:ext>
                  </a:extLst>
                </p14:cNvPr>
                <p14:cNvContentPartPr/>
                <p14:nvPr/>
              </p14:nvContentPartPr>
              <p14:xfrm>
                <a:off x="1930334" y="3315296"/>
                <a:ext cx="229320" cy="497880"/>
              </p14:xfrm>
            </p:contentPart>
          </mc:Choice>
          <mc:Fallback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4C8C39B7-E629-0AE0-C4C3-A613CD8F80BB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1912334" y="3297656"/>
                  <a:ext cx="264960" cy="53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6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E50ED99F-D9F8-E608-6622-7294755FD3C0}"/>
                    </a:ext>
                  </a:extLst>
                </p14:cNvPr>
                <p14:cNvContentPartPr/>
                <p14:nvPr/>
              </p14:nvContentPartPr>
              <p14:xfrm>
                <a:off x="2284934" y="3512936"/>
                <a:ext cx="295200" cy="22320"/>
              </p14:xfrm>
            </p:contentPart>
          </mc:Choice>
          <mc:Fallback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E50ED99F-D9F8-E608-6622-7294755FD3C0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2266934" y="3495296"/>
                  <a:ext cx="330840" cy="5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8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7E4B9AB1-C591-06E4-DEF8-CEA64EFF30F6}"/>
                    </a:ext>
                  </a:extLst>
                </p14:cNvPr>
                <p14:cNvContentPartPr/>
                <p14:nvPr/>
              </p14:nvContentPartPr>
              <p14:xfrm>
                <a:off x="2499494" y="3673496"/>
                <a:ext cx="320400" cy="19800"/>
              </p14:xfrm>
            </p:contentPart>
          </mc:Choice>
          <mc:Fallback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7E4B9AB1-C591-06E4-DEF8-CEA64EFF30F6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2481494" y="3655496"/>
                  <a:ext cx="356040" cy="5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0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689D4754-74FD-CFA7-4412-0A13E81D00A3}"/>
                    </a:ext>
                  </a:extLst>
                </p14:cNvPr>
                <p14:cNvContentPartPr/>
                <p14:nvPr/>
              </p14:nvContentPartPr>
              <p14:xfrm>
                <a:off x="2850854" y="4045376"/>
                <a:ext cx="330840" cy="240840"/>
              </p14:xfrm>
            </p:contentPart>
          </mc:Choice>
          <mc:Fallback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689D4754-74FD-CFA7-4412-0A13E81D00A3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2833214" y="4027376"/>
                  <a:ext cx="366480" cy="27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2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2CFA3963-0710-7D9E-B003-59D74B8186A5}"/>
                    </a:ext>
                  </a:extLst>
                </p14:cNvPr>
                <p14:cNvContentPartPr/>
                <p14:nvPr/>
              </p14:nvContentPartPr>
              <p14:xfrm>
                <a:off x="3238934" y="4042496"/>
                <a:ext cx="87840" cy="14040"/>
              </p14:xfrm>
            </p:contentPart>
          </mc:Choice>
          <mc:Fallback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2CFA3963-0710-7D9E-B003-59D74B8186A5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3220934" y="4024856"/>
                  <a:ext cx="123480" cy="4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4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0A121B8B-ED3E-57B9-ED22-DE23AFFDAC7A}"/>
                    </a:ext>
                  </a:extLst>
                </p14:cNvPr>
                <p14:cNvContentPartPr/>
                <p14:nvPr/>
              </p14:nvContentPartPr>
              <p14:xfrm>
                <a:off x="3306974" y="4126016"/>
                <a:ext cx="76680" cy="27720"/>
              </p14:xfrm>
            </p:contentPart>
          </mc:Choice>
          <mc:Fallback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0A121B8B-ED3E-57B9-ED22-DE23AFFDAC7A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3288974" y="4108016"/>
                  <a:ext cx="112320" cy="6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6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75722DE3-32E5-38FD-52EE-A2A3D87F02AC}"/>
                    </a:ext>
                  </a:extLst>
                </p14:cNvPr>
                <p14:cNvContentPartPr/>
                <p14:nvPr/>
              </p14:nvContentPartPr>
              <p14:xfrm>
                <a:off x="3486974" y="3951056"/>
                <a:ext cx="24840" cy="146880"/>
              </p14:xfrm>
            </p:contentPart>
          </mc:Choice>
          <mc:Fallback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75722DE3-32E5-38FD-52EE-A2A3D87F02AC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3469334" y="3933416"/>
                  <a:ext cx="60480" cy="18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8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13BC0EDD-6B3F-C30E-4C4E-D591CBFDCC0E}"/>
                    </a:ext>
                  </a:extLst>
                </p14:cNvPr>
                <p14:cNvContentPartPr/>
                <p14:nvPr/>
              </p14:nvContentPartPr>
              <p14:xfrm>
                <a:off x="2182694" y="3561176"/>
                <a:ext cx="1757520" cy="1774440"/>
              </p14:xfrm>
            </p:contentPart>
          </mc:Choice>
          <mc:Fallback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13BC0EDD-6B3F-C30E-4C4E-D591CBFDCC0E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2165054" y="3543176"/>
                  <a:ext cx="1793160" cy="181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0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C81F51CA-AF48-4E76-17FD-16679C216D59}"/>
                    </a:ext>
                  </a:extLst>
                </p14:cNvPr>
                <p14:cNvContentPartPr/>
                <p14:nvPr/>
              </p14:nvContentPartPr>
              <p14:xfrm>
                <a:off x="3765254" y="4925216"/>
                <a:ext cx="309240" cy="652320"/>
              </p14:xfrm>
            </p:contentPart>
          </mc:Choice>
          <mc:Fallback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C81F51CA-AF48-4E76-17FD-16679C216D59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3747614" y="4907576"/>
                  <a:ext cx="344880" cy="68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2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B8934B20-96B3-9486-9732-32B52048C499}"/>
                    </a:ext>
                  </a:extLst>
                </p14:cNvPr>
                <p14:cNvContentPartPr/>
                <p14:nvPr/>
              </p14:nvContentPartPr>
              <p14:xfrm>
                <a:off x="4106174" y="4974176"/>
                <a:ext cx="464400" cy="410040"/>
              </p14:xfrm>
            </p:contentPart>
          </mc:Choice>
          <mc:Fallback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B8934B20-96B3-9486-9732-32B52048C499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4088174" y="4956536"/>
                  <a:ext cx="500040" cy="44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4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A21F387C-7D25-F58E-493F-F151518DCEE4}"/>
                    </a:ext>
                  </a:extLst>
                </p14:cNvPr>
                <p14:cNvContentPartPr/>
                <p14:nvPr/>
              </p14:nvContentPartPr>
              <p14:xfrm>
                <a:off x="4705214" y="5245256"/>
                <a:ext cx="87840" cy="164880"/>
              </p14:xfrm>
            </p:contentPart>
          </mc:Choice>
          <mc:Fallback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A21F387C-7D25-F58E-493F-F151518DCEE4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4687574" y="5227616"/>
                  <a:ext cx="123480" cy="20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6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93CE4596-14A6-C54F-E104-69BD643AA091}"/>
                    </a:ext>
                  </a:extLst>
                </p14:cNvPr>
                <p14:cNvContentPartPr/>
                <p14:nvPr/>
              </p14:nvContentPartPr>
              <p14:xfrm>
                <a:off x="5072054" y="5118896"/>
                <a:ext cx="161640" cy="46800"/>
              </p14:xfrm>
            </p:contentPart>
          </mc:Choice>
          <mc:Fallback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93CE4596-14A6-C54F-E104-69BD643AA091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5054414" y="5100896"/>
                  <a:ext cx="197280" cy="8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8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0D0A9D4E-0ED5-8E0B-DA85-C27970F033DE}"/>
                    </a:ext>
                  </a:extLst>
                </p14:cNvPr>
                <p14:cNvContentPartPr/>
                <p14:nvPr/>
              </p14:nvContentPartPr>
              <p14:xfrm>
                <a:off x="5427014" y="4807496"/>
                <a:ext cx="411480" cy="581760"/>
              </p14:xfrm>
            </p:contentPart>
          </mc:Choice>
          <mc:Fallback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0D0A9D4E-0ED5-8E0B-DA85-C27970F033DE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5409374" y="4789496"/>
                  <a:ext cx="447120" cy="61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0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23D21FA2-09F3-3CC8-477D-A8446797BE9B}"/>
                    </a:ext>
                  </a:extLst>
                </p14:cNvPr>
                <p14:cNvContentPartPr/>
                <p14:nvPr/>
              </p14:nvContentPartPr>
              <p14:xfrm>
                <a:off x="5947574" y="4709216"/>
                <a:ext cx="213840" cy="682200"/>
              </p14:xfrm>
            </p:contentPart>
          </mc:Choice>
          <mc:Fallback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23D21FA2-09F3-3CC8-477D-A8446797BE9B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5929934" y="4691576"/>
                  <a:ext cx="249480" cy="71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2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159271F5-08D8-52CF-054B-93AB86C57CC1}"/>
                    </a:ext>
                  </a:extLst>
                </p14:cNvPr>
                <p14:cNvContentPartPr/>
                <p14:nvPr/>
              </p14:nvContentPartPr>
              <p14:xfrm>
                <a:off x="3783254" y="4868336"/>
                <a:ext cx="219960" cy="685800"/>
              </p14:xfrm>
            </p:contentPart>
          </mc:Choice>
          <mc:Fallback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159271F5-08D8-52CF-054B-93AB86C57CC1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3765254" y="4850696"/>
                  <a:ext cx="255600" cy="72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4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219933AA-2C6F-95C3-005B-0982C8183737}"/>
                    </a:ext>
                  </a:extLst>
                </p14:cNvPr>
                <p14:cNvContentPartPr/>
                <p14:nvPr/>
              </p14:nvContentPartPr>
              <p14:xfrm>
                <a:off x="5990774" y="4663136"/>
                <a:ext cx="204480" cy="693720"/>
              </p14:xfrm>
            </p:contentPart>
          </mc:Choice>
          <mc:Fallback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219933AA-2C6F-95C3-005B-0982C8183737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5973134" y="4645136"/>
                  <a:ext cx="240120" cy="72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6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B97284DC-D480-3597-4DED-0B2764E740B7}"/>
                    </a:ext>
                  </a:extLst>
                </p14:cNvPr>
                <p14:cNvContentPartPr/>
                <p14:nvPr/>
              </p14:nvContentPartPr>
              <p14:xfrm>
                <a:off x="3204374" y="5442176"/>
                <a:ext cx="348480" cy="277560"/>
              </p14:xfrm>
            </p:contentPart>
          </mc:Choice>
          <mc:Fallback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B97284DC-D480-3597-4DED-0B2764E740B7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3186734" y="5424176"/>
                  <a:ext cx="384120" cy="313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3" name="Group 172">
            <a:extLst>
              <a:ext uri="{FF2B5EF4-FFF2-40B4-BE49-F238E27FC236}">
                <a16:creationId xmlns:a16="http://schemas.microsoft.com/office/drawing/2014/main" id="{3E1D191D-F2DC-4FBD-6979-6EAC6F34E72F}"/>
              </a:ext>
            </a:extLst>
          </p:cNvPr>
          <p:cNvGrpSpPr/>
          <p:nvPr/>
        </p:nvGrpSpPr>
        <p:grpSpPr>
          <a:xfrm>
            <a:off x="3427214" y="5864096"/>
            <a:ext cx="344520" cy="159120"/>
            <a:chOff x="3427214" y="5864096"/>
            <a:chExt cx="344520" cy="159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08">
              <p14:nvContentPartPr>
                <p14:cNvPr id="170" name="Ink 169">
                  <a:extLst>
                    <a:ext uri="{FF2B5EF4-FFF2-40B4-BE49-F238E27FC236}">
                      <a16:creationId xmlns:a16="http://schemas.microsoft.com/office/drawing/2014/main" id="{EBF5F351-F5C1-BA4C-79DF-5AA44C38FAB8}"/>
                    </a:ext>
                  </a:extLst>
                </p14:cNvPr>
                <p14:cNvContentPartPr/>
                <p14:nvPr/>
              </p14:nvContentPartPr>
              <p14:xfrm>
                <a:off x="3427214" y="5864096"/>
                <a:ext cx="202320" cy="74880"/>
              </p14:xfrm>
            </p:contentPart>
          </mc:Choice>
          <mc:Fallback>
            <p:pic>
              <p:nvPicPr>
                <p:cNvPr id="170" name="Ink 169">
                  <a:extLst>
                    <a:ext uri="{FF2B5EF4-FFF2-40B4-BE49-F238E27FC236}">
                      <a16:creationId xmlns:a16="http://schemas.microsoft.com/office/drawing/2014/main" id="{EBF5F351-F5C1-BA4C-79DF-5AA44C38FAB8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3409214" y="5846096"/>
                  <a:ext cx="237960" cy="11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0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3B58CB36-1938-C136-9D36-39E8A0528E50}"/>
                    </a:ext>
                  </a:extLst>
                </p14:cNvPr>
                <p14:cNvContentPartPr/>
                <p14:nvPr/>
              </p14:nvContentPartPr>
              <p14:xfrm>
                <a:off x="3637454" y="5919536"/>
                <a:ext cx="134280" cy="103680"/>
              </p14:xfrm>
            </p:contentPart>
          </mc:Choice>
          <mc:Fallback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3B58CB36-1938-C136-9D36-39E8A0528E50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3619454" y="5901896"/>
                  <a:ext cx="169920" cy="13932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426967376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38F331-838D-AB02-97EE-9E1C5FE01F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Ridge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DEE0B4-0297-EEDC-70AB-BB0929575B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D423A16-6682-4217-10B3-F84F5F22946A}"/>
              </a:ext>
            </a:extLst>
          </p:cNvPr>
          <p:cNvGrpSpPr/>
          <p:nvPr/>
        </p:nvGrpSpPr>
        <p:grpSpPr>
          <a:xfrm>
            <a:off x="2816294" y="473096"/>
            <a:ext cx="1703160" cy="1009080"/>
            <a:chOff x="2816294" y="473096"/>
            <a:chExt cx="1703160" cy="1009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DDC8DFD9-D007-C5A1-04FB-D28444801F03}"/>
                    </a:ext>
                  </a:extLst>
                </p14:cNvPr>
                <p14:cNvContentPartPr/>
                <p14:nvPr/>
              </p14:nvContentPartPr>
              <p14:xfrm>
                <a:off x="2816294" y="682616"/>
                <a:ext cx="132120" cy="799560"/>
              </p14:xfrm>
            </p:contentPart>
          </mc:Choice>
          <mc:Fallback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DDC8DFD9-D007-C5A1-04FB-D28444801F03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2798654" y="664616"/>
                  <a:ext cx="167760" cy="83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774F71BD-E79A-147E-D5C5-5FF8EC205636}"/>
                    </a:ext>
                  </a:extLst>
                </p14:cNvPr>
                <p14:cNvContentPartPr/>
                <p14:nvPr/>
              </p14:nvContentPartPr>
              <p14:xfrm>
                <a:off x="2840054" y="638336"/>
                <a:ext cx="315720" cy="52956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774F71BD-E79A-147E-D5C5-5FF8EC205636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2822414" y="620336"/>
                  <a:ext cx="351360" cy="56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E6BA71F9-072D-762D-61DB-0210E0C3CFE3}"/>
                    </a:ext>
                  </a:extLst>
                </p14:cNvPr>
                <p14:cNvContentPartPr/>
                <p14:nvPr/>
              </p14:nvContentPartPr>
              <p14:xfrm>
                <a:off x="3332894" y="718256"/>
                <a:ext cx="584280" cy="17532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E6BA71F9-072D-762D-61DB-0210E0C3CFE3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3315254" y="700616"/>
                  <a:ext cx="619920" cy="21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B63D9B48-0526-2937-0815-5B8B6E956C4E}"/>
                    </a:ext>
                  </a:extLst>
                </p14:cNvPr>
                <p14:cNvContentPartPr/>
                <p14:nvPr/>
              </p14:nvContentPartPr>
              <p14:xfrm>
                <a:off x="3493094" y="1057736"/>
                <a:ext cx="481680" cy="1944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B63D9B48-0526-2937-0815-5B8B6E956C4E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3475094" y="1040096"/>
                  <a:ext cx="517320" cy="5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57AC2C42-8981-DBEB-0312-95DC1C9CE87A}"/>
                    </a:ext>
                  </a:extLst>
                </p14:cNvPr>
                <p14:cNvContentPartPr/>
                <p14:nvPr/>
              </p14:nvContentPartPr>
              <p14:xfrm>
                <a:off x="3975494" y="473096"/>
                <a:ext cx="543960" cy="54648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57AC2C42-8981-DBEB-0312-95DC1C9CE87A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3957854" y="455456"/>
                  <a:ext cx="579600" cy="582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FB28C2CC-2237-D43A-C488-ADFF9326DCB9}"/>
              </a:ext>
            </a:extLst>
          </p:cNvPr>
          <p:cNvGrpSpPr/>
          <p:nvPr/>
        </p:nvGrpSpPr>
        <p:grpSpPr>
          <a:xfrm>
            <a:off x="5576414" y="2250056"/>
            <a:ext cx="427680" cy="996840"/>
            <a:chOff x="5576414" y="2250056"/>
            <a:chExt cx="427680" cy="996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BC4E68B5-6F8D-0B9B-9019-45C07166C9B8}"/>
                    </a:ext>
                  </a:extLst>
                </p14:cNvPr>
                <p14:cNvContentPartPr/>
                <p14:nvPr/>
              </p14:nvContentPartPr>
              <p14:xfrm>
                <a:off x="5692334" y="2250056"/>
                <a:ext cx="39240" cy="99684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BC4E68B5-6F8D-0B9B-9019-45C07166C9B8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5674334" y="2232056"/>
                  <a:ext cx="74880" cy="103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940D7F2C-7369-AE38-CBB4-818D1320E8DF}"/>
                    </a:ext>
                  </a:extLst>
                </p14:cNvPr>
                <p14:cNvContentPartPr/>
                <p14:nvPr/>
              </p14:nvContentPartPr>
              <p14:xfrm>
                <a:off x="5576414" y="2315936"/>
                <a:ext cx="427680" cy="56988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940D7F2C-7369-AE38-CBB4-818D1320E8DF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5558414" y="2298296"/>
                  <a:ext cx="463320" cy="605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8B7853C7-64E0-5A91-981B-FB03370248C8}"/>
              </a:ext>
            </a:extLst>
          </p:cNvPr>
          <p:cNvGrpSpPr/>
          <p:nvPr/>
        </p:nvGrpSpPr>
        <p:grpSpPr>
          <a:xfrm>
            <a:off x="4708814" y="1195256"/>
            <a:ext cx="520200" cy="427320"/>
            <a:chOff x="4708814" y="1195256"/>
            <a:chExt cx="520200" cy="427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7A2F860C-A014-56F1-2BB3-D2806C38AB71}"/>
                    </a:ext>
                  </a:extLst>
                </p14:cNvPr>
                <p14:cNvContentPartPr/>
                <p14:nvPr/>
              </p14:nvContentPartPr>
              <p14:xfrm>
                <a:off x="4708814" y="1195256"/>
                <a:ext cx="408600" cy="33768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7A2F860C-A014-56F1-2BB3-D2806C38AB71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4691174" y="1177256"/>
                  <a:ext cx="444240" cy="37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A898B350-8E11-9E45-79CD-D84250E7BF2C}"/>
                    </a:ext>
                  </a:extLst>
                </p14:cNvPr>
                <p14:cNvContentPartPr/>
                <p14:nvPr/>
              </p14:nvContentPartPr>
              <p14:xfrm>
                <a:off x="5027414" y="1510256"/>
                <a:ext cx="201600" cy="11232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A898B350-8E11-9E45-79CD-D84250E7BF2C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5009774" y="1492256"/>
                  <a:ext cx="237240" cy="147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9E751245-EB18-996F-7748-40DAECBFF41D}"/>
              </a:ext>
            </a:extLst>
          </p:cNvPr>
          <p:cNvGrpSpPr/>
          <p:nvPr/>
        </p:nvGrpSpPr>
        <p:grpSpPr>
          <a:xfrm>
            <a:off x="6152054" y="2571536"/>
            <a:ext cx="351000" cy="180000"/>
            <a:chOff x="6152054" y="2571536"/>
            <a:chExt cx="351000" cy="180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E70AB5DF-6E44-0D4D-E1A6-500224A565E9}"/>
                    </a:ext>
                  </a:extLst>
                </p14:cNvPr>
                <p14:cNvContentPartPr/>
                <p14:nvPr/>
              </p14:nvContentPartPr>
              <p14:xfrm>
                <a:off x="6152054" y="2571536"/>
                <a:ext cx="351000" cy="2880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E70AB5DF-6E44-0D4D-E1A6-500224A565E9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134054" y="2553896"/>
                  <a:ext cx="386640" cy="6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4262925A-C009-79A1-CD3E-42A44DEFDDA6}"/>
                    </a:ext>
                  </a:extLst>
                </p14:cNvPr>
                <p14:cNvContentPartPr/>
                <p14:nvPr/>
              </p14:nvContentPartPr>
              <p14:xfrm>
                <a:off x="6171854" y="2740376"/>
                <a:ext cx="235440" cy="1116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4262925A-C009-79A1-CD3E-42A44DEFDDA6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6154214" y="2722736"/>
                  <a:ext cx="271080" cy="46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9143C9FD-4918-0DE2-13F0-C6C16D6C430A}"/>
              </a:ext>
            </a:extLst>
          </p:cNvPr>
          <p:cNvGrpSpPr/>
          <p:nvPr/>
        </p:nvGrpSpPr>
        <p:grpSpPr>
          <a:xfrm>
            <a:off x="7008494" y="2318816"/>
            <a:ext cx="589320" cy="561960"/>
            <a:chOff x="7008494" y="2318816"/>
            <a:chExt cx="589320" cy="5619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F6639EFD-51CD-9F8E-F795-153182C4FDEC}"/>
                    </a:ext>
                  </a:extLst>
                </p14:cNvPr>
                <p14:cNvContentPartPr/>
                <p14:nvPr/>
              </p14:nvContentPartPr>
              <p14:xfrm>
                <a:off x="7081934" y="2318816"/>
                <a:ext cx="11520" cy="29016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F6639EFD-51CD-9F8E-F795-153182C4FDEC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7064294" y="2300816"/>
                  <a:ext cx="47160" cy="32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6511A5AF-E880-A3F3-8D4B-070689F8251C}"/>
                    </a:ext>
                  </a:extLst>
                </p14:cNvPr>
                <p14:cNvContentPartPr/>
                <p14:nvPr/>
              </p14:nvContentPartPr>
              <p14:xfrm>
                <a:off x="7009934" y="2620136"/>
                <a:ext cx="112320" cy="2772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6511A5AF-E880-A3F3-8D4B-070689F8251C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6992294" y="2602136"/>
                  <a:ext cx="147960" cy="6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23F68854-33AA-9027-217A-079811187965}"/>
                    </a:ext>
                  </a:extLst>
                </p14:cNvPr>
                <p14:cNvContentPartPr/>
                <p14:nvPr/>
              </p14:nvContentPartPr>
              <p14:xfrm>
                <a:off x="7008494" y="2595296"/>
                <a:ext cx="246240" cy="24084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23F68854-33AA-9027-217A-079811187965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6990854" y="2577656"/>
                  <a:ext cx="281880" cy="27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B42D64E6-693F-FD0C-0F2D-EC14EFDD15E4}"/>
                    </a:ext>
                  </a:extLst>
                </p14:cNvPr>
                <p14:cNvContentPartPr/>
                <p14:nvPr/>
              </p14:nvContentPartPr>
              <p14:xfrm>
                <a:off x="7426454" y="2324936"/>
                <a:ext cx="61200" cy="45468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B42D64E6-693F-FD0C-0F2D-EC14EFDD15E4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7408814" y="2307296"/>
                  <a:ext cx="96840" cy="49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86E86758-B8EA-2357-D41E-5CA36090504D}"/>
                    </a:ext>
                  </a:extLst>
                </p14:cNvPr>
                <p14:cNvContentPartPr/>
                <p14:nvPr/>
              </p14:nvContentPartPr>
              <p14:xfrm>
                <a:off x="7357694" y="2653616"/>
                <a:ext cx="180720" cy="3312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86E86758-B8EA-2357-D41E-5CA36090504D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7339694" y="2635616"/>
                  <a:ext cx="216360" cy="6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9154D8FA-EA65-F47E-4412-38152F3310DF}"/>
                    </a:ext>
                  </a:extLst>
                </p14:cNvPr>
                <p14:cNvContentPartPr/>
                <p14:nvPr/>
              </p14:nvContentPartPr>
              <p14:xfrm>
                <a:off x="7385774" y="2691776"/>
                <a:ext cx="212040" cy="18900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9154D8FA-EA65-F47E-4412-38152F3310DF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7367774" y="2674136"/>
                  <a:ext cx="247680" cy="2246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36">
            <p14:nvContentPartPr>
              <p14:cNvPr id="35" name="Ink 34">
                <a:extLst>
                  <a:ext uri="{FF2B5EF4-FFF2-40B4-BE49-F238E27FC236}">
                    <a16:creationId xmlns:a16="http://schemas.microsoft.com/office/drawing/2014/main" id="{D6C4B33C-590C-F5DF-480C-861F4BF0C309}"/>
                  </a:ext>
                </a:extLst>
              </p14:cNvPr>
              <p14:cNvContentPartPr/>
              <p14:nvPr/>
            </p14:nvContentPartPr>
            <p14:xfrm>
              <a:off x="1722254" y="3328616"/>
              <a:ext cx="638640" cy="837000"/>
            </p14:xfrm>
          </p:contentPart>
        </mc:Choice>
        <mc:Fallback>
          <p:pic>
            <p:nvPicPr>
              <p:cNvPr id="35" name="Ink 34">
                <a:extLst>
                  <a:ext uri="{FF2B5EF4-FFF2-40B4-BE49-F238E27FC236}">
                    <a16:creationId xmlns:a16="http://schemas.microsoft.com/office/drawing/2014/main" id="{D6C4B33C-590C-F5DF-480C-861F4BF0C309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1704254" y="3310976"/>
                <a:ext cx="674280" cy="872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8">
            <p14:nvContentPartPr>
              <p14:cNvPr id="42" name="Ink 41">
                <a:extLst>
                  <a:ext uri="{FF2B5EF4-FFF2-40B4-BE49-F238E27FC236}">
                    <a16:creationId xmlns:a16="http://schemas.microsoft.com/office/drawing/2014/main" id="{4767224D-1A42-5339-D62C-8B98FBCB9816}"/>
                  </a:ext>
                </a:extLst>
              </p14:cNvPr>
              <p14:cNvContentPartPr/>
              <p14:nvPr/>
            </p14:nvContentPartPr>
            <p14:xfrm>
              <a:off x="1300334" y="3071216"/>
              <a:ext cx="316080" cy="907200"/>
            </p14:xfrm>
          </p:contentPart>
        </mc:Choice>
        <mc:Fallback>
          <p:pic>
            <p:nvPicPr>
              <p:cNvPr id="42" name="Ink 41">
                <a:extLst>
                  <a:ext uri="{FF2B5EF4-FFF2-40B4-BE49-F238E27FC236}">
                    <a16:creationId xmlns:a16="http://schemas.microsoft.com/office/drawing/2014/main" id="{4767224D-1A42-5339-D62C-8B98FBCB9816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1282694" y="3053216"/>
                <a:ext cx="351720" cy="942840"/>
              </a:xfrm>
              <a:prstGeom prst="rect">
                <a:avLst/>
              </a:prstGeom>
            </p:spPr>
          </p:pic>
        </mc:Fallback>
      </mc:AlternateContent>
      <p:grpSp>
        <p:nvGrpSpPr>
          <p:cNvPr id="45" name="Group 44">
            <a:extLst>
              <a:ext uri="{FF2B5EF4-FFF2-40B4-BE49-F238E27FC236}">
                <a16:creationId xmlns:a16="http://schemas.microsoft.com/office/drawing/2014/main" id="{E55AED2E-275D-0962-4AAA-9CD2AEF8567A}"/>
              </a:ext>
            </a:extLst>
          </p:cNvPr>
          <p:cNvGrpSpPr/>
          <p:nvPr/>
        </p:nvGrpSpPr>
        <p:grpSpPr>
          <a:xfrm>
            <a:off x="2720174" y="2911736"/>
            <a:ext cx="1518480" cy="1074240"/>
            <a:chOff x="2720174" y="2911736"/>
            <a:chExt cx="1518480" cy="1074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4B0BAFB2-158D-AADC-262E-836A97A173EB}"/>
                    </a:ext>
                  </a:extLst>
                </p14:cNvPr>
                <p14:cNvContentPartPr/>
                <p14:nvPr/>
              </p14:nvContentPartPr>
              <p14:xfrm>
                <a:off x="2720174" y="3778616"/>
                <a:ext cx="16920" cy="20736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4B0BAFB2-158D-AADC-262E-836A97A173EB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2702534" y="3760616"/>
                  <a:ext cx="52560" cy="24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8CB5B9EB-934B-14CC-33E0-9C1F595F4952}"/>
                    </a:ext>
                  </a:extLst>
                </p14:cNvPr>
                <p14:cNvContentPartPr/>
                <p14:nvPr/>
              </p14:nvContentPartPr>
              <p14:xfrm>
                <a:off x="3024374" y="3621296"/>
                <a:ext cx="291600" cy="612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8CB5B9EB-934B-14CC-33E0-9C1F595F4952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3006374" y="3603656"/>
                  <a:ext cx="327240" cy="4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2D5BEBC0-E926-1642-0561-9815494346B5}"/>
                    </a:ext>
                  </a:extLst>
                </p14:cNvPr>
                <p14:cNvContentPartPr/>
                <p14:nvPr/>
              </p14:nvContentPartPr>
              <p14:xfrm>
                <a:off x="3404894" y="3372896"/>
                <a:ext cx="295200" cy="48384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2D5BEBC0-E926-1642-0561-9815494346B5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3387254" y="3354896"/>
                  <a:ext cx="330840" cy="51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BC0C53DD-350F-AF0B-C3B9-CD9C87B4EA7E}"/>
                    </a:ext>
                  </a:extLst>
                </p14:cNvPr>
                <p14:cNvContentPartPr/>
                <p14:nvPr/>
              </p14:nvContentPartPr>
              <p14:xfrm>
                <a:off x="3848774" y="3203336"/>
                <a:ext cx="183960" cy="71676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BC0C53DD-350F-AF0B-C3B9-CD9C87B4EA7E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3831134" y="3185696"/>
                  <a:ext cx="219600" cy="75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76ED7A56-9A01-06BA-7F97-2CB369F67AA4}"/>
                    </a:ext>
                  </a:extLst>
                </p14:cNvPr>
                <p14:cNvContentPartPr/>
                <p14:nvPr/>
              </p14:nvContentPartPr>
              <p14:xfrm>
                <a:off x="3915734" y="2911736"/>
                <a:ext cx="322920" cy="30456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76ED7A56-9A01-06BA-7F97-2CB369F67AA4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3897734" y="2894096"/>
                  <a:ext cx="358560" cy="3402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10513384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E729E3-2DE0-062F-AB62-FE0BAF1E60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EA9458-6360-7EB2-E929-1C1985770D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292497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F0AF6-4F1D-CEE5-229B-5DE19AC41D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bootstrapping, Cross validation, stability selection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20BD0EC-81A2-5406-AB8C-13EA5EE196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44629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8B8BB9-1B38-3966-EB82-1DCC2EA916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Crossvalidation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8313AF-F6E7-76EB-C316-F8965FCEBB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54" name="Ink 53">
                <a:extLst>
                  <a:ext uri="{FF2B5EF4-FFF2-40B4-BE49-F238E27FC236}">
                    <a16:creationId xmlns:a16="http://schemas.microsoft.com/office/drawing/2014/main" id="{64D8ACB6-2E0D-F0A5-3AD3-D63F80E1B1FE}"/>
                  </a:ext>
                </a:extLst>
              </p14:cNvPr>
              <p14:cNvContentPartPr/>
              <p14:nvPr/>
            </p14:nvContentPartPr>
            <p14:xfrm>
              <a:off x="1600574" y="2752256"/>
              <a:ext cx="1935360" cy="2460960"/>
            </p14:xfrm>
          </p:contentPart>
        </mc:Choice>
        <mc:Fallback>
          <p:pic>
            <p:nvPicPr>
              <p:cNvPr id="54" name="Ink 53">
                <a:extLst>
                  <a:ext uri="{FF2B5EF4-FFF2-40B4-BE49-F238E27FC236}">
                    <a16:creationId xmlns:a16="http://schemas.microsoft.com/office/drawing/2014/main" id="{64D8ACB6-2E0D-F0A5-3AD3-D63F80E1B1FE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582934" y="2734616"/>
                <a:ext cx="1971000" cy="2496600"/>
              </a:xfrm>
              <a:prstGeom prst="rect">
                <a:avLst/>
              </a:prstGeom>
            </p:spPr>
          </p:pic>
        </mc:Fallback>
      </mc:AlternateContent>
      <p:grpSp>
        <p:nvGrpSpPr>
          <p:cNvPr id="67" name="Group 66">
            <a:extLst>
              <a:ext uri="{FF2B5EF4-FFF2-40B4-BE49-F238E27FC236}">
                <a16:creationId xmlns:a16="http://schemas.microsoft.com/office/drawing/2014/main" id="{9647BA85-624F-EB9E-283B-BA5554C49216}"/>
              </a:ext>
            </a:extLst>
          </p:cNvPr>
          <p:cNvGrpSpPr/>
          <p:nvPr/>
        </p:nvGrpSpPr>
        <p:grpSpPr>
          <a:xfrm>
            <a:off x="2363414" y="2313416"/>
            <a:ext cx="9244800" cy="3352320"/>
            <a:chOff x="2363414" y="2313416"/>
            <a:chExt cx="9244800" cy="3352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CBE0E60F-52C1-B868-9ED9-CCFA86F38009}"/>
                    </a:ext>
                  </a:extLst>
                </p14:cNvPr>
                <p14:cNvContentPartPr/>
                <p14:nvPr/>
              </p14:nvContentPartPr>
              <p14:xfrm>
                <a:off x="3424334" y="2396576"/>
                <a:ext cx="42120" cy="911160"/>
              </p14:xfrm>
            </p:contentPart>
          </mc:Choice>
          <mc:Fallback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CBE0E60F-52C1-B868-9ED9-CCFA86F38009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3406334" y="2378576"/>
                  <a:ext cx="77760" cy="94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709C4AD5-6935-169B-289C-B53939DFF5C1}"/>
                    </a:ext>
                  </a:extLst>
                </p14:cNvPr>
                <p14:cNvContentPartPr/>
                <p14:nvPr/>
              </p14:nvContentPartPr>
              <p14:xfrm>
                <a:off x="3271334" y="2477216"/>
                <a:ext cx="216000" cy="29952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709C4AD5-6935-169B-289C-B53939DFF5C1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3253334" y="2459216"/>
                  <a:ext cx="251640" cy="33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8E0B546A-A5A8-B5F5-8DC3-89FB3553558D}"/>
                    </a:ext>
                  </a:extLst>
                </p14:cNvPr>
                <p14:cNvContentPartPr/>
                <p14:nvPr/>
              </p14:nvContentPartPr>
              <p14:xfrm>
                <a:off x="3652934" y="2741096"/>
                <a:ext cx="191520" cy="11520"/>
              </p14:xfrm>
            </p:contentPart>
          </mc:Choice>
          <mc:Fallback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8E0B546A-A5A8-B5F5-8DC3-89FB3553558D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3634934" y="2723096"/>
                  <a:ext cx="227160" cy="4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C6886D22-8664-27D8-F607-7A2FFD82B177}"/>
                    </a:ext>
                  </a:extLst>
                </p14:cNvPr>
                <p14:cNvContentPartPr/>
                <p14:nvPr/>
              </p14:nvContentPartPr>
              <p14:xfrm>
                <a:off x="3714134" y="2909576"/>
                <a:ext cx="403920" cy="2808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C6886D22-8664-27D8-F607-7A2FFD82B177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3696134" y="2891936"/>
                  <a:ext cx="439560" cy="6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1788D8FB-3EFC-7E52-C2DF-E90825BD3AE6}"/>
                    </a:ext>
                  </a:extLst>
                </p14:cNvPr>
                <p14:cNvContentPartPr/>
                <p14:nvPr/>
              </p14:nvContentPartPr>
              <p14:xfrm>
                <a:off x="4277174" y="2504576"/>
                <a:ext cx="88920" cy="72432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1788D8FB-3EFC-7E52-C2DF-E90825BD3AE6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4259534" y="2486936"/>
                  <a:ext cx="124560" cy="75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A179CBA3-068E-BD3C-D11B-55B029323818}"/>
                    </a:ext>
                  </a:extLst>
                </p14:cNvPr>
                <p14:cNvContentPartPr/>
                <p14:nvPr/>
              </p14:nvContentPartPr>
              <p14:xfrm>
                <a:off x="4274654" y="2623376"/>
                <a:ext cx="654480" cy="44172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A179CBA3-068E-BD3C-D11B-55B029323818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4256654" y="2605376"/>
                  <a:ext cx="690120" cy="47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09783FE4-4ECE-E452-9BDA-5DF400253EAC}"/>
                    </a:ext>
                  </a:extLst>
                </p14:cNvPr>
                <p14:cNvContentPartPr/>
                <p14:nvPr/>
              </p14:nvContentPartPr>
              <p14:xfrm>
                <a:off x="4888454" y="2850176"/>
                <a:ext cx="144000" cy="15120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09783FE4-4ECE-E452-9BDA-5DF400253EAC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4870814" y="2832176"/>
                  <a:ext cx="179640" cy="18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E0190469-EC90-40FC-4A46-CA2559DF8DD3}"/>
                    </a:ext>
                  </a:extLst>
                </p14:cNvPr>
                <p14:cNvContentPartPr/>
                <p14:nvPr/>
              </p14:nvContentPartPr>
              <p14:xfrm>
                <a:off x="5361854" y="2659736"/>
                <a:ext cx="97920" cy="41724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E0190469-EC90-40FC-4A46-CA2559DF8DD3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5344214" y="2641736"/>
                  <a:ext cx="133560" cy="45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C9239CEE-5B4F-F87E-A733-B000C3ECCAE9}"/>
                    </a:ext>
                  </a:extLst>
                </p14:cNvPr>
                <p14:cNvContentPartPr/>
                <p14:nvPr/>
              </p14:nvContentPartPr>
              <p14:xfrm>
                <a:off x="5274734" y="2857016"/>
                <a:ext cx="240840" cy="4140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C9239CEE-5B4F-F87E-A733-B000C3ECCAE9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256734" y="2839376"/>
                  <a:ext cx="276480" cy="7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75788699-1C6E-7A70-0166-7480FFC6BE60}"/>
                    </a:ext>
                  </a:extLst>
                </p14:cNvPr>
                <p14:cNvContentPartPr/>
                <p14:nvPr/>
              </p14:nvContentPartPr>
              <p14:xfrm>
                <a:off x="5875934" y="2624816"/>
                <a:ext cx="366480" cy="39060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75788699-1C6E-7A70-0166-7480FFC6BE60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5858294" y="2607176"/>
                  <a:ext cx="402120" cy="42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0166B71B-6909-E4AD-4BD0-24B0CFE9F301}"/>
                    </a:ext>
                  </a:extLst>
                </p14:cNvPr>
                <p14:cNvContentPartPr/>
                <p14:nvPr/>
              </p14:nvContentPartPr>
              <p14:xfrm>
                <a:off x="6365534" y="2703656"/>
                <a:ext cx="378360" cy="32076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0166B71B-6909-E4AD-4BD0-24B0CFE9F301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6347534" y="2685656"/>
                  <a:ext cx="414000" cy="35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C86E722C-DCC9-1BE2-0133-DDE6BE15A4E7}"/>
                    </a:ext>
                  </a:extLst>
                </p14:cNvPr>
                <p14:cNvContentPartPr/>
                <p14:nvPr/>
              </p14:nvContentPartPr>
              <p14:xfrm>
                <a:off x="6789614" y="2738936"/>
                <a:ext cx="408600" cy="25092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C86E722C-DCC9-1BE2-0133-DDE6BE15A4E7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6771614" y="2720936"/>
                  <a:ext cx="444240" cy="28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FC9DE3AB-CEDF-1D04-76BB-16938FC6964D}"/>
                    </a:ext>
                  </a:extLst>
                </p14:cNvPr>
                <p14:cNvContentPartPr/>
                <p14:nvPr/>
              </p14:nvContentPartPr>
              <p14:xfrm>
                <a:off x="7493774" y="2607536"/>
                <a:ext cx="64080" cy="32580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FC9DE3AB-CEDF-1D04-76BB-16938FC6964D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7476134" y="2589896"/>
                  <a:ext cx="99720" cy="36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2683358C-6F3F-0B69-7431-7D199B89976F}"/>
                    </a:ext>
                  </a:extLst>
                </p14:cNvPr>
                <p14:cNvContentPartPr/>
                <p14:nvPr/>
              </p14:nvContentPartPr>
              <p14:xfrm>
                <a:off x="7389014" y="2722736"/>
                <a:ext cx="395640" cy="9036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2683358C-6F3F-0B69-7431-7D199B89976F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7371374" y="2705096"/>
                  <a:ext cx="43128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E13E9FB6-918A-0FA0-834F-D4885B1000C3}"/>
                    </a:ext>
                  </a:extLst>
                </p14:cNvPr>
                <p14:cNvContentPartPr/>
                <p14:nvPr/>
              </p14:nvContentPartPr>
              <p14:xfrm>
                <a:off x="7970054" y="2589176"/>
                <a:ext cx="63000" cy="31140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E13E9FB6-918A-0FA0-834F-D4885B1000C3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7952414" y="2571176"/>
                  <a:ext cx="98640" cy="34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81AF731B-7EDF-9871-B30B-B1B2C40D8B50}"/>
                    </a:ext>
                  </a:extLst>
                </p14:cNvPr>
                <p14:cNvContentPartPr/>
                <p14:nvPr/>
              </p14:nvContentPartPr>
              <p14:xfrm>
                <a:off x="8172014" y="2659736"/>
                <a:ext cx="502920" cy="12204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81AF731B-7EDF-9871-B30B-B1B2C40D8B50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8154014" y="2642096"/>
                  <a:ext cx="538560" cy="15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DB723E06-2E22-4697-2EDA-5D8B331336B3}"/>
                    </a:ext>
                  </a:extLst>
                </p14:cNvPr>
                <p14:cNvContentPartPr/>
                <p14:nvPr/>
              </p14:nvContentPartPr>
              <p14:xfrm>
                <a:off x="8709494" y="2543456"/>
                <a:ext cx="198360" cy="28044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DB723E06-2E22-4697-2EDA-5D8B331336B3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8691494" y="2525456"/>
                  <a:ext cx="234000" cy="31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E48B4E31-1880-C1C2-8310-0920A6DC537F}"/>
                    </a:ext>
                  </a:extLst>
                </p14:cNvPr>
                <p14:cNvContentPartPr/>
                <p14:nvPr/>
              </p14:nvContentPartPr>
              <p14:xfrm>
                <a:off x="9291974" y="2506016"/>
                <a:ext cx="96120" cy="25416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E48B4E31-1880-C1C2-8310-0920A6DC537F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9274334" y="2488376"/>
                  <a:ext cx="131760" cy="28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58F82466-3175-14DE-7C37-678E88357820}"/>
                    </a:ext>
                  </a:extLst>
                </p14:cNvPr>
                <p14:cNvContentPartPr/>
                <p14:nvPr/>
              </p14:nvContentPartPr>
              <p14:xfrm>
                <a:off x="9252014" y="2585216"/>
                <a:ext cx="248760" cy="2772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58F82466-3175-14DE-7C37-678E88357820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9234374" y="2567216"/>
                  <a:ext cx="284400" cy="6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9A51C7DF-9971-C20B-3371-6767FAE46205}"/>
                    </a:ext>
                  </a:extLst>
                </p14:cNvPr>
                <p14:cNvContentPartPr/>
                <p14:nvPr/>
              </p14:nvContentPartPr>
              <p14:xfrm>
                <a:off x="9766814" y="2422856"/>
                <a:ext cx="347400" cy="39780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9A51C7DF-9971-C20B-3371-6767FAE46205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9748814" y="2405216"/>
                  <a:ext cx="383040" cy="43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C58B4F50-F4B3-346F-23AF-2EFB89D8F257}"/>
                    </a:ext>
                  </a:extLst>
                </p14:cNvPr>
                <p14:cNvContentPartPr/>
                <p14:nvPr/>
              </p14:nvContentPartPr>
              <p14:xfrm>
                <a:off x="10165334" y="2422856"/>
                <a:ext cx="182160" cy="22860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C58B4F50-F4B3-346F-23AF-2EFB89D8F257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10147694" y="2405216"/>
                  <a:ext cx="217800" cy="26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70A5664B-DFB6-49F4-64D8-E905A400DD19}"/>
                    </a:ext>
                  </a:extLst>
                </p14:cNvPr>
                <p14:cNvContentPartPr/>
                <p14:nvPr/>
              </p14:nvContentPartPr>
              <p14:xfrm>
                <a:off x="10370174" y="2313416"/>
                <a:ext cx="290160" cy="32184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70A5664B-DFB6-49F4-64D8-E905A400DD19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10352534" y="2295416"/>
                  <a:ext cx="325800" cy="35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3BBA1D38-FDE9-8192-4BFD-CA0D04293B5A}"/>
                    </a:ext>
                  </a:extLst>
                </p14:cNvPr>
                <p14:cNvContentPartPr/>
                <p14:nvPr/>
              </p14:nvContentPartPr>
              <p14:xfrm>
                <a:off x="10455134" y="2535896"/>
                <a:ext cx="126000" cy="4752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3BBA1D38-FDE9-8192-4BFD-CA0D04293B5A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10437134" y="2518256"/>
                  <a:ext cx="161640" cy="8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B65B790B-F51B-1510-E00A-0D9502C5BB8C}"/>
                    </a:ext>
                  </a:extLst>
                </p14:cNvPr>
                <p14:cNvContentPartPr/>
                <p14:nvPr/>
              </p14:nvContentPartPr>
              <p14:xfrm>
                <a:off x="10725494" y="2361656"/>
                <a:ext cx="176040" cy="24984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B65B790B-F51B-1510-E00A-0D9502C5BB8C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10707854" y="2344016"/>
                  <a:ext cx="211680" cy="28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69E8469B-C7A1-3A9D-F86B-1A9A6F5C0D47}"/>
                    </a:ext>
                  </a:extLst>
                </p14:cNvPr>
                <p14:cNvContentPartPr/>
                <p14:nvPr/>
              </p14:nvContentPartPr>
              <p14:xfrm>
                <a:off x="11082254" y="2455976"/>
                <a:ext cx="11160" cy="324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69E8469B-C7A1-3A9D-F86B-1A9A6F5C0D47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11064614" y="2437976"/>
                  <a:ext cx="46800" cy="3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17157211-3A2D-EDB3-F475-6D331FEE1D28}"/>
                    </a:ext>
                  </a:extLst>
                </p14:cNvPr>
                <p14:cNvContentPartPr/>
                <p14:nvPr/>
              </p14:nvContentPartPr>
              <p14:xfrm>
                <a:off x="11331014" y="2447696"/>
                <a:ext cx="8640" cy="576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17157211-3A2D-EDB3-F475-6D331FEE1D28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11313014" y="2429696"/>
                  <a:ext cx="44280" cy="4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6E4BA486-9244-FC60-AF0E-0B615202E2F5}"/>
                    </a:ext>
                  </a:extLst>
                </p14:cNvPr>
                <p14:cNvContentPartPr/>
                <p14:nvPr/>
              </p14:nvContentPartPr>
              <p14:xfrm>
                <a:off x="11596694" y="2412056"/>
                <a:ext cx="360" cy="36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6E4BA486-9244-FC60-AF0E-0B615202E2F5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11579054" y="2394416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7E149337-35A2-0A93-80A9-D7F42323B540}"/>
                    </a:ext>
                  </a:extLst>
                </p14:cNvPr>
                <p14:cNvContentPartPr/>
                <p14:nvPr/>
              </p14:nvContentPartPr>
              <p14:xfrm>
                <a:off x="11607854" y="2406656"/>
                <a:ext cx="360" cy="36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7E149337-35A2-0A93-80A9-D7F42323B540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11589854" y="2389016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4185F2E8-ACBE-87EF-E09A-441376E1EE54}"/>
                    </a:ext>
                  </a:extLst>
                </p14:cNvPr>
                <p14:cNvContentPartPr/>
                <p14:nvPr/>
              </p14:nvContentPartPr>
              <p14:xfrm>
                <a:off x="3543494" y="3324656"/>
                <a:ext cx="6321600" cy="35244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4185F2E8-ACBE-87EF-E09A-441376E1EE54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3525494" y="3306656"/>
                  <a:ext cx="6357240" cy="38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DC691A05-4780-6A2D-04CB-664233BCE0DC}"/>
                    </a:ext>
                  </a:extLst>
                </p14:cNvPr>
                <p14:cNvContentPartPr/>
                <p14:nvPr/>
              </p14:nvContentPartPr>
              <p14:xfrm>
                <a:off x="2363414" y="3480896"/>
                <a:ext cx="857880" cy="112896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DC691A05-4780-6A2D-04CB-664233BCE0DC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2345414" y="3462896"/>
                  <a:ext cx="893520" cy="116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01325F01-D3F4-CF31-93C0-1E6252675CB7}"/>
                    </a:ext>
                  </a:extLst>
                </p14:cNvPr>
                <p14:cNvContentPartPr/>
                <p14:nvPr/>
              </p14:nvContentPartPr>
              <p14:xfrm>
                <a:off x="3217694" y="4452896"/>
                <a:ext cx="267120" cy="23544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01325F01-D3F4-CF31-93C0-1E6252675CB7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3200054" y="4435256"/>
                  <a:ext cx="302760" cy="27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5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1247FAC5-442E-BCCB-3937-E24EBF7C8E81}"/>
                    </a:ext>
                  </a:extLst>
                </p14:cNvPr>
                <p14:cNvContentPartPr/>
                <p14:nvPr/>
              </p14:nvContentPartPr>
              <p14:xfrm>
                <a:off x="3626294" y="4090376"/>
                <a:ext cx="590760" cy="53892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1247FAC5-442E-BCCB-3937-E24EBF7C8E81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3608654" y="4072736"/>
                  <a:ext cx="626400" cy="57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7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681BB453-2E5A-27B8-4C83-6EB276350FAC}"/>
                    </a:ext>
                  </a:extLst>
                </p14:cNvPr>
                <p14:cNvContentPartPr/>
                <p14:nvPr/>
              </p14:nvContentPartPr>
              <p14:xfrm>
                <a:off x="4368614" y="4210256"/>
                <a:ext cx="493200" cy="38448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681BB453-2E5A-27B8-4C83-6EB276350FAC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4350614" y="4192256"/>
                  <a:ext cx="528840" cy="42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9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1B19D187-B1CE-E400-CB70-E63BE7CC418D}"/>
                    </a:ext>
                  </a:extLst>
                </p14:cNvPr>
                <p14:cNvContentPartPr/>
                <p14:nvPr/>
              </p14:nvContentPartPr>
              <p14:xfrm>
                <a:off x="5112014" y="4255256"/>
                <a:ext cx="407880" cy="27864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1B19D187-B1CE-E400-CB70-E63BE7CC418D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5094374" y="4237256"/>
                  <a:ext cx="443520" cy="31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1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980503AA-86C8-D586-C1BF-077E5D96A09C}"/>
                    </a:ext>
                  </a:extLst>
                </p14:cNvPr>
                <p14:cNvContentPartPr/>
                <p14:nvPr/>
              </p14:nvContentPartPr>
              <p14:xfrm>
                <a:off x="3622334" y="4879856"/>
                <a:ext cx="803880" cy="47664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980503AA-86C8-D586-C1BF-077E5D96A09C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3604334" y="4862216"/>
                  <a:ext cx="839520" cy="51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3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E95A897C-7979-E28D-5A82-7000B431B765}"/>
                    </a:ext>
                  </a:extLst>
                </p14:cNvPr>
                <p14:cNvContentPartPr/>
                <p14:nvPr/>
              </p14:nvContentPartPr>
              <p14:xfrm>
                <a:off x="4523414" y="4759976"/>
                <a:ext cx="56160" cy="37764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E95A897C-7979-E28D-5A82-7000B431B765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4505774" y="4742336"/>
                  <a:ext cx="91800" cy="41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5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9ED12B6C-CEB1-3CCA-E4F8-474940DE9A27}"/>
                    </a:ext>
                  </a:extLst>
                </p14:cNvPr>
                <p14:cNvContentPartPr/>
                <p14:nvPr/>
              </p14:nvContentPartPr>
              <p14:xfrm>
                <a:off x="4535294" y="4925936"/>
                <a:ext cx="198000" cy="23400"/>
              </p14:xfrm>
            </p:contentPart>
          </mc:Choice>
          <mc:Fallback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9ED12B6C-CEB1-3CCA-E4F8-474940DE9A27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4517294" y="4907936"/>
                  <a:ext cx="233640" cy="5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7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54D292F3-3D10-33D6-321B-79310114A14B}"/>
                    </a:ext>
                  </a:extLst>
                </p14:cNvPr>
                <p14:cNvContentPartPr/>
                <p14:nvPr/>
              </p14:nvContentPartPr>
              <p14:xfrm>
                <a:off x="4844894" y="4862576"/>
                <a:ext cx="210600" cy="240840"/>
              </p14:xfrm>
            </p:contentPart>
          </mc:Choice>
          <mc:Fallback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54D292F3-3D10-33D6-321B-79310114A14B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4827254" y="4844576"/>
                  <a:ext cx="246240" cy="27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9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C82FD635-DB22-0674-745B-F254BA618558}"/>
                    </a:ext>
                  </a:extLst>
                </p14:cNvPr>
                <p14:cNvContentPartPr/>
                <p14:nvPr/>
              </p14:nvContentPartPr>
              <p14:xfrm>
                <a:off x="5007254" y="4838096"/>
                <a:ext cx="280800" cy="271080"/>
              </p14:xfrm>
            </p:contentPart>
          </mc:Choice>
          <mc:Fallback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C82FD635-DB22-0674-745B-F254BA618558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4989614" y="4820096"/>
                  <a:ext cx="316440" cy="30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1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B7ACB808-0931-04E5-D210-46CFA0A74960}"/>
                    </a:ext>
                  </a:extLst>
                </p14:cNvPr>
                <p14:cNvContentPartPr/>
                <p14:nvPr/>
              </p14:nvContentPartPr>
              <p14:xfrm>
                <a:off x="5482094" y="4802456"/>
                <a:ext cx="304920" cy="33840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B7ACB808-0931-04E5-D210-46CFA0A74960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5464094" y="4784816"/>
                  <a:ext cx="340560" cy="37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3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441B1A1E-4780-A899-C3D8-2CDB173D91A8}"/>
                    </a:ext>
                  </a:extLst>
                </p14:cNvPr>
                <p14:cNvContentPartPr/>
                <p14:nvPr/>
              </p14:nvContentPartPr>
              <p14:xfrm>
                <a:off x="3266294" y="4681856"/>
                <a:ext cx="2707560" cy="983880"/>
              </p14:xfrm>
            </p:contentPart>
          </mc:Choice>
          <mc:Fallback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441B1A1E-4780-A899-C3D8-2CDB173D91A8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3248654" y="4663856"/>
                  <a:ext cx="2743200" cy="101952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28861740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28F28C-2BE0-80A3-0A21-71B02EC6E1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016630-3421-EBB2-424C-0653771474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19" name="Ink 18">
                <a:extLst>
                  <a:ext uri="{FF2B5EF4-FFF2-40B4-BE49-F238E27FC236}">
                    <a16:creationId xmlns:a16="http://schemas.microsoft.com/office/drawing/2014/main" id="{D7D85CEA-3A34-1589-9ED0-82510C780FF8}"/>
                  </a:ext>
                </a:extLst>
              </p14:cNvPr>
              <p14:cNvContentPartPr/>
              <p14:nvPr/>
            </p14:nvContentPartPr>
            <p14:xfrm>
              <a:off x="4155494" y="2664776"/>
              <a:ext cx="1911600" cy="96120"/>
            </p14:xfrm>
          </p:contentPart>
        </mc:Choice>
        <mc:Fallback>
          <p:pic>
            <p:nvPicPr>
              <p:cNvPr id="19" name="Ink 18">
                <a:extLst>
                  <a:ext uri="{FF2B5EF4-FFF2-40B4-BE49-F238E27FC236}">
                    <a16:creationId xmlns:a16="http://schemas.microsoft.com/office/drawing/2014/main" id="{D7D85CEA-3A34-1589-9ED0-82510C780FF8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137494" y="2646776"/>
                <a:ext cx="1947240" cy="131760"/>
              </a:xfrm>
              <a:prstGeom prst="rect">
                <a:avLst/>
              </a:prstGeom>
            </p:spPr>
          </p:pic>
        </mc:Fallback>
      </mc:AlternateContent>
      <p:grpSp>
        <p:nvGrpSpPr>
          <p:cNvPr id="35" name="Group 34">
            <a:extLst>
              <a:ext uri="{FF2B5EF4-FFF2-40B4-BE49-F238E27FC236}">
                <a16:creationId xmlns:a16="http://schemas.microsoft.com/office/drawing/2014/main" id="{313F851A-BF4C-FF57-8D65-FA2190DCDEB8}"/>
              </a:ext>
            </a:extLst>
          </p:cNvPr>
          <p:cNvGrpSpPr/>
          <p:nvPr/>
        </p:nvGrpSpPr>
        <p:grpSpPr>
          <a:xfrm>
            <a:off x="4842014" y="2842616"/>
            <a:ext cx="578160" cy="734400"/>
            <a:chOff x="4842014" y="2842616"/>
            <a:chExt cx="578160" cy="734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F0B491DA-5088-2215-75B7-0A6395E502CB}"/>
                    </a:ext>
                  </a:extLst>
                </p14:cNvPr>
                <p14:cNvContentPartPr/>
                <p14:nvPr/>
              </p14:nvContentPartPr>
              <p14:xfrm>
                <a:off x="5188334" y="2842616"/>
                <a:ext cx="10080" cy="26532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F0B491DA-5088-2215-75B7-0A6395E502CB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5170694" y="2824976"/>
                  <a:ext cx="45720" cy="30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8757DB38-E222-C23D-6C9D-DBB9B2AD71B5}"/>
                    </a:ext>
                  </a:extLst>
                </p14:cNvPr>
                <p14:cNvContentPartPr/>
                <p14:nvPr/>
              </p14:nvContentPartPr>
              <p14:xfrm>
                <a:off x="5160614" y="3141056"/>
                <a:ext cx="142560" cy="2808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8757DB38-E222-C23D-6C9D-DBB9B2AD71B5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5142974" y="3123056"/>
                  <a:ext cx="178200" cy="6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34527104-F5DB-CB3D-5D3A-D863A5ADEB5D}"/>
                    </a:ext>
                  </a:extLst>
                </p14:cNvPr>
                <p14:cNvContentPartPr/>
                <p14:nvPr/>
              </p14:nvContentPartPr>
              <p14:xfrm>
                <a:off x="5123174" y="3152216"/>
                <a:ext cx="150480" cy="13752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34527104-F5DB-CB3D-5D3A-D863A5ADEB5D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5105174" y="3134576"/>
                  <a:ext cx="186120" cy="17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F314305C-C962-8F14-4F1E-333E10A2218C}"/>
                    </a:ext>
                  </a:extLst>
                </p14:cNvPr>
                <p14:cNvContentPartPr/>
                <p14:nvPr/>
              </p14:nvContentPartPr>
              <p14:xfrm>
                <a:off x="4842014" y="3388376"/>
                <a:ext cx="330840" cy="18864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F314305C-C962-8F14-4F1E-333E10A2218C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4824374" y="3370376"/>
                  <a:ext cx="366480" cy="22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7CC0D843-F572-3D1D-4C1A-7581E62377DB}"/>
                    </a:ext>
                  </a:extLst>
                </p14:cNvPr>
                <p14:cNvContentPartPr/>
                <p14:nvPr/>
              </p14:nvContentPartPr>
              <p14:xfrm>
                <a:off x="5194454" y="3437696"/>
                <a:ext cx="41400" cy="3924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7CC0D843-F572-3D1D-4C1A-7581E62377DB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5176454" y="3419696"/>
                  <a:ext cx="77040" cy="7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CA2A4FC6-1A80-114D-34B0-95870F4CE4E1}"/>
                    </a:ext>
                  </a:extLst>
                </p14:cNvPr>
                <p14:cNvContentPartPr/>
                <p14:nvPr/>
              </p14:nvContentPartPr>
              <p14:xfrm>
                <a:off x="5279054" y="3400616"/>
                <a:ext cx="119160" cy="16380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CA2A4FC6-1A80-114D-34B0-95870F4CE4E1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5261414" y="3382616"/>
                  <a:ext cx="154800" cy="19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70677364-16C0-8672-2A46-07EA993DDF84}"/>
                    </a:ext>
                  </a:extLst>
                </p14:cNvPr>
                <p14:cNvContentPartPr/>
                <p14:nvPr/>
              </p14:nvContentPartPr>
              <p14:xfrm>
                <a:off x="5378774" y="3282536"/>
                <a:ext cx="41400" cy="21996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70677364-16C0-8672-2A46-07EA993DDF84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5361134" y="3264536"/>
                  <a:ext cx="77040" cy="255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12E82A41-455F-D6D1-D485-083CC7713250}"/>
              </a:ext>
            </a:extLst>
          </p:cNvPr>
          <p:cNvGrpSpPr/>
          <p:nvPr/>
        </p:nvGrpSpPr>
        <p:grpSpPr>
          <a:xfrm>
            <a:off x="6791054" y="2610776"/>
            <a:ext cx="155160" cy="419040"/>
            <a:chOff x="6791054" y="2610776"/>
            <a:chExt cx="155160" cy="419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01599BE7-BDE8-8024-23D1-5747CCA43A05}"/>
                    </a:ext>
                  </a:extLst>
                </p14:cNvPr>
                <p14:cNvContentPartPr/>
                <p14:nvPr/>
              </p14:nvContentPartPr>
              <p14:xfrm>
                <a:off x="6844334" y="2610776"/>
                <a:ext cx="27720" cy="30492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01599BE7-BDE8-8024-23D1-5747CCA43A05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6826694" y="2593136"/>
                  <a:ext cx="63360" cy="34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D0850F2A-F355-ED16-1FA9-D2CD10E2BCE2}"/>
                    </a:ext>
                  </a:extLst>
                </p14:cNvPr>
                <p14:cNvContentPartPr/>
                <p14:nvPr/>
              </p14:nvContentPartPr>
              <p14:xfrm>
                <a:off x="6854774" y="2949176"/>
                <a:ext cx="91440" cy="1404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D0850F2A-F355-ED16-1FA9-D2CD10E2BCE2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837134" y="2931176"/>
                  <a:ext cx="127080" cy="4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BF18AFCA-AF84-08EA-6337-15AA0D270450}"/>
                    </a:ext>
                  </a:extLst>
                </p14:cNvPr>
                <p14:cNvContentPartPr/>
                <p14:nvPr/>
              </p14:nvContentPartPr>
              <p14:xfrm>
                <a:off x="6791054" y="2941976"/>
                <a:ext cx="123120" cy="8784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BF18AFCA-AF84-08EA-6337-15AA0D270450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6773414" y="2923976"/>
                  <a:ext cx="158760" cy="123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E94FE7D0-AB56-7013-CD71-004156D3D75B}"/>
              </a:ext>
            </a:extLst>
          </p:cNvPr>
          <p:cNvGrpSpPr/>
          <p:nvPr/>
        </p:nvGrpSpPr>
        <p:grpSpPr>
          <a:xfrm>
            <a:off x="6841814" y="3165176"/>
            <a:ext cx="470520" cy="268920"/>
            <a:chOff x="6841814" y="3165176"/>
            <a:chExt cx="470520" cy="268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895EADA0-171C-F6F2-E11F-F7DDD0321FD6}"/>
                    </a:ext>
                  </a:extLst>
                </p14:cNvPr>
                <p14:cNvContentPartPr/>
                <p14:nvPr/>
              </p14:nvContentPartPr>
              <p14:xfrm>
                <a:off x="6841814" y="3217016"/>
                <a:ext cx="181080" cy="21708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895EADA0-171C-F6F2-E11F-F7DDD0321FD6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6823814" y="3199376"/>
                  <a:ext cx="216720" cy="25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E5D9C880-4864-E6C2-E961-E41FA3BFA088}"/>
                    </a:ext>
                  </a:extLst>
                </p14:cNvPr>
                <p14:cNvContentPartPr/>
                <p14:nvPr/>
              </p14:nvContentPartPr>
              <p14:xfrm>
                <a:off x="6858734" y="3316376"/>
                <a:ext cx="90360" cy="576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E5D9C880-4864-E6C2-E961-E41FA3BFA088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6840734" y="3298736"/>
                  <a:ext cx="126000" cy="4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B9BBF08B-6480-B34D-6169-E5823560714F}"/>
                    </a:ext>
                  </a:extLst>
                </p14:cNvPr>
                <p14:cNvContentPartPr/>
                <p14:nvPr/>
              </p14:nvContentPartPr>
              <p14:xfrm>
                <a:off x="7039094" y="3211616"/>
                <a:ext cx="150480" cy="16956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B9BBF08B-6480-B34D-6169-E5823560714F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7021094" y="3193616"/>
                  <a:ext cx="186120" cy="20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B8559B55-AB3C-7277-747D-B089FB289892}"/>
                    </a:ext>
                  </a:extLst>
                </p14:cNvPr>
                <p14:cNvContentPartPr/>
                <p14:nvPr/>
              </p14:nvContentPartPr>
              <p14:xfrm>
                <a:off x="7203974" y="3165176"/>
                <a:ext cx="108360" cy="22680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B8559B55-AB3C-7277-747D-B089FB289892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7185974" y="3147176"/>
                  <a:ext cx="144000" cy="262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D7A59391-7950-731C-79CF-D05CE8FDCCFB}"/>
              </a:ext>
            </a:extLst>
          </p:cNvPr>
          <p:cNvGrpSpPr/>
          <p:nvPr/>
        </p:nvGrpSpPr>
        <p:grpSpPr>
          <a:xfrm>
            <a:off x="4362494" y="4529216"/>
            <a:ext cx="491040" cy="461880"/>
            <a:chOff x="4362494" y="4529216"/>
            <a:chExt cx="491040" cy="461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0AA73249-513F-340F-AF0E-6518BBB3DE44}"/>
                    </a:ext>
                  </a:extLst>
                </p14:cNvPr>
                <p14:cNvContentPartPr/>
                <p14:nvPr/>
              </p14:nvContentPartPr>
              <p14:xfrm>
                <a:off x="4362494" y="4529216"/>
                <a:ext cx="11160" cy="38376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0AA73249-513F-340F-AF0E-6518BBB3DE44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4344494" y="4511216"/>
                  <a:ext cx="46800" cy="41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01853509-E763-C3F0-C6FB-ABBE11BAB7EC}"/>
                    </a:ext>
                  </a:extLst>
                </p14:cNvPr>
                <p14:cNvContentPartPr/>
                <p14:nvPr/>
              </p14:nvContentPartPr>
              <p14:xfrm>
                <a:off x="4504334" y="4857896"/>
                <a:ext cx="30240" cy="13320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01853509-E763-C3F0-C6FB-ABBE11BAB7EC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4486694" y="4840256"/>
                  <a:ext cx="65880" cy="16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9956D0E8-3058-B329-9370-86D856D3351B}"/>
                    </a:ext>
                  </a:extLst>
                </p14:cNvPr>
                <p14:cNvContentPartPr/>
                <p14:nvPr/>
              </p14:nvContentPartPr>
              <p14:xfrm>
                <a:off x="4714214" y="4551176"/>
                <a:ext cx="139320" cy="21600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9956D0E8-3058-B329-9370-86D856D3351B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4696574" y="4533176"/>
                  <a:ext cx="174960" cy="251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A1659BDF-950D-122C-AC02-6066F414243E}"/>
              </a:ext>
            </a:extLst>
          </p:cNvPr>
          <p:cNvGrpSpPr/>
          <p:nvPr/>
        </p:nvGrpSpPr>
        <p:grpSpPr>
          <a:xfrm>
            <a:off x="5071694" y="4500776"/>
            <a:ext cx="366840" cy="237240"/>
            <a:chOff x="5071694" y="4500776"/>
            <a:chExt cx="366840" cy="237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1C4ED2E3-CD9F-6F86-4F5F-8F3D5A5CCDE5}"/>
                    </a:ext>
                  </a:extLst>
                </p14:cNvPr>
                <p14:cNvContentPartPr/>
                <p14:nvPr/>
              </p14:nvContentPartPr>
              <p14:xfrm>
                <a:off x="5157734" y="4500776"/>
                <a:ext cx="30960" cy="20772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1C4ED2E3-CD9F-6F86-4F5F-8F3D5A5CCDE5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5140094" y="4483136"/>
                  <a:ext cx="66600" cy="24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776F028B-6DE7-1B24-461F-1E8B313D05BB}"/>
                    </a:ext>
                  </a:extLst>
                </p14:cNvPr>
                <p14:cNvContentPartPr/>
                <p14:nvPr/>
              </p14:nvContentPartPr>
              <p14:xfrm>
                <a:off x="5071694" y="4574216"/>
                <a:ext cx="161640" cy="6660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776F028B-6DE7-1B24-461F-1E8B313D05BB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5053694" y="4556216"/>
                  <a:ext cx="197280" cy="10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EA6FD8FD-81DF-5EDA-BFBD-364EF42B7BCD}"/>
                    </a:ext>
                  </a:extLst>
                </p14:cNvPr>
                <p14:cNvContentPartPr/>
                <p14:nvPr/>
              </p14:nvContentPartPr>
              <p14:xfrm>
                <a:off x="5429894" y="4649096"/>
                <a:ext cx="8640" cy="8892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EA6FD8FD-81DF-5EDA-BFBD-364EF42B7BCD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5411894" y="4631096"/>
                  <a:ext cx="44280" cy="1245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44">
            <p14:nvContentPartPr>
              <p14:cNvPr id="50" name="Ink 49">
                <a:extLst>
                  <a:ext uri="{FF2B5EF4-FFF2-40B4-BE49-F238E27FC236}">
                    <a16:creationId xmlns:a16="http://schemas.microsoft.com/office/drawing/2014/main" id="{80890FAC-4C6B-9788-FE36-1AE706A4E80F}"/>
                  </a:ext>
                </a:extLst>
              </p14:cNvPr>
              <p14:cNvContentPartPr/>
              <p14:nvPr/>
            </p14:nvContentPartPr>
            <p14:xfrm>
              <a:off x="5693054" y="4550456"/>
              <a:ext cx="38520" cy="177480"/>
            </p14:xfrm>
          </p:contentPart>
        </mc:Choice>
        <mc:Fallback>
          <p:pic>
            <p:nvPicPr>
              <p:cNvPr id="50" name="Ink 49">
                <a:extLst>
                  <a:ext uri="{FF2B5EF4-FFF2-40B4-BE49-F238E27FC236}">
                    <a16:creationId xmlns:a16="http://schemas.microsoft.com/office/drawing/2014/main" id="{80890FAC-4C6B-9788-FE36-1AE706A4E80F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5675054" y="4532816"/>
                <a:ext cx="74160" cy="213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6">
            <p14:nvContentPartPr>
              <p14:cNvPr id="51" name="Ink 50">
                <a:extLst>
                  <a:ext uri="{FF2B5EF4-FFF2-40B4-BE49-F238E27FC236}">
                    <a16:creationId xmlns:a16="http://schemas.microsoft.com/office/drawing/2014/main" id="{3021DF56-83DF-89C5-F3FE-B55A1D046D2A}"/>
                  </a:ext>
                </a:extLst>
              </p14:cNvPr>
              <p14:cNvContentPartPr/>
              <p14:nvPr/>
            </p14:nvContentPartPr>
            <p14:xfrm>
              <a:off x="6958814" y="4437056"/>
              <a:ext cx="166680" cy="240840"/>
            </p14:xfrm>
          </p:contentPart>
        </mc:Choice>
        <mc:Fallback>
          <p:pic>
            <p:nvPicPr>
              <p:cNvPr id="51" name="Ink 50">
                <a:extLst>
                  <a:ext uri="{FF2B5EF4-FFF2-40B4-BE49-F238E27FC236}">
                    <a16:creationId xmlns:a16="http://schemas.microsoft.com/office/drawing/2014/main" id="{3021DF56-83DF-89C5-F3FE-B55A1D046D2A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6941174" y="4419056"/>
                <a:ext cx="202320" cy="276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8">
            <p14:nvContentPartPr>
              <p14:cNvPr id="82" name="Ink 81">
                <a:extLst>
                  <a:ext uri="{FF2B5EF4-FFF2-40B4-BE49-F238E27FC236}">
                    <a16:creationId xmlns:a16="http://schemas.microsoft.com/office/drawing/2014/main" id="{479C1C9B-D9F7-58FA-9988-995A5CCEB98E}"/>
                  </a:ext>
                </a:extLst>
              </p14:cNvPr>
              <p14:cNvContentPartPr/>
              <p14:nvPr/>
            </p14:nvContentPartPr>
            <p14:xfrm>
              <a:off x="10060214" y="1937576"/>
              <a:ext cx="180000" cy="435600"/>
            </p14:xfrm>
          </p:contentPart>
        </mc:Choice>
        <mc:Fallback>
          <p:pic>
            <p:nvPicPr>
              <p:cNvPr id="82" name="Ink 81">
                <a:extLst>
                  <a:ext uri="{FF2B5EF4-FFF2-40B4-BE49-F238E27FC236}">
                    <a16:creationId xmlns:a16="http://schemas.microsoft.com/office/drawing/2014/main" id="{479C1C9B-D9F7-58FA-9988-995A5CCEB98E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10042574" y="1919936"/>
                <a:ext cx="215640" cy="471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0">
            <p14:nvContentPartPr>
              <p14:cNvPr id="83" name="Ink 82">
                <a:extLst>
                  <a:ext uri="{FF2B5EF4-FFF2-40B4-BE49-F238E27FC236}">
                    <a16:creationId xmlns:a16="http://schemas.microsoft.com/office/drawing/2014/main" id="{11B880BE-B9A4-B4A7-9996-53DD4CAD3E17}"/>
                  </a:ext>
                </a:extLst>
              </p14:cNvPr>
              <p14:cNvContentPartPr/>
              <p14:nvPr/>
            </p14:nvContentPartPr>
            <p14:xfrm>
              <a:off x="8607254" y="2532296"/>
              <a:ext cx="1904760" cy="125280"/>
            </p14:xfrm>
          </p:contentPart>
        </mc:Choice>
        <mc:Fallback>
          <p:pic>
            <p:nvPicPr>
              <p:cNvPr id="83" name="Ink 82">
                <a:extLst>
                  <a:ext uri="{FF2B5EF4-FFF2-40B4-BE49-F238E27FC236}">
                    <a16:creationId xmlns:a16="http://schemas.microsoft.com/office/drawing/2014/main" id="{11B880BE-B9A4-B4A7-9996-53DD4CAD3E17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8589254" y="2514656"/>
                <a:ext cx="1940400" cy="160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2">
            <p14:nvContentPartPr>
              <p14:cNvPr id="86" name="Ink 85">
                <a:extLst>
                  <a:ext uri="{FF2B5EF4-FFF2-40B4-BE49-F238E27FC236}">
                    <a16:creationId xmlns:a16="http://schemas.microsoft.com/office/drawing/2014/main" id="{A8C8C2D5-4401-5168-3396-17A801938775}"/>
                  </a:ext>
                </a:extLst>
              </p14:cNvPr>
              <p14:cNvContentPartPr/>
              <p14:nvPr/>
            </p14:nvContentPartPr>
            <p14:xfrm>
              <a:off x="9826934" y="1168256"/>
              <a:ext cx="192960" cy="296280"/>
            </p14:xfrm>
          </p:contentPart>
        </mc:Choice>
        <mc:Fallback>
          <p:pic>
            <p:nvPicPr>
              <p:cNvPr id="86" name="Ink 85">
                <a:extLst>
                  <a:ext uri="{FF2B5EF4-FFF2-40B4-BE49-F238E27FC236}">
                    <a16:creationId xmlns:a16="http://schemas.microsoft.com/office/drawing/2014/main" id="{A8C8C2D5-4401-5168-3396-17A801938775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9809294" y="1150616"/>
                <a:ext cx="228600" cy="331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4">
            <p14:nvContentPartPr>
              <p14:cNvPr id="87" name="Ink 86">
                <a:extLst>
                  <a:ext uri="{FF2B5EF4-FFF2-40B4-BE49-F238E27FC236}">
                    <a16:creationId xmlns:a16="http://schemas.microsoft.com/office/drawing/2014/main" id="{B5EC9227-FF7D-99EC-7E8E-C0F8BD796FC2}"/>
                  </a:ext>
                </a:extLst>
              </p14:cNvPr>
              <p14:cNvContentPartPr/>
              <p14:nvPr/>
            </p14:nvContentPartPr>
            <p14:xfrm>
              <a:off x="5114534" y="1911296"/>
              <a:ext cx="563400" cy="725040"/>
            </p14:xfrm>
          </p:contentPart>
        </mc:Choice>
        <mc:Fallback>
          <p:pic>
            <p:nvPicPr>
              <p:cNvPr id="87" name="Ink 86">
                <a:extLst>
                  <a:ext uri="{FF2B5EF4-FFF2-40B4-BE49-F238E27FC236}">
                    <a16:creationId xmlns:a16="http://schemas.microsoft.com/office/drawing/2014/main" id="{B5EC9227-FF7D-99EC-7E8E-C0F8BD796FC2}"/>
                  </a:ext>
                </a:extLst>
              </p:cNvPr>
              <p:cNvPicPr/>
              <p:nvPr/>
            </p:nvPicPr>
            <p:blipFill>
              <a:blip r:embed="rId55"/>
              <a:stretch>
                <a:fillRect/>
              </a:stretch>
            </p:blipFill>
            <p:spPr>
              <a:xfrm>
                <a:off x="5096894" y="1893296"/>
                <a:ext cx="599040" cy="760680"/>
              </a:xfrm>
              <a:prstGeom prst="rect">
                <a:avLst/>
              </a:prstGeom>
            </p:spPr>
          </p:pic>
        </mc:Fallback>
      </mc:AlternateContent>
      <p:grpSp>
        <p:nvGrpSpPr>
          <p:cNvPr id="92" name="Group 91">
            <a:extLst>
              <a:ext uri="{FF2B5EF4-FFF2-40B4-BE49-F238E27FC236}">
                <a16:creationId xmlns:a16="http://schemas.microsoft.com/office/drawing/2014/main" id="{00ED265B-B36A-B9DE-D045-086D703E05C8}"/>
              </a:ext>
            </a:extLst>
          </p:cNvPr>
          <p:cNvGrpSpPr/>
          <p:nvPr/>
        </p:nvGrpSpPr>
        <p:grpSpPr>
          <a:xfrm>
            <a:off x="4147574" y="535736"/>
            <a:ext cx="5275800" cy="2125800"/>
            <a:chOff x="4147574" y="535736"/>
            <a:chExt cx="5275800" cy="2125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3CE16104-A92D-CEB7-D326-497E06A17E79}"/>
                    </a:ext>
                  </a:extLst>
                </p14:cNvPr>
                <p14:cNvContentPartPr/>
                <p14:nvPr/>
              </p14:nvContentPartPr>
              <p14:xfrm>
                <a:off x="4147574" y="2199656"/>
                <a:ext cx="33120" cy="354240"/>
              </p14:xfrm>
            </p:contentPart>
          </mc:Choice>
          <mc:Fallback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3CE16104-A92D-CEB7-D326-497E06A17E79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4129934" y="2182016"/>
                  <a:ext cx="68760" cy="38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816CC0A0-E346-3FC4-AA05-3E8620BCD2D3}"/>
                    </a:ext>
                  </a:extLst>
                </p14:cNvPr>
                <p14:cNvContentPartPr/>
                <p14:nvPr/>
              </p14:nvContentPartPr>
              <p14:xfrm>
                <a:off x="4379414" y="2522216"/>
                <a:ext cx="16920" cy="7236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816CC0A0-E346-3FC4-AA05-3E8620BCD2D3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4361774" y="2504576"/>
                  <a:ext cx="52560" cy="10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A843195D-DDCC-31C0-39B3-90106EB34C4E}"/>
                    </a:ext>
                  </a:extLst>
                </p14:cNvPr>
                <p14:cNvContentPartPr/>
                <p14:nvPr/>
              </p14:nvContentPartPr>
              <p14:xfrm>
                <a:off x="4554014" y="2217296"/>
                <a:ext cx="120600" cy="245160"/>
              </p14:xfrm>
            </p:contentPart>
          </mc:Choice>
          <mc:Fallback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A843195D-DDCC-31C0-39B3-90106EB34C4E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4536374" y="2199656"/>
                  <a:ext cx="156240" cy="28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C572C48E-A395-5B4D-5520-B5327CB21CD0}"/>
                    </a:ext>
                  </a:extLst>
                </p14:cNvPr>
                <p14:cNvContentPartPr/>
                <p14:nvPr/>
              </p14:nvContentPartPr>
              <p14:xfrm>
                <a:off x="4911854" y="2377496"/>
                <a:ext cx="43920" cy="18000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C572C48E-A395-5B4D-5520-B5327CB21CD0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4893854" y="2359496"/>
                  <a:ext cx="79560" cy="21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8053D1A5-10EB-C0F2-7B97-53C1AF388B44}"/>
                    </a:ext>
                  </a:extLst>
                </p14:cNvPr>
                <p14:cNvContentPartPr/>
                <p14:nvPr/>
              </p14:nvContentPartPr>
              <p14:xfrm>
                <a:off x="5195894" y="2196416"/>
                <a:ext cx="253080" cy="31104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8053D1A5-10EB-C0F2-7B97-53C1AF388B44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5177894" y="2178776"/>
                  <a:ext cx="288720" cy="34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B47D6399-1C70-C135-7774-C4232AFE1CCF}"/>
                    </a:ext>
                  </a:extLst>
                </p14:cNvPr>
                <p14:cNvContentPartPr/>
                <p14:nvPr/>
              </p14:nvContentPartPr>
              <p14:xfrm>
                <a:off x="5728334" y="2387576"/>
                <a:ext cx="82440" cy="16524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B47D6399-1C70-C135-7774-C4232AFE1CCF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5710334" y="2369936"/>
                  <a:ext cx="118080" cy="20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085C68B1-D800-5D99-A8EB-9F910BC3F651}"/>
                    </a:ext>
                  </a:extLst>
                </p14:cNvPr>
                <p14:cNvContentPartPr/>
                <p14:nvPr/>
              </p14:nvContentPartPr>
              <p14:xfrm>
                <a:off x="6579734" y="2211896"/>
                <a:ext cx="194400" cy="30348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085C68B1-D800-5D99-A8EB-9F910BC3F651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6561734" y="2194256"/>
                  <a:ext cx="230040" cy="33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8C20AA0F-E3ED-0821-079B-DC18F35C9A6D}"/>
                    </a:ext>
                  </a:extLst>
                </p14:cNvPr>
                <p14:cNvContentPartPr/>
                <p14:nvPr/>
              </p14:nvContentPartPr>
              <p14:xfrm>
                <a:off x="6728774" y="2183096"/>
                <a:ext cx="158760" cy="1692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8C20AA0F-E3ED-0821-079B-DC18F35C9A6D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6711134" y="2165456"/>
                  <a:ext cx="194400" cy="5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0A222B65-7EFF-F212-E50D-74C181DCABF1}"/>
                    </a:ext>
                  </a:extLst>
                </p14:cNvPr>
                <p14:cNvContentPartPr/>
                <p14:nvPr/>
              </p14:nvContentPartPr>
              <p14:xfrm>
                <a:off x="6151694" y="2197496"/>
                <a:ext cx="55080" cy="28440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0A222B65-7EFF-F212-E50D-74C181DCABF1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6134054" y="2179496"/>
                  <a:ext cx="90720" cy="32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6BC830A2-B5FF-DEC5-B198-145498B2D8A7}"/>
                    </a:ext>
                  </a:extLst>
                </p14:cNvPr>
                <p14:cNvContentPartPr/>
                <p14:nvPr/>
              </p14:nvContentPartPr>
              <p14:xfrm>
                <a:off x="6084734" y="2233136"/>
                <a:ext cx="115200" cy="14436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6BC830A2-B5FF-DEC5-B198-145498B2D8A7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6066734" y="2215136"/>
                  <a:ext cx="150840" cy="18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35EF518C-2E07-F37A-4E34-9AE4726CF2E7}"/>
                    </a:ext>
                  </a:extLst>
                </p14:cNvPr>
                <p14:cNvContentPartPr/>
                <p14:nvPr/>
              </p14:nvContentPartPr>
              <p14:xfrm>
                <a:off x="6357254" y="2475776"/>
                <a:ext cx="38520" cy="18576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35EF518C-2E07-F37A-4E34-9AE4726CF2E7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6339254" y="2457776"/>
                  <a:ext cx="74160" cy="22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E195E9DC-91CA-CE18-9DED-274EFCCEC21D}"/>
                    </a:ext>
                  </a:extLst>
                </p14:cNvPr>
                <p14:cNvContentPartPr/>
                <p14:nvPr/>
              </p14:nvContentPartPr>
              <p14:xfrm>
                <a:off x="5947574" y="923456"/>
                <a:ext cx="1330200" cy="410760"/>
              </p14:xfrm>
            </p:contentPart>
          </mc:Choice>
          <mc:Fallback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E195E9DC-91CA-CE18-9DED-274EFCCEC21D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5929574" y="905816"/>
                  <a:ext cx="1365840" cy="44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E04855BC-DCA2-D42B-9FCF-869FDE2C1236}"/>
                    </a:ext>
                  </a:extLst>
                </p14:cNvPr>
                <p14:cNvContentPartPr/>
                <p14:nvPr/>
              </p14:nvContentPartPr>
              <p14:xfrm>
                <a:off x="5990054" y="1306496"/>
                <a:ext cx="127440" cy="22248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E04855BC-DCA2-D42B-9FCF-869FDE2C1236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5972054" y="1288856"/>
                  <a:ext cx="163080" cy="25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A22F8531-14B8-61D1-E2B7-B6ABC58B20A7}"/>
                    </a:ext>
                  </a:extLst>
                </p14:cNvPr>
                <p14:cNvContentPartPr/>
                <p14:nvPr/>
              </p14:nvContentPartPr>
              <p14:xfrm>
                <a:off x="7534454" y="682256"/>
                <a:ext cx="537120" cy="27468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A22F8531-14B8-61D1-E2B7-B6ABC58B20A7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7516454" y="664256"/>
                  <a:ext cx="572760" cy="31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61D16355-BF79-61A1-E26A-C50A49632619}"/>
                    </a:ext>
                  </a:extLst>
                </p14:cNvPr>
                <p14:cNvContentPartPr/>
                <p14:nvPr/>
              </p14:nvContentPartPr>
              <p14:xfrm>
                <a:off x="8091014" y="671096"/>
                <a:ext cx="172800" cy="29736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61D16355-BF79-61A1-E26A-C50A49632619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8073374" y="653456"/>
                  <a:ext cx="208440" cy="33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AAEC8AED-428A-912D-03A7-3B8EC1D98C66}"/>
                    </a:ext>
                  </a:extLst>
                </p14:cNvPr>
                <p14:cNvContentPartPr/>
                <p14:nvPr/>
              </p14:nvContentPartPr>
              <p14:xfrm>
                <a:off x="8392334" y="535736"/>
                <a:ext cx="171000" cy="34920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AAEC8AED-428A-912D-03A7-3B8EC1D98C66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8374334" y="517736"/>
                  <a:ext cx="206640" cy="38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8F7E88C1-0285-3072-DF73-EC67EE10ABA7}"/>
                    </a:ext>
                  </a:extLst>
                </p14:cNvPr>
                <p14:cNvContentPartPr/>
                <p14:nvPr/>
              </p14:nvContentPartPr>
              <p14:xfrm>
                <a:off x="8715614" y="829856"/>
                <a:ext cx="16920" cy="163440"/>
              </p14:xfrm>
            </p:contentPart>
          </mc:Choice>
          <mc:Fallback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8F7E88C1-0285-3072-DF73-EC67EE10ABA7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8697974" y="811856"/>
                  <a:ext cx="52560" cy="19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5497E3E7-1629-4C02-D97E-DB4B3EC2C939}"/>
                    </a:ext>
                  </a:extLst>
                </p14:cNvPr>
                <p14:cNvContentPartPr/>
                <p14:nvPr/>
              </p14:nvContentPartPr>
              <p14:xfrm>
                <a:off x="7969334" y="1367696"/>
                <a:ext cx="502560" cy="377280"/>
              </p14:xfrm>
            </p:contentPart>
          </mc:Choice>
          <mc:Fallback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5497E3E7-1629-4C02-D97E-DB4B3EC2C939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7951694" y="1349696"/>
                  <a:ext cx="538200" cy="41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07F43C8E-94E4-5CB5-3217-8C0577A42FE9}"/>
                    </a:ext>
                  </a:extLst>
                </p14:cNvPr>
                <p14:cNvContentPartPr/>
                <p14:nvPr/>
              </p14:nvContentPartPr>
              <p14:xfrm>
                <a:off x="8568014" y="1480016"/>
                <a:ext cx="34560" cy="179640"/>
              </p14:xfrm>
            </p:contentPart>
          </mc:Choice>
          <mc:Fallback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07F43C8E-94E4-5CB5-3217-8C0577A42FE9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8550014" y="1462016"/>
                  <a:ext cx="70200" cy="21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48B2D976-D5E5-6173-522E-D28D86F179DB}"/>
                    </a:ext>
                  </a:extLst>
                </p14:cNvPr>
                <p14:cNvContentPartPr/>
                <p14:nvPr/>
              </p14:nvContentPartPr>
              <p14:xfrm>
                <a:off x="8631014" y="1296416"/>
                <a:ext cx="385200" cy="365760"/>
              </p14:xfrm>
            </p:contentPart>
          </mc:Choice>
          <mc:Fallback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48B2D976-D5E5-6173-522E-D28D86F179DB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8613014" y="1278416"/>
                  <a:ext cx="420840" cy="40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6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706DC1F9-5331-A3E7-8C35-60CC5634A49C}"/>
                    </a:ext>
                  </a:extLst>
                </p14:cNvPr>
                <p14:cNvContentPartPr/>
                <p14:nvPr/>
              </p14:nvContentPartPr>
              <p14:xfrm>
                <a:off x="6850814" y="1460576"/>
                <a:ext cx="1058400" cy="474480"/>
              </p14:xfrm>
            </p:contentPart>
          </mc:Choice>
          <mc:Fallback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706DC1F9-5331-A3E7-8C35-60CC5634A49C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6833174" y="1442936"/>
                  <a:ext cx="1094040" cy="51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8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D7060814-86A0-AE8A-A75F-A72EAD075878}"/>
                    </a:ext>
                  </a:extLst>
                </p14:cNvPr>
                <p14:cNvContentPartPr/>
                <p14:nvPr/>
              </p14:nvContentPartPr>
              <p14:xfrm>
                <a:off x="6795374" y="1855496"/>
                <a:ext cx="203760" cy="46080"/>
              </p14:xfrm>
            </p:contentPart>
          </mc:Choice>
          <mc:Fallback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D7060814-86A0-AE8A-A75F-A72EAD075878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6777374" y="1837856"/>
                  <a:ext cx="239400" cy="8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0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98C65487-11D7-899B-A6C2-6084090B0604}"/>
                    </a:ext>
                  </a:extLst>
                </p14:cNvPr>
                <p14:cNvContentPartPr/>
                <p14:nvPr/>
              </p14:nvContentPartPr>
              <p14:xfrm>
                <a:off x="8206934" y="2199296"/>
                <a:ext cx="637560" cy="272880"/>
              </p14:xfrm>
            </p:contentPart>
          </mc:Choice>
          <mc:Fallback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98C65487-11D7-899B-A6C2-6084090B0604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8188934" y="2181656"/>
                  <a:ext cx="673200" cy="30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2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9C0FABDC-BED6-8D2A-B722-BFE7DEE95258}"/>
                    </a:ext>
                  </a:extLst>
                </p14:cNvPr>
                <p14:cNvContentPartPr/>
                <p14:nvPr/>
              </p14:nvContentPartPr>
              <p14:xfrm>
                <a:off x="8922614" y="2211176"/>
                <a:ext cx="181080" cy="233640"/>
              </p14:xfrm>
            </p:contentPart>
          </mc:Choice>
          <mc:Fallback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9C0FABDC-BED6-8D2A-B722-BFE7DEE95258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8904614" y="2193176"/>
                  <a:ext cx="216720" cy="26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4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38AB35B0-05D2-F8F6-0D59-B0EE9937C6BA}"/>
                    </a:ext>
                  </a:extLst>
                </p14:cNvPr>
                <p14:cNvContentPartPr/>
                <p14:nvPr/>
              </p14:nvContentPartPr>
              <p14:xfrm>
                <a:off x="9076694" y="2004896"/>
                <a:ext cx="346680" cy="424800"/>
              </p14:xfrm>
            </p:contentPart>
          </mc:Choice>
          <mc:Fallback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38AB35B0-05D2-F8F6-0D59-B0EE9937C6BA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9059054" y="1986896"/>
                  <a:ext cx="382320" cy="46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6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6C131A49-F49E-B99A-2039-AF170DF7C5E6}"/>
                    </a:ext>
                  </a:extLst>
                </p14:cNvPr>
                <p14:cNvContentPartPr/>
                <p14:nvPr/>
              </p14:nvContentPartPr>
              <p14:xfrm>
                <a:off x="7290734" y="2134136"/>
                <a:ext cx="511200" cy="82440"/>
              </p14:xfrm>
            </p:contentPart>
          </mc:Choice>
          <mc:Fallback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6C131A49-F49E-B99A-2039-AF170DF7C5E6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7273094" y="2116496"/>
                  <a:ext cx="546840" cy="11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8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48D6B3AA-046F-0B00-4AFA-47C159910526}"/>
                    </a:ext>
                  </a:extLst>
                </p14:cNvPr>
                <p14:cNvContentPartPr/>
                <p14:nvPr/>
              </p14:nvContentPartPr>
              <p14:xfrm>
                <a:off x="7211894" y="2129096"/>
                <a:ext cx="93600" cy="109440"/>
              </p14:xfrm>
            </p:contentPart>
          </mc:Choice>
          <mc:Fallback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48D6B3AA-046F-0B00-4AFA-47C159910526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7194254" y="2111456"/>
                  <a:ext cx="129240" cy="14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0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02DEACAF-F256-222A-38D5-5688C94AA2D9}"/>
                    </a:ext>
                  </a:extLst>
                </p14:cNvPr>
                <p14:cNvContentPartPr/>
                <p14:nvPr/>
              </p14:nvContentPartPr>
              <p14:xfrm>
                <a:off x="4257014" y="1888616"/>
                <a:ext cx="568440" cy="741960"/>
              </p14:xfrm>
            </p:contentPart>
          </mc:Choice>
          <mc:Fallback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02DEACAF-F256-222A-38D5-5688C94AA2D9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4239014" y="1870616"/>
                  <a:ext cx="604080" cy="7776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420842153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375CE6-F0B5-1813-ECE9-F02DF24CC3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bootstrapping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8E43AF-A285-5CA8-20B8-0E801A600C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BD9FA675-3295-123B-D2DC-A0470ECE1403}"/>
              </a:ext>
            </a:extLst>
          </p:cNvPr>
          <p:cNvGrpSpPr/>
          <p:nvPr/>
        </p:nvGrpSpPr>
        <p:grpSpPr>
          <a:xfrm>
            <a:off x="4769654" y="2364896"/>
            <a:ext cx="578520" cy="209520"/>
            <a:chOff x="4769654" y="2364896"/>
            <a:chExt cx="578520" cy="209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66BEF65D-7DAB-ADE7-394A-C97DE5E4B196}"/>
                    </a:ext>
                  </a:extLst>
                </p14:cNvPr>
                <p14:cNvContentPartPr/>
                <p14:nvPr/>
              </p14:nvContentPartPr>
              <p14:xfrm>
                <a:off x="4769654" y="2453816"/>
                <a:ext cx="407880" cy="9000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66BEF65D-7DAB-ADE7-394A-C97DE5E4B196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4751654" y="2435816"/>
                  <a:ext cx="443520" cy="12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70A70193-8400-D74D-9D25-B0B9EE34D233}"/>
                    </a:ext>
                  </a:extLst>
                </p14:cNvPr>
                <p14:cNvContentPartPr/>
                <p14:nvPr/>
              </p14:nvContentPartPr>
              <p14:xfrm>
                <a:off x="5179694" y="2364896"/>
                <a:ext cx="168480" cy="20952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70A70193-8400-D74D-9D25-B0B9EE34D233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5161694" y="2347256"/>
                  <a:ext cx="204120" cy="2451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6">
            <p14:nvContentPartPr>
              <p14:cNvPr id="30" name="Ink 29">
                <a:extLst>
                  <a:ext uri="{FF2B5EF4-FFF2-40B4-BE49-F238E27FC236}">
                    <a16:creationId xmlns:a16="http://schemas.microsoft.com/office/drawing/2014/main" id="{E3C23161-D71B-80FF-B3BF-D1311B43F922}"/>
                  </a:ext>
                </a:extLst>
              </p14:cNvPr>
              <p14:cNvContentPartPr/>
              <p14:nvPr/>
            </p14:nvContentPartPr>
            <p14:xfrm>
              <a:off x="6010934" y="2277416"/>
              <a:ext cx="11160" cy="250920"/>
            </p14:xfrm>
          </p:contentPart>
        </mc:Choice>
        <mc:Fallback>
          <p:pic>
            <p:nvPicPr>
              <p:cNvPr id="30" name="Ink 29">
                <a:extLst>
                  <a:ext uri="{FF2B5EF4-FFF2-40B4-BE49-F238E27FC236}">
                    <a16:creationId xmlns:a16="http://schemas.microsoft.com/office/drawing/2014/main" id="{E3C23161-D71B-80FF-B3BF-D1311B43F922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5993294" y="2259416"/>
                <a:ext cx="46800" cy="286560"/>
              </a:xfrm>
              <a:prstGeom prst="rect">
                <a:avLst/>
              </a:prstGeom>
            </p:spPr>
          </p:pic>
        </mc:Fallback>
      </mc:AlternateContent>
      <p:grpSp>
        <p:nvGrpSpPr>
          <p:cNvPr id="36" name="Group 35">
            <a:extLst>
              <a:ext uri="{FF2B5EF4-FFF2-40B4-BE49-F238E27FC236}">
                <a16:creationId xmlns:a16="http://schemas.microsoft.com/office/drawing/2014/main" id="{B985078D-5A3C-B6BE-3C45-63DEF5DFFDDA}"/>
              </a:ext>
            </a:extLst>
          </p:cNvPr>
          <p:cNvGrpSpPr/>
          <p:nvPr/>
        </p:nvGrpSpPr>
        <p:grpSpPr>
          <a:xfrm>
            <a:off x="2918174" y="2975816"/>
            <a:ext cx="856800" cy="389160"/>
            <a:chOff x="2918174" y="2975816"/>
            <a:chExt cx="856800" cy="389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EE91F189-3FA2-131B-0C4D-A97591D6FD02}"/>
                    </a:ext>
                  </a:extLst>
                </p14:cNvPr>
                <p14:cNvContentPartPr/>
                <p14:nvPr/>
              </p14:nvContentPartPr>
              <p14:xfrm>
                <a:off x="2918174" y="3010376"/>
                <a:ext cx="25200" cy="35460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EE91F189-3FA2-131B-0C4D-A97591D6FD02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2900534" y="2992376"/>
                  <a:ext cx="60840" cy="39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C9DF6078-0378-1349-3373-036E94235331}"/>
                    </a:ext>
                  </a:extLst>
                </p14:cNvPr>
                <p14:cNvContentPartPr/>
                <p14:nvPr/>
              </p14:nvContentPartPr>
              <p14:xfrm>
                <a:off x="2942654" y="2994896"/>
                <a:ext cx="218880" cy="28800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C9DF6078-0378-1349-3373-036E94235331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2924654" y="2977256"/>
                  <a:ext cx="254520" cy="32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CC427BDC-EF9D-CDBA-A735-453F76AC95E0}"/>
                    </a:ext>
                  </a:extLst>
                </p14:cNvPr>
                <p14:cNvContentPartPr/>
                <p14:nvPr/>
              </p14:nvContentPartPr>
              <p14:xfrm>
                <a:off x="2939774" y="3211616"/>
                <a:ext cx="126000" cy="2376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CC427BDC-EF9D-CDBA-A735-453F76AC95E0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2921774" y="3193616"/>
                  <a:ext cx="161640" cy="5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86CAA0A6-2F48-2A5D-4EA7-394199139084}"/>
                    </a:ext>
                  </a:extLst>
                </p14:cNvPr>
                <p14:cNvContentPartPr/>
                <p14:nvPr/>
              </p14:nvContentPartPr>
              <p14:xfrm>
                <a:off x="3269174" y="3017216"/>
                <a:ext cx="57600" cy="19116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86CAA0A6-2F48-2A5D-4EA7-394199139084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3251534" y="2999216"/>
                  <a:ext cx="93240" cy="22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D08CE71D-8A7A-F7E3-1524-BD2FDF6EF0E2}"/>
                    </a:ext>
                  </a:extLst>
                </p14:cNvPr>
                <p14:cNvContentPartPr/>
                <p14:nvPr/>
              </p14:nvContentPartPr>
              <p14:xfrm>
                <a:off x="3274214" y="2975816"/>
                <a:ext cx="215640" cy="26604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D08CE71D-8A7A-F7E3-1524-BD2FDF6EF0E2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3256214" y="2958176"/>
                  <a:ext cx="251280" cy="30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3168C71F-B88E-D946-5DB7-04139EAD7D6D}"/>
                    </a:ext>
                  </a:extLst>
                </p14:cNvPr>
                <p14:cNvContentPartPr/>
                <p14:nvPr/>
              </p14:nvContentPartPr>
              <p14:xfrm>
                <a:off x="3596054" y="3006416"/>
                <a:ext cx="41400" cy="18864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3168C71F-B88E-D946-5DB7-04139EAD7D6D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3578414" y="2988776"/>
                  <a:ext cx="77040" cy="22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6F304CD6-23D8-343F-CD8D-BF3061B1140E}"/>
                    </a:ext>
                  </a:extLst>
                </p14:cNvPr>
                <p14:cNvContentPartPr/>
                <p14:nvPr/>
              </p14:nvContentPartPr>
              <p14:xfrm>
                <a:off x="3611894" y="2981576"/>
                <a:ext cx="163080" cy="28332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6F304CD6-23D8-343F-CD8D-BF3061B1140E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3594254" y="2963576"/>
                  <a:ext cx="198720" cy="3189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2">
            <p14:nvContentPartPr>
              <p14:cNvPr id="40" name="Ink 39">
                <a:extLst>
                  <a:ext uri="{FF2B5EF4-FFF2-40B4-BE49-F238E27FC236}">
                    <a16:creationId xmlns:a16="http://schemas.microsoft.com/office/drawing/2014/main" id="{C982B725-1BC9-04EA-3D08-2D2F249CC99F}"/>
                  </a:ext>
                </a:extLst>
              </p14:cNvPr>
              <p14:cNvContentPartPr/>
              <p14:nvPr/>
            </p14:nvContentPartPr>
            <p14:xfrm>
              <a:off x="4604774" y="2748656"/>
              <a:ext cx="30600" cy="5760"/>
            </p14:xfrm>
          </p:contentPart>
        </mc:Choice>
        <mc:Fallback>
          <p:pic>
            <p:nvPicPr>
              <p:cNvPr id="40" name="Ink 39">
                <a:extLst>
                  <a:ext uri="{FF2B5EF4-FFF2-40B4-BE49-F238E27FC236}">
                    <a16:creationId xmlns:a16="http://schemas.microsoft.com/office/drawing/2014/main" id="{C982B725-1BC9-04EA-3D08-2D2F249CC99F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4586774" y="2730656"/>
                <a:ext cx="66240" cy="41400"/>
              </a:xfrm>
              <a:prstGeom prst="rect">
                <a:avLst/>
              </a:prstGeom>
            </p:spPr>
          </p:pic>
        </mc:Fallback>
      </mc:AlternateContent>
      <p:grpSp>
        <p:nvGrpSpPr>
          <p:cNvPr id="44" name="Group 43">
            <a:extLst>
              <a:ext uri="{FF2B5EF4-FFF2-40B4-BE49-F238E27FC236}">
                <a16:creationId xmlns:a16="http://schemas.microsoft.com/office/drawing/2014/main" id="{7F6FFA07-3248-32A1-4EDD-164A8904A836}"/>
              </a:ext>
            </a:extLst>
          </p:cNvPr>
          <p:cNvGrpSpPr/>
          <p:nvPr/>
        </p:nvGrpSpPr>
        <p:grpSpPr>
          <a:xfrm>
            <a:off x="3967934" y="2932256"/>
            <a:ext cx="720720" cy="265320"/>
            <a:chOff x="3967934" y="2932256"/>
            <a:chExt cx="720720" cy="265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0FFF9928-0D6F-464C-C51C-FEADA1EB8F51}"/>
                    </a:ext>
                  </a:extLst>
                </p14:cNvPr>
                <p14:cNvContentPartPr/>
                <p14:nvPr/>
              </p14:nvContentPartPr>
              <p14:xfrm>
                <a:off x="3967934" y="2995616"/>
                <a:ext cx="349560" cy="20196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0FFF9928-0D6F-464C-C51C-FEADA1EB8F51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3949934" y="2977616"/>
                  <a:ext cx="385200" cy="23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9725CB5D-2F70-3FA9-194F-A61882BA8256}"/>
                    </a:ext>
                  </a:extLst>
                </p14:cNvPr>
                <p14:cNvContentPartPr/>
                <p14:nvPr/>
              </p14:nvContentPartPr>
              <p14:xfrm>
                <a:off x="4461134" y="2950616"/>
                <a:ext cx="77760" cy="23328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9725CB5D-2F70-3FA9-194F-A61882BA8256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4443494" y="2932616"/>
                  <a:ext cx="113400" cy="26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3721E851-B12E-BA58-FBAE-873C3733D36D}"/>
                    </a:ext>
                  </a:extLst>
                </p14:cNvPr>
                <p14:cNvContentPartPr/>
                <p14:nvPr/>
              </p14:nvContentPartPr>
              <p14:xfrm>
                <a:off x="4469774" y="3034136"/>
                <a:ext cx="218880" cy="5148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3721E851-B12E-BA58-FBAE-873C3733D36D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4451774" y="3016496"/>
                  <a:ext cx="254520" cy="8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A4A6F95F-653E-4DD5-2ACB-04EC1764665F}"/>
                    </a:ext>
                  </a:extLst>
                </p14:cNvPr>
                <p14:cNvContentPartPr/>
                <p14:nvPr/>
              </p14:nvContentPartPr>
              <p14:xfrm>
                <a:off x="4459694" y="2932256"/>
                <a:ext cx="215640" cy="864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A4A6F95F-653E-4DD5-2ACB-04EC1764665F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4441694" y="2914256"/>
                  <a:ext cx="251280" cy="4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DBB2A8A5-3C0D-D2AB-FF96-56B7CC336559}"/>
                    </a:ext>
                  </a:extLst>
                </p14:cNvPr>
                <p14:cNvContentPartPr/>
                <p14:nvPr/>
              </p14:nvContentPartPr>
              <p14:xfrm>
                <a:off x="4502534" y="3179216"/>
                <a:ext cx="176400" cy="324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DBB2A8A5-3C0D-D2AB-FF96-56B7CC336559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4484894" y="3161216"/>
                  <a:ext cx="212040" cy="38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80558526-A655-1345-449E-38BBC6771A4A}"/>
              </a:ext>
            </a:extLst>
          </p:cNvPr>
          <p:cNvGrpSpPr/>
          <p:nvPr/>
        </p:nvGrpSpPr>
        <p:grpSpPr>
          <a:xfrm>
            <a:off x="2922134" y="3525896"/>
            <a:ext cx="1338120" cy="420840"/>
            <a:chOff x="2922134" y="3525896"/>
            <a:chExt cx="1338120" cy="420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82C0CA25-EBFE-0AA6-ED50-D6738F3CE2DE}"/>
                    </a:ext>
                  </a:extLst>
                </p14:cNvPr>
                <p14:cNvContentPartPr/>
                <p14:nvPr/>
              </p14:nvContentPartPr>
              <p14:xfrm>
                <a:off x="2922134" y="3532016"/>
                <a:ext cx="64080" cy="41472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82C0CA25-EBFE-0AA6-ED50-D6738F3CE2DE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2904494" y="3514376"/>
                  <a:ext cx="99720" cy="45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28443447-9587-2045-DDFA-3D6C13E92E96}"/>
                    </a:ext>
                  </a:extLst>
                </p14:cNvPr>
                <p14:cNvContentPartPr/>
                <p14:nvPr/>
              </p14:nvContentPartPr>
              <p14:xfrm>
                <a:off x="2991974" y="3593936"/>
                <a:ext cx="126000" cy="34308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28443447-9587-2045-DDFA-3D6C13E92E96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2973974" y="3575936"/>
                  <a:ext cx="161640" cy="37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E3CBF62D-19B5-186B-4337-B765A1BAAA98}"/>
                    </a:ext>
                  </a:extLst>
                </p14:cNvPr>
                <p14:cNvContentPartPr/>
                <p14:nvPr/>
              </p14:nvContentPartPr>
              <p14:xfrm>
                <a:off x="2993054" y="3854576"/>
                <a:ext cx="101520" cy="2772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E3CBF62D-19B5-186B-4337-B765A1BAAA98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2975054" y="3836576"/>
                  <a:ext cx="137160" cy="6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018A647A-7411-85E2-16A3-ECF0909C14EF}"/>
                    </a:ext>
                  </a:extLst>
                </p14:cNvPr>
                <p14:cNvContentPartPr/>
                <p14:nvPr/>
              </p14:nvContentPartPr>
              <p14:xfrm>
                <a:off x="3241094" y="3627776"/>
                <a:ext cx="24840" cy="21636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018A647A-7411-85E2-16A3-ECF0909C14EF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3223454" y="3609776"/>
                  <a:ext cx="60480" cy="25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9F62EE9B-8631-3199-D7D8-E0BA17289741}"/>
                    </a:ext>
                  </a:extLst>
                </p14:cNvPr>
                <p14:cNvContentPartPr/>
                <p14:nvPr/>
              </p14:nvContentPartPr>
              <p14:xfrm>
                <a:off x="3265214" y="3592136"/>
                <a:ext cx="106920" cy="25488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9F62EE9B-8631-3199-D7D8-E0BA17289741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3247574" y="3574496"/>
                  <a:ext cx="142560" cy="29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B7731F1F-5970-F3CD-0276-7EF39B5F019E}"/>
                    </a:ext>
                  </a:extLst>
                </p14:cNvPr>
                <p14:cNvContentPartPr/>
                <p14:nvPr/>
              </p14:nvContentPartPr>
              <p14:xfrm>
                <a:off x="3510734" y="3535256"/>
                <a:ext cx="128880" cy="23544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B7731F1F-5970-F3CD-0276-7EF39B5F019E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3493094" y="3517256"/>
                  <a:ext cx="164520" cy="27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05550198-B66B-C5A0-8E26-05F6040CBCF9}"/>
                    </a:ext>
                  </a:extLst>
                </p14:cNvPr>
                <p14:cNvContentPartPr/>
                <p14:nvPr/>
              </p14:nvContentPartPr>
              <p14:xfrm>
                <a:off x="3690734" y="3526976"/>
                <a:ext cx="246240" cy="26856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05550198-B66B-C5A0-8E26-05F6040CBCF9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3672734" y="3509336"/>
                  <a:ext cx="281880" cy="30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D68CB982-49C4-AF74-D7A4-AB42A62C1517}"/>
                    </a:ext>
                  </a:extLst>
                </p14:cNvPr>
                <p14:cNvContentPartPr/>
                <p14:nvPr/>
              </p14:nvContentPartPr>
              <p14:xfrm>
                <a:off x="4018334" y="3525896"/>
                <a:ext cx="241920" cy="24228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D68CB982-49C4-AF74-D7A4-AB42A62C1517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4000334" y="3508256"/>
                  <a:ext cx="277560" cy="277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52A14729-A632-0937-BEAD-E689A64C456B}"/>
              </a:ext>
            </a:extLst>
          </p:cNvPr>
          <p:cNvGrpSpPr/>
          <p:nvPr/>
        </p:nvGrpSpPr>
        <p:grpSpPr>
          <a:xfrm>
            <a:off x="4462574" y="3503576"/>
            <a:ext cx="338760" cy="312480"/>
            <a:chOff x="4462574" y="3503576"/>
            <a:chExt cx="338760" cy="312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93EF6D08-9C3C-0091-2997-45FDEEAEDCC7}"/>
                    </a:ext>
                  </a:extLst>
                </p14:cNvPr>
                <p14:cNvContentPartPr/>
                <p14:nvPr/>
              </p14:nvContentPartPr>
              <p14:xfrm>
                <a:off x="4462574" y="3570176"/>
                <a:ext cx="41400" cy="14544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93EF6D08-9C3C-0091-2997-45FDEEAEDCC7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4444574" y="3552176"/>
                  <a:ext cx="77040" cy="18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9CC4E2A0-C829-8A5A-7C73-2279B6C31EEE}"/>
                    </a:ext>
                  </a:extLst>
                </p14:cNvPr>
                <p14:cNvContentPartPr/>
                <p14:nvPr/>
              </p14:nvContentPartPr>
              <p14:xfrm>
                <a:off x="4470134" y="3503576"/>
                <a:ext cx="139680" cy="1692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9CC4E2A0-C829-8A5A-7C73-2279B6C31EEE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4452134" y="3485576"/>
                  <a:ext cx="175320" cy="5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09465E82-E451-9D14-631D-C67746CECD86}"/>
                    </a:ext>
                  </a:extLst>
                </p14:cNvPr>
                <p14:cNvContentPartPr/>
                <p14:nvPr/>
              </p14:nvContentPartPr>
              <p14:xfrm>
                <a:off x="4570214" y="3644696"/>
                <a:ext cx="158760" cy="36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09465E82-E451-9D14-631D-C67746CECD86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4552574" y="3626696"/>
                  <a:ext cx="1944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DE50AA96-6849-2A1B-E057-46E22B5E88A8}"/>
                    </a:ext>
                  </a:extLst>
                </p14:cNvPr>
                <p14:cNvContentPartPr/>
                <p14:nvPr/>
              </p14:nvContentPartPr>
              <p14:xfrm>
                <a:off x="4507934" y="3810296"/>
                <a:ext cx="293400" cy="576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DE50AA96-6849-2A1B-E057-46E22B5E88A8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4490294" y="3792656"/>
                  <a:ext cx="329040" cy="414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58">
            <p14:nvContentPartPr>
              <p14:cNvPr id="63" name="Ink 62">
                <a:extLst>
                  <a:ext uri="{FF2B5EF4-FFF2-40B4-BE49-F238E27FC236}">
                    <a16:creationId xmlns:a16="http://schemas.microsoft.com/office/drawing/2014/main" id="{E149AFB0-548A-B3BF-A2C2-014D520482E6}"/>
                  </a:ext>
                </a:extLst>
              </p14:cNvPr>
              <p14:cNvContentPartPr/>
              <p14:nvPr/>
            </p14:nvContentPartPr>
            <p14:xfrm>
              <a:off x="5095094" y="2961776"/>
              <a:ext cx="401760" cy="177480"/>
            </p14:xfrm>
          </p:contentPart>
        </mc:Choice>
        <mc:Fallback>
          <p:pic>
            <p:nvPicPr>
              <p:cNvPr id="63" name="Ink 62">
                <a:extLst>
                  <a:ext uri="{FF2B5EF4-FFF2-40B4-BE49-F238E27FC236}">
                    <a16:creationId xmlns:a16="http://schemas.microsoft.com/office/drawing/2014/main" id="{E149AFB0-548A-B3BF-A2C2-014D520482E6}"/>
                  </a:ext>
                </a:extLst>
              </p:cNvPr>
              <p:cNvPicPr/>
              <p:nvPr/>
            </p:nvPicPr>
            <p:blipFill>
              <a:blip r:embed="rId59"/>
              <a:stretch>
                <a:fillRect/>
              </a:stretch>
            </p:blipFill>
            <p:spPr>
              <a:xfrm>
                <a:off x="5077454" y="2944136"/>
                <a:ext cx="437400" cy="213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0">
            <p14:nvContentPartPr>
              <p14:cNvPr id="64" name="Ink 63">
                <a:extLst>
                  <a:ext uri="{FF2B5EF4-FFF2-40B4-BE49-F238E27FC236}">
                    <a16:creationId xmlns:a16="http://schemas.microsoft.com/office/drawing/2014/main" id="{DCF63D6C-FC78-B621-9000-D6FE8943D684}"/>
                  </a:ext>
                </a:extLst>
              </p14:cNvPr>
              <p14:cNvContentPartPr/>
              <p14:nvPr/>
            </p14:nvContentPartPr>
            <p14:xfrm>
              <a:off x="5106614" y="3435896"/>
              <a:ext cx="433080" cy="185400"/>
            </p14:xfrm>
          </p:contentPart>
        </mc:Choice>
        <mc:Fallback>
          <p:pic>
            <p:nvPicPr>
              <p:cNvPr id="64" name="Ink 63">
                <a:extLst>
                  <a:ext uri="{FF2B5EF4-FFF2-40B4-BE49-F238E27FC236}">
                    <a16:creationId xmlns:a16="http://schemas.microsoft.com/office/drawing/2014/main" id="{DCF63D6C-FC78-B621-9000-D6FE8943D684}"/>
                  </a:ext>
                </a:extLst>
              </p:cNvPr>
              <p:cNvPicPr/>
              <p:nvPr/>
            </p:nvPicPr>
            <p:blipFill>
              <a:blip r:embed="rId61"/>
              <a:stretch>
                <a:fillRect/>
              </a:stretch>
            </p:blipFill>
            <p:spPr>
              <a:xfrm>
                <a:off x="5088614" y="3418256"/>
                <a:ext cx="468720" cy="221040"/>
              </a:xfrm>
              <a:prstGeom prst="rect">
                <a:avLst/>
              </a:prstGeom>
            </p:spPr>
          </p:pic>
        </mc:Fallback>
      </mc:AlternateContent>
      <p:grpSp>
        <p:nvGrpSpPr>
          <p:cNvPr id="71" name="Group 70">
            <a:extLst>
              <a:ext uri="{FF2B5EF4-FFF2-40B4-BE49-F238E27FC236}">
                <a16:creationId xmlns:a16="http://schemas.microsoft.com/office/drawing/2014/main" id="{CCBA59DD-58B5-43EC-6448-1447DED82C99}"/>
              </a:ext>
            </a:extLst>
          </p:cNvPr>
          <p:cNvGrpSpPr/>
          <p:nvPr/>
        </p:nvGrpSpPr>
        <p:grpSpPr>
          <a:xfrm>
            <a:off x="7820654" y="1987976"/>
            <a:ext cx="1372680" cy="371520"/>
            <a:chOff x="7820654" y="1987976"/>
            <a:chExt cx="1372680" cy="371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2F23AF2B-6138-6D1E-D735-AEEDF550FB35}"/>
                    </a:ext>
                  </a:extLst>
                </p14:cNvPr>
                <p14:cNvContentPartPr/>
                <p14:nvPr/>
              </p14:nvContentPartPr>
              <p14:xfrm>
                <a:off x="7820654" y="1987976"/>
                <a:ext cx="405360" cy="371520"/>
              </p14:xfrm>
            </p:contentPart>
          </mc:Choice>
          <mc:Fallback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2F23AF2B-6138-6D1E-D735-AEEDF550FB35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7802654" y="1970336"/>
                  <a:ext cx="441000" cy="40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74A0440E-7EE7-6AE4-79A7-C625D36E8CEF}"/>
                    </a:ext>
                  </a:extLst>
                </p14:cNvPr>
                <p14:cNvContentPartPr/>
                <p14:nvPr/>
              </p14:nvContentPartPr>
              <p14:xfrm>
                <a:off x="8271734" y="2072216"/>
                <a:ext cx="180720" cy="226080"/>
              </p14:xfrm>
            </p:contentPart>
          </mc:Choice>
          <mc:Fallback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74A0440E-7EE7-6AE4-79A7-C625D36E8CEF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8254094" y="2054576"/>
                  <a:ext cx="216360" cy="26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F0CBC41F-10D8-F3E9-BFBF-1F8A049D3280}"/>
                    </a:ext>
                  </a:extLst>
                </p14:cNvPr>
                <p14:cNvContentPartPr/>
                <p14:nvPr/>
              </p14:nvContentPartPr>
              <p14:xfrm>
                <a:off x="8660174" y="2046656"/>
                <a:ext cx="194400" cy="172800"/>
              </p14:xfrm>
            </p:contentPart>
          </mc:Choice>
          <mc:Fallback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F0CBC41F-10D8-F3E9-BFBF-1F8A049D3280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8642174" y="2029016"/>
                  <a:ext cx="230040" cy="20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08E6FDF8-1992-C937-F5CC-C63502CFA16C}"/>
                    </a:ext>
                  </a:extLst>
                </p14:cNvPr>
                <p14:cNvContentPartPr/>
                <p14:nvPr/>
              </p14:nvContentPartPr>
              <p14:xfrm>
                <a:off x="8710214" y="2118296"/>
                <a:ext cx="123120" cy="30240"/>
              </p14:xfrm>
            </p:contentPart>
          </mc:Choice>
          <mc:Fallback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08E6FDF8-1992-C937-F5CC-C63502CFA16C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8692214" y="2100656"/>
                  <a:ext cx="158760" cy="6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8170230A-7E00-379F-0524-E28C91B5E22D}"/>
                    </a:ext>
                  </a:extLst>
                </p14:cNvPr>
                <p14:cNvContentPartPr/>
                <p14:nvPr/>
              </p14:nvContentPartPr>
              <p14:xfrm>
                <a:off x="8985614" y="2023256"/>
                <a:ext cx="207720" cy="192960"/>
              </p14:xfrm>
            </p:contentPart>
          </mc:Choice>
          <mc:Fallback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8170230A-7E00-379F-0524-E28C91B5E22D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8967614" y="2005616"/>
                  <a:ext cx="243360" cy="228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145BA1ED-D33F-27DC-0FCA-704A2A50C2FC}"/>
              </a:ext>
            </a:extLst>
          </p:cNvPr>
          <p:cNvGrpSpPr/>
          <p:nvPr/>
        </p:nvGrpSpPr>
        <p:grpSpPr>
          <a:xfrm>
            <a:off x="3731414" y="1857656"/>
            <a:ext cx="242640" cy="325800"/>
            <a:chOff x="3731414" y="1857656"/>
            <a:chExt cx="242640" cy="325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833ADBD0-0296-313A-BCA6-445ADFC42B66}"/>
                    </a:ext>
                  </a:extLst>
                </p14:cNvPr>
                <p14:cNvContentPartPr/>
                <p14:nvPr/>
              </p14:nvContentPartPr>
              <p14:xfrm>
                <a:off x="3880454" y="1857656"/>
                <a:ext cx="58320" cy="252000"/>
              </p14:xfrm>
            </p:contentPart>
          </mc:Choice>
          <mc:Fallback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833ADBD0-0296-313A-BCA6-445ADFC42B66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3862454" y="1839656"/>
                  <a:ext cx="93960" cy="28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AB10BEC5-0829-484C-0400-E0E83630E22A}"/>
                    </a:ext>
                  </a:extLst>
                </p14:cNvPr>
                <p14:cNvContentPartPr/>
                <p14:nvPr/>
              </p14:nvContentPartPr>
              <p14:xfrm>
                <a:off x="3731414" y="2088776"/>
                <a:ext cx="242640" cy="94680"/>
              </p14:xfrm>
            </p:contentPart>
          </mc:Choice>
          <mc:Fallback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AB10BEC5-0829-484C-0400-E0E83630E22A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3713774" y="2070776"/>
                  <a:ext cx="278280" cy="130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24208787-7643-6582-FF69-11B6B92749B0}"/>
              </a:ext>
            </a:extLst>
          </p:cNvPr>
          <p:cNvGrpSpPr/>
          <p:nvPr/>
        </p:nvGrpSpPr>
        <p:grpSpPr>
          <a:xfrm>
            <a:off x="4354934" y="1048736"/>
            <a:ext cx="726120" cy="745560"/>
            <a:chOff x="4354934" y="1048736"/>
            <a:chExt cx="726120" cy="7455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8FCD2796-1199-9ECB-7E05-E9E806BBDF93}"/>
                    </a:ext>
                  </a:extLst>
                </p14:cNvPr>
                <p14:cNvContentPartPr/>
                <p14:nvPr/>
              </p14:nvContentPartPr>
              <p14:xfrm>
                <a:off x="4354934" y="1048736"/>
                <a:ext cx="258840" cy="361800"/>
              </p14:xfrm>
            </p:contentPart>
          </mc:Choice>
          <mc:Fallback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8FCD2796-1199-9ECB-7E05-E9E806BBDF93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4337294" y="1031096"/>
                  <a:ext cx="294480" cy="39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62B1418B-1BF5-1AFC-86E8-CFEADF525D50}"/>
                    </a:ext>
                  </a:extLst>
                </p14:cNvPr>
                <p14:cNvContentPartPr/>
                <p14:nvPr/>
              </p14:nvContentPartPr>
              <p14:xfrm>
                <a:off x="4605494" y="1069256"/>
                <a:ext cx="225360" cy="261360"/>
              </p14:xfrm>
            </p:contentPart>
          </mc:Choice>
          <mc:Fallback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62B1418B-1BF5-1AFC-86E8-CFEADF525D50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4587494" y="1051256"/>
                  <a:ext cx="261000" cy="29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7CA74677-EB30-2E37-A47C-C8FF5795A2C3}"/>
                    </a:ext>
                  </a:extLst>
                </p14:cNvPr>
                <p14:cNvContentPartPr/>
                <p14:nvPr/>
              </p14:nvContentPartPr>
              <p14:xfrm>
                <a:off x="4609814" y="1555976"/>
                <a:ext cx="202320" cy="238320"/>
              </p14:xfrm>
            </p:contentPart>
          </mc:Choice>
          <mc:Fallback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7CA74677-EB30-2E37-A47C-C8FF5795A2C3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4591814" y="1538336"/>
                  <a:ext cx="237960" cy="27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53DC6071-4557-4B8A-0EE3-0F0F2E952597}"/>
                    </a:ext>
                  </a:extLst>
                </p14:cNvPr>
                <p14:cNvContentPartPr/>
                <p14:nvPr/>
              </p14:nvContentPartPr>
              <p14:xfrm>
                <a:off x="4692974" y="1561376"/>
                <a:ext cx="175320" cy="98640"/>
              </p14:xfrm>
            </p:contentPart>
          </mc:Choice>
          <mc:Fallback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53DC6071-4557-4B8A-0EE3-0F0F2E952597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4674974" y="1543736"/>
                  <a:ext cx="210960" cy="13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B9754DCE-7142-FCFC-03F9-6A81E9AB8176}"/>
                    </a:ext>
                  </a:extLst>
                </p14:cNvPr>
                <p14:cNvContentPartPr/>
                <p14:nvPr/>
              </p14:nvContentPartPr>
              <p14:xfrm>
                <a:off x="4894934" y="1458416"/>
                <a:ext cx="186120" cy="254520"/>
              </p14:xfrm>
            </p:contentPart>
          </mc:Choice>
          <mc:Fallback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B9754DCE-7142-FCFC-03F9-6A81E9AB8176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4877294" y="1440416"/>
                  <a:ext cx="221760" cy="290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5" name="Group 84">
            <a:extLst>
              <a:ext uri="{FF2B5EF4-FFF2-40B4-BE49-F238E27FC236}">
                <a16:creationId xmlns:a16="http://schemas.microsoft.com/office/drawing/2014/main" id="{BCB0368A-11F2-7011-560B-706FA3F021BB}"/>
              </a:ext>
            </a:extLst>
          </p:cNvPr>
          <p:cNvGrpSpPr/>
          <p:nvPr/>
        </p:nvGrpSpPr>
        <p:grpSpPr>
          <a:xfrm>
            <a:off x="2818454" y="2302616"/>
            <a:ext cx="1717200" cy="462600"/>
            <a:chOff x="2818454" y="2302616"/>
            <a:chExt cx="1717200" cy="462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664EA566-60F2-C0CC-382B-FED7A0A78932}"/>
                    </a:ext>
                  </a:extLst>
                </p14:cNvPr>
                <p14:cNvContentPartPr/>
                <p14:nvPr/>
              </p14:nvContentPartPr>
              <p14:xfrm>
                <a:off x="2818454" y="2302616"/>
                <a:ext cx="87840" cy="428760"/>
              </p14:xfrm>
            </p:contentPart>
          </mc:Choice>
          <mc:Fallback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664EA566-60F2-C0CC-382B-FED7A0A78932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2800454" y="2284616"/>
                  <a:ext cx="123480" cy="46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B103357D-18A9-B53C-8D4F-209C4E5F59DC}"/>
                    </a:ext>
                  </a:extLst>
                </p14:cNvPr>
                <p14:cNvContentPartPr/>
                <p14:nvPr/>
              </p14:nvContentPartPr>
              <p14:xfrm>
                <a:off x="2878574" y="2315936"/>
                <a:ext cx="248400" cy="44928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B103357D-18A9-B53C-8D4F-209C4E5F59DC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2860574" y="2298296"/>
                  <a:ext cx="284040" cy="48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C6D194BD-4E20-E6C2-7C75-9A061CCB3A43}"/>
                    </a:ext>
                  </a:extLst>
                </p14:cNvPr>
                <p14:cNvContentPartPr/>
                <p14:nvPr/>
              </p14:nvContentPartPr>
              <p14:xfrm>
                <a:off x="2856254" y="2560016"/>
                <a:ext cx="189000" cy="33120"/>
              </p14:xfrm>
            </p:contentPart>
          </mc:Choice>
          <mc:Fallback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C6D194BD-4E20-E6C2-7C75-9A061CCB3A43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2838254" y="2542376"/>
                  <a:ext cx="224640" cy="6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EE788E72-223F-4DBF-45AA-893AA247566F}"/>
                    </a:ext>
                  </a:extLst>
                </p14:cNvPr>
                <p14:cNvContentPartPr/>
                <p14:nvPr/>
              </p14:nvContentPartPr>
              <p14:xfrm>
                <a:off x="3205814" y="2366336"/>
                <a:ext cx="42840" cy="34776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EE788E72-223F-4DBF-45AA-893AA247566F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3187814" y="2348336"/>
                  <a:ext cx="78480" cy="38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56C0D47C-B9CD-4CFC-EB1D-4743C073760B}"/>
                    </a:ext>
                  </a:extLst>
                </p14:cNvPr>
                <p14:cNvContentPartPr/>
                <p14:nvPr/>
              </p14:nvContentPartPr>
              <p14:xfrm>
                <a:off x="3199694" y="2321696"/>
                <a:ext cx="267840" cy="35604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56C0D47C-B9CD-4CFC-EB1D-4743C073760B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3181694" y="2303696"/>
                  <a:ext cx="303480" cy="39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6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27DE5247-2F86-6B13-1D7F-6EFD40165FB7}"/>
                    </a:ext>
                  </a:extLst>
                </p14:cNvPr>
                <p14:cNvContentPartPr/>
                <p14:nvPr/>
              </p14:nvContentPartPr>
              <p14:xfrm>
                <a:off x="3499574" y="2379656"/>
                <a:ext cx="223200" cy="30780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27DE5247-2F86-6B13-1D7F-6EFD40165FB7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3481574" y="2361656"/>
                  <a:ext cx="258840" cy="34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8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AE9B925A-BD5B-9DC9-C633-8F3229D995C1}"/>
                    </a:ext>
                  </a:extLst>
                </p14:cNvPr>
                <p14:cNvContentPartPr/>
                <p14:nvPr/>
              </p14:nvContentPartPr>
              <p14:xfrm>
                <a:off x="3810254" y="2335016"/>
                <a:ext cx="283320" cy="30708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AE9B925A-BD5B-9DC9-C633-8F3229D995C1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3792254" y="2317376"/>
                  <a:ext cx="318960" cy="34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0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6F858B94-E6B9-EC9E-DEA0-024A5B5EB9E3}"/>
                    </a:ext>
                  </a:extLst>
                </p14:cNvPr>
                <p14:cNvContentPartPr/>
                <p14:nvPr/>
              </p14:nvContentPartPr>
              <p14:xfrm>
                <a:off x="4253774" y="2382176"/>
                <a:ext cx="90360" cy="35964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6F858B94-E6B9-EC9E-DEA0-024A5B5EB9E3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4235774" y="2364536"/>
                  <a:ext cx="126000" cy="39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2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B683F8D4-56D1-5866-1E47-5B9963A09557}"/>
                    </a:ext>
                  </a:extLst>
                </p14:cNvPr>
                <p14:cNvContentPartPr/>
                <p14:nvPr/>
              </p14:nvContentPartPr>
              <p14:xfrm>
                <a:off x="4236134" y="2540216"/>
                <a:ext cx="230400" cy="2016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B683F8D4-56D1-5866-1E47-5B9963A09557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4218134" y="2522216"/>
                  <a:ext cx="266040" cy="5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4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8CC36039-8AA6-D171-9DCB-84C2B26C906E}"/>
                    </a:ext>
                  </a:extLst>
                </p14:cNvPr>
                <p14:cNvContentPartPr/>
                <p14:nvPr/>
              </p14:nvContentPartPr>
              <p14:xfrm>
                <a:off x="4363574" y="2349056"/>
                <a:ext cx="172080" cy="324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8CC36039-8AA6-D171-9DCB-84C2B26C906E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4345934" y="2331056"/>
                  <a:ext cx="207720" cy="3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6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51BE7AFA-DD1E-15A3-7E14-D44641D431C9}"/>
                    </a:ext>
                  </a:extLst>
                </p14:cNvPr>
                <p14:cNvContentPartPr/>
                <p14:nvPr/>
              </p14:nvContentPartPr>
              <p14:xfrm>
                <a:off x="4362134" y="2726336"/>
                <a:ext cx="172440" cy="3600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51BE7AFA-DD1E-15A3-7E14-D44641D431C9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4344134" y="2708336"/>
                  <a:ext cx="208080" cy="7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8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8AA94A19-0404-0C99-8E2B-F669B597F624}"/>
                    </a:ext>
                  </a:extLst>
                </p14:cNvPr>
                <p14:cNvContentPartPr/>
                <p14:nvPr/>
              </p14:nvContentPartPr>
              <p14:xfrm>
                <a:off x="3857054" y="2711576"/>
                <a:ext cx="259920" cy="46800"/>
              </p14:xfrm>
            </p:contentPart>
          </mc:Choice>
          <mc:Fallback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8AA94A19-0404-0C99-8E2B-F669B597F624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3839054" y="2693936"/>
                  <a:ext cx="295560" cy="824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10">
            <p14:nvContentPartPr>
              <p14:cNvPr id="86" name="Ink 85">
                <a:extLst>
                  <a:ext uri="{FF2B5EF4-FFF2-40B4-BE49-F238E27FC236}">
                    <a16:creationId xmlns:a16="http://schemas.microsoft.com/office/drawing/2014/main" id="{D6390548-6D0D-9AF1-7A34-B10DFA8A8260}"/>
                  </a:ext>
                </a:extLst>
              </p14:cNvPr>
              <p14:cNvContentPartPr/>
              <p14:nvPr/>
            </p14:nvContentPartPr>
            <p14:xfrm>
              <a:off x="8125214" y="2460656"/>
              <a:ext cx="1275480" cy="88920"/>
            </p14:xfrm>
          </p:contentPart>
        </mc:Choice>
        <mc:Fallback>
          <p:pic>
            <p:nvPicPr>
              <p:cNvPr id="86" name="Ink 85">
                <a:extLst>
                  <a:ext uri="{FF2B5EF4-FFF2-40B4-BE49-F238E27FC236}">
                    <a16:creationId xmlns:a16="http://schemas.microsoft.com/office/drawing/2014/main" id="{D6390548-6D0D-9AF1-7A34-B10DFA8A8260}"/>
                  </a:ext>
                </a:extLst>
              </p:cNvPr>
              <p:cNvPicPr/>
              <p:nvPr/>
            </p:nvPicPr>
            <p:blipFill>
              <a:blip r:embed="rId111"/>
              <a:stretch>
                <a:fillRect/>
              </a:stretch>
            </p:blipFill>
            <p:spPr>
              <a:xfrm>
                <a:off x="8107574" y="2443016"/>
                <a:ext cx="1311120" cy="124560"/>
              </a:xfrm>
              <a:prstGeom prst="rect">
                <a:avLst/>
              </a:prstGeom>
            </p:spPr>
          </p:pic>
        </mc:Fallback>
      </mc:AlternateContent>
      <p:grpSp>
        <p:nvGrpSpPr>
          <p:cNvPr id="94" name="Group 93">
            <a:extLst>
              <a:ext uri="{FF2B5EF4-FFF2-40B4-BE49-F238E27FC236}">
                <a16:creationId xmlns:a16="http://schemas.microsoft.com/office/drawing/2014/main" id="{7FC9D639-F098-35D1-DB34-7C1156427F76}"/>
              </a:ext>
            </a:extLst>
          </p:cNvPr>
          <p:cNvGrpSpPr/>
          <p:nvPr/>
        </p:nvGrpSpPr>
        <p:grpSpPr>
          <a:xfrm>
            <a:off x="9806054" y="1985096"/>
            <a:ext cx="728280" cy="597600"/>
            <a:chOff x="9806054" y="1985096"/>
            <a:chExt cx="728280" cy="597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12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E9E9475D-E669-42A2-1199-985CAED35D09}"/>
                    </a:ext>
                  </a:extLst>
                </p14:cNvPr>
                <p14:cNvContentPartPr/>
                <p14:nvPr/>
              </p14:nvContentPartPr>
              <p14:xfrm>
                <a:off x="9890294" y="1985096"/>
                <a:ext cx="42840" cy="437760"/>
              </p14:xfrm>
            </p:contentPart>
          </mc:Choice>
          <mc:Fallback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E9E9475D-E669-42A2-1199-985CAED35D09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9872294" y="1967456"/>
                  <a:ext cx="78480" cy="47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4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B1E75690-8DF2-6773-E867-7F8A6314EED1}"/>
                    </a:ext>
                  </a:extLst>
                </p14:cNvPr>
                <p14:cNvContentPartPr/>
                <p14:nvPr/>
              </p14:nvContentPartPr>
              <p14:xfrm>
                <a:off x="9844214" y="2392616"/>
                <a:ext cx="172440" cy="30240"/>
              </p14:xfrm>
            </p:contentPart>
          </mc:Choice>
          <mc:Fallback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B1E75690-8DF2-6773-E867-7F8A6314EED1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9826574" y="2374976"/>
                  <a:ext cx="208080" cy="6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6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7938259B-F69D-162B-83CC-C229ABFEEC11}"/>
                    </a:ext>
                  </a:extLst>
                </p14:cNvPr>
                <p14:cNvContentPartPr/>
                <p14:nvPr/>
              </p14:nvContentPartPr>
              <p14:xfrm>
                <a:off x="9806054" y="2412056"/>
                <a:ext cx="339120" cy="170640"/>
              </p14:xfrm>
            </p:contentPart>
          </mc:Choice>
          <mc:Fallback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7938259B-F69D-162B-83CC-C229ABFEEC11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9788414" y="2394416"/>
                  <a:ext cx="374760" cy="20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8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23C465FB-20CB-E921-4FCD-A2B884327B9D}"/>
                    </a:ext>
                  </a:extLst>
                </p14:cNvPr>
                <p14:cNvContentPartPr/>
                <p14:nvPr/>
              </p14:nvContentPartPr>
              <p14:xfrm>
                <a:off x="10418054" y="2012456"/>
                <a:ext cx="30240" cy="342720"/>
              </p14:xfrm>
            </p:contentPart>
          </mc:Choice>
          <mc:Fallback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23C465FB-20CB-E921-4FCD-A2B884327B9D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10400054" y="1994816"/>
                  <a:ext cx="65880" cy="37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0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8F36C5F0-70A4-4B95-D468-EA84F227D87C}"/>
                    </a:ext>
                  </a:extLst>
                </p14:cNvPr>
                <p14:cNvContentPartPr/>
                <p14:nvPr/>
              </p14:nvContentPartPr>
              <p14:xfrm>
                <a:off x="10351094" y="2344016"/>
                <a:ext cx="183240" cy="11520"/>
              </p14:xfrm>
            </p:contentPart>
          </mc:Choice>
          <mc:Fallback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8F36C5F0-70A4-4B95-D468-EA84F227D87C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10333454" y="2326016"/>
                  <a:ext cx="218880" cy="4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2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EB9365BA-CC47-2C91-7AB3-D320178CD27B}"/>
                    </a:ext>
                  </a:extLst>
                </p14:cNvPr>
                <p14:cNvContentPartPr/>
                <p14:nvPr/>
              </p14:nvContentPartPr>
              <p14:xfrm>
                <a:off x="10393214" y="2351216"/>
                <a:ext cx="131400" cy="123120"/>
              </p14:xfrm>
            </p:contentPart>
          </mc:Choice>
          <mc:Fallback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EB9365BA-CC47-2C91-7AB3-D320178CD27B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10375214" y="2333216"/>
                  <a:ext cx="167040" cy="1587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25433043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E17136-3415-15BA-6F28-96500FAAF0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Stability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8F7E57-760B-0F0F-8AAE-CEAEA87F20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961995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975</TotalTime>
  <Words>183</Words>
  <Application>Microsoft Macintosh PowerPoint</Application>
  <PresentationFormat>Widescreen</PresentationFormat>
  <Paragraphs>49</Paragraphs>
  <Slides>24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8" baseType="lpstr">
      <vt:lpstr>Aptos</vt:lpstr>
      <vt:lpstr>Aptos Display</vt:lpstr>
      <vt:lpstr>Arial</vt:lpstr>
      <vt:lpstr>Office Theme</vt:lpstr>
      <vt:lpstr>Selección de variables</vt:lpstr>
      <vt:lpstr>Factores asociados a la AR</vt:lpstr>
      <vt:lpstr>Un modelo de regression para identificar variables asociadas a la AR</vt:lpstr>
      <vt:lpstr>¿Cúantas variables incluir?</vt:lpstr>
      <vt:lpstr>¿Qué variables incluir?</vt:lpstr>
      <vt:lpstr>El análisis bivariado siempre ayuda</vt:lpstr>
      <vt:lpstr>PowerPoint Presentation</vt:lpstr>
      <vt:lpstr>El consejo que casi nunca falla</vt:lpstr>
      <vt:lpstr>Parsimonia, interpretabilidad, sobreajuste, confusores, interacciones y la n</vt:lpstr>
      <vt:lpstr>Parsimonia, interpretabilidad, sobreajuste, confusores, interacciones y la n</vt:lpstr>
      <vt:lpstr>Uso de algoritmos para la selección de variables </vt:lpstr>
      <vt:lpstr>¿Qué criterios se pueden utilizar?</vt:lpstr>
      <vt:lpstr>PowerPoint Presentation</vt:lpstr>
      <vt:lpstr>PowerPoint Presentation</vt:lpstr>
      <vt:lpstr>Ridge, lasso y net regression</vt:lpstr>
      <vt:lpstr>PowerPoint Presentation</vt:lpstr>
      <vt:lpstr>Lasso</vt:lpstr>
      <vt:lpstr>Ridge</vt:lpstr>
      <vt:lpstr>Net</vt:lpstr>
      <vt:lpstr>bootstrapping, Cross validation, stability selection</vt:lpstr>
      <vt:lpstr>Crossvalidation</vt:lpstr>
      <vt:lpstr>PowerPoint Presentation</vt:lpstr>
      <vt:lpstr>bootstrapping</vt:lpstr>
      <vt:lpstr>Stability selection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Edsaul Perez Guerrero</dc:creator>
  <cp:lastModifiedBy>Edsaul Perez Guerrero</cp:lastModifiedBy>
  <cp:revision>3</cp:revision>
  <dcterms:created xsi:type="dcterms:W3CDTF">2026-10-12T23:48:52Z</dcterms:created>
  <dcterms:modified xsi:type="dcterms:W3CDTF">2026-10-14T00:30:56Z</dcterms:modified>
</cp:coreProperties>
</file>