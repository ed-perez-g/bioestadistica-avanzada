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0" r:id="rId15"/>
    <p:sldId id="272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98"/>
  </p:normalViewPr>
  <p:slideViewPr>
    <p:cSldViewPr snapToGrid="0">
      <p:cViewPr>
        <p:scale>
          <a:sx n="99" d="100"/>
          <a:sy n="99" d="100"/>
        </p:scale>
        <p:origin x="115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55674-52A9-4B4A-98D8-9F625418324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14F2B-59A6-A344-A1B9-65A12BFA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9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14F2B-59A6-A344-A1B9-65A12BFAB1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9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678E-7068-0CAE-AE2E-DB7ACB0E7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F5F30-4B80-875B-D331-089AC8751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EE642-2EDB-FDC2-87A8-2E8A98AA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652D-A6F2-B306-76CF-9A84E261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7FD55-3D68-2305-DCEC-7BAEEE80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CAB5-F621-F04D-1D36-066BE2D8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1DD8-9DC0-708F-A285-88CB21C2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90880-E77D-3D7B-46F8-F358E47D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B2BF-9DBF-0265-47E2-8F974C4C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DE204-EA25-C66B-F6B1-C55FDCA9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6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24B2-811F-D13A-5899-ED70AAF0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B86C1-9E1A-76CB-77CC-BF16190E1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1DDD-14F7-A90D-7547-3C19F3B4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29A56-1279-4B71-9FF1-CD094E28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3B03-E7CC-784F-7F17-A7039F4F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DFFA-4E6C-2BA5-AA69-84C5C69F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36F3-2D61-67C6-C728-9161D9338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D24D0-1315-438B-0989-504ACECD0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6FA9A-843C-B3AE-CC7F-84151B80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3772D-71D8-875E-9626-2E2BFE01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4CBD9-5E36-33B2-8439-6C55B759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6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EA2-715F-F766-2A27-4D931B04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B6D90-353C-B393-1E6F-1FE51CFB9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9C574-50E5-6C10-0713-C2EB34062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954A7-76B1-DD42-6C3D-77220935A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6EF89-8EA0-2B3B-C348-013315A91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7C1594-3B90-9FAE-0BD2-A04F04F5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A5088-14DD-FAA2-0EF4-81CE86D5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496C6-485E-AE9C-1B21-9036EAB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5410-4336-1F55-788E-E5D61C33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5D046-2061-EF6F-0B46-3D5F3E8D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FA1C9-BD82-F565-E29B-8A6F6117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28D9C-884E-F848-746E-F472F9DC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1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27A98-B912-82D9-04E6-6A9FE69D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48652-A76E-06E6-266D-11D132FC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C2186-2F45-8A4A-F36B-F5428294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8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1411-9CD8-B528-6BF8-19F61546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8458-C5AD-B97A-38C6-58AF400B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163BF-E781-DB5F-BB16-43FDBEC52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3C2B9-1CC0-5B0B-0631-C30481F2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59146-7470-7048-F22E-523A100A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3C65C-3B22-CB4C-18D1-D4508030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8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1C17-7441-4562-E10D-4FE3A17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1C0C5-DA7D-AE91-63B5-5BBE66BE4EF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BA1B7-65AA-820C-72D3-418F84188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9ED62-ED82-5DE8-080A-C9941088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84096-7C68-CF71-DBBC-68343450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FA5DA-30B4-1C04-E19B-994E893C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6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2C76-92ED-058C-1328-871464C9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0E22D-422C-F053-354E-C9229FAC3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71EB-9D40-1305-0794-484F3125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158B-F1B3-FB74-0D2B-005199C1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60E87-0024-6ACD-AE6A-1D8F6120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5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B79B8-C352-FF25-912D-91958B871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45A3F-D5E9-153F-20CB-32CAB2B36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E15-1220-32BA-3FA2-39ED3591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F73BD-E8D4-B701-B3E0-37CD1E02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2115-2938-AB6B-09FD-CE393CF3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1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71644-0899-AAF4-6FAF-934FAF56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66EEF-0CC6-5C10-F08A-B512EF112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510B2-275E-780E-A3D0-4108B7CB1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ADD70-6121-6346-85B5-3765F45FDF2E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83C18-AE5A-35B9-FD7B-92202204F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B994C-BCFA-2F5C-4A1B-226A5079C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02EAD-B52A-2843-BB8F-B03C40CB5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1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F2BC-A728-245C-1E96-2FC81F3D4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357AD-44E4-DCB5-02CF-0189D4A3B6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210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CAE8-E5BB-2C7A-C7B2-CFCE68A7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modelo</a:t>
            </a:r>
            <a:r>
              <a:rPr lang="en-US" dirty="0"/>
              <a:t> lineal </a:t>
            </a:r>
            <a:r>
              <a:rPr lang="en-US" dirty="0" err="1"/>
              <a:t>generalizado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798F0-47AC-62B9-5FC3-52F3B03C56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Un </a:t>
                </a:r>
                <a:r>
                  <a:rPr lang="en-US" dirty="0" err="1"/>
                  <a:t>modelo</a:t>
                </a:r>
                <a:r>
                  <a:rPr lang="en-US" dirty="0"/>
                  <a:t> lineal </a:t>
                </a:r>
                <a:r>
                  <a:rPr lang="en-US" dirty="0" err="1"/>
                  <a:t>generalizado</a:t>
                </a:r>
                <a:r>
                  <a:rPr lang="en-US" dirty="0"/>
                  <a:t> (GLM) es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extensión</a:t>
                </a:r>
                <a:r>
                  <a:rPr lang="en-US" dirty="0"/>
                  <a:t> de la </a:t>
                </a:r>
                <a:r>
                  <a:rPr lang="en-US" dirty="0" err="1"/>
                  <a:t>regresión</a:t>
                </a:r>
                <a:r>
                  <a:rPr lang="en-US" dirty="0"/>
                  <a:t> lineal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permite</a:t>
                </a:r>
                <a:r>
                  <a:rPr lang="en-US" dirty="0"/>
                  <a:t> </a:t>
                </a:r>
                <a:r>
                  <a:rPr lang="en-US" dirty="0" err="1"/>
                  <a:t>modelar</a:t>
                </a:r>
                <a:r>
                  <a:rPr lang="en-US" dirty="0"/>
                  <a:t> variables </a:t>
                </a:r>
                <a:r>
                  <a:rPr lang="en-US" dirty="0" err="1"/>
                  <a:t>dependientes</a:t>
                </a:r>
                <a:r>
                  <a:rPr lang="en-US" dirty="0"/>
                  <a:t> con </a:t>
                </a:r>
                <a:r>
                  <a:rPr lang="en-US" dirty="0" err="1"/>
                  <a:t>diferentes</a:t>
                </a:r>
                <a:r>
                  <a:rPr lang="en-US" dirty="0"/>
                  <a:t> </a:t>
                </a:r>
                <a:r>
                  <a:rPr lang="en-US" dirty="0" err="1"/>
                  <a:t>distribuciones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pi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g(·):</a:t>
                </a:r>
                <a:r>
                  <a:rPr lang="en-US" dirty="0"/>
                  <a:t> </a:t>
                </a:r>
                <a:r>
                  <a:rPr lang="en-US" dirty="0" err="1"/>
                  <a:t>Función</a:t>
                </a:r>
                <a:r>
                  <a:rPr lang="en-US" dirty="0"/>
                  <a:t> de enlace (</a:t>
                </a:r>
                <a:r>
                  <a:rPr lang="en-US" i="1" dirty="0"/>
                  <a:t>link function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798F0-47AC-62B9-5FC3-52F3B03C5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30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A24B3F-281B-2303-3643-28596A41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044" y="689982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1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EB5D46-C61E-068A-85E5-A9E13011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037" y="531091"/>
            <a:ext cx="8892214" cy="57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4DEF76-0B28-4DD6-CFFC-656F2223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54" y="325622"/>
            <a:ext cx="9522691" cy="62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5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D0C21-28FB-3427-BBFC-DA924FAA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46" y="383308"/>
            <a:ext cx="9619672" cy="62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0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8D08FC-EF22-F8BE-082E-7F6C9C9D6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64" y="0"/>
            <a:ext cx="10330872" cy="6733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662433-A345-F5DE-2CD9-14D831B9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376" y="1712767"/>
            <a:ext cx="4375469" cy="201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3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B06F-4378-8881-8153-D106EA3B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4793C2-53AD-77CB-F629-0E4F64A49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64" y="0"/>
            <a:ext cx="10330872" cy="6733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9D20A-78D5-B42D-C00C-757CE85F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376" y="1712767"/>
            <a:ext cx="4375469" cy="20141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5A2E8E-0A87-A2B4-469D-A747A9F5F0C0}"/>
              </a:ext>
            </a:extLst>
          </p:cNvPr>
          <p:cNvSpPr txBox="1"/>
          <p:nvPr/>
        </p:nvSpPr>
        <p:spPr>
          <a:xfrm>
            <a:off x="3325091" y="3906982"/>
            <a:ext cx="1873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1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29B7-36B1-3B04-2106-9C9F69B0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70FBEF-C5E6-3939-E0BC-ACD66D558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086" y="2324100"/>
            <a:ext cx="2400300" cy="1104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FCF66-8742-0286-97C8-1007CDC1D2B1}"/>
                  </a:ext>
                </a:extLst>
              </p:cNvPr>
              <p:cNvSpPr txBox="1"/>
              <p:nvPr/>
            </p:nvSpPr>
            <p:spPr>
              <a:xfrm>
                <a:off x="5856716" y="2324100"/>
                <a:ext cx="5171800" cy="1179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num>
                            <m:den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1-</m:t>
                              </m:r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FCF66-8742-0286-97C8-1007CDC1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716" y="2324100"/>
                <a:ext cx="5171800" cy="1179234"/>
              </a:xfrm>
              <a:prstGeom prst="rect">
                <a:avLst/>
              </a:prstGeom>
              <a:blipFill>
                <a:blip r:embed="rId3"/>
                <a:stretch>
                  <a:fillRect l="-3186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B44CC5-E45D-3E9A-37DD-0164E012A67C}"/>
              </a:ext>
            </a:extLst>
          </p:cNvPr>
          <p:cNvCxnSpPr>
            <a:stCxn id="4" idx="3"/>
          </p:cNvCxnSpPr>
          <p:nvPr/>
        </p:nvCxnSpPr>
        <p:spPr>
          <a:xfrm>
            <a:off x="3749386" y="2876550"/>
            <a:ext cx="152919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9CED7C-7DBF-0A39-83F1-D7A8F589D74F}"/>
              </a:ext>
            </a:extLst>
          </p:cNvPr>
          <p:cNvSpPr txBox="1"/>
          <p:nvPr/>
        </p:nvSpPr>
        <p:spPr>
          <a:xfrm>
            <a:off x="4221492" y="4821381"/>
            <a:ext cx="3270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 es lo </a:t>
            </a:r>
            <a:r>
              <a:rPr lang="en-US" sz="3600" dirty="0" err="1"/>
              <a:t>mismo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FAE05-4507-BAA5-82B8-99F548A22BD7}"/>
              </a:ext>
            </a:extLst>
          </p:cNvPr>
          <p:cNvSpPr txBox="1"/>
          <p:nvPr/>
        </p:nvSpPr>
        <p:spPr>
          <a:xfrm>
            <a:off x="1265959" y="3739246"/>
            <a:ext cx="3570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Función</a:t>
            </a:r>
            <a:r>
              <a:rPr lang="en-US" sz="3600" dirty="0"/>
              <a:t> </a:t>
            </a:r>
            <a:r>
              <a:rPr lang="en-US" sz="3600" dirty="0" err="1"/>
              <a:t>logistica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30BF6-067A-8E66-783D-81DE78148672}"/>
              </a:ext>
            </a:extLst>
          </p:cNvPr>
          <p:cNvSpPr txBox="1"/>
          <p:nvPr/>
        </p:nvSpPr>
        <p:spPr>
          <a:xfrm>
            <a:off x="6890905" y="3839192"/>
            <a:ext cx="2753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Función</a:t>
            </a:r>
            <a:r>
              <a:rPr lang="en-US" sz="3600" dirty="0"/>
              <a:t> logit</a:t>
            </a:r>
          </a:p>
        </p:txBody>
      </p:sp>
    </p:spTree>
    <p:extLst>
      <p:ext uri="{BB962C8B-B14F-4D97-AF65-F5344CB8AC3E}">
        <p14:creationId xmlns:p14="http://schemas.microsoft.com/office/powerpoint/2010/main" val="418300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3DE9-D1D7-D8A1-89A3-A66DC7F4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 y </a:t>
            </a:r>
            <a:r>
              <a:rPr lang="en-US" dirty="0" err="1"/>
              <a:t>probabilidad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426D2-8406-7922-3C26-C20BB9761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45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8124-D987-CEA2-7DB7-4BABC96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interpreter un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77481-0756-400E-A465-8CD17391A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0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38CD-8DA9-0C76-A11A-06F752E5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326F34-0B91-53AE-F9D8-695D906992CF}"/>
                  </a:ext>
                </a:extLst>
              </p:cNvPr>
              <p:cNvSpPr txBox="1"/>
              <p:nvPr/>
            </p:nvSpPr>
            <p:spPr>
              <a:xfrm>
                <a:off x="0" y="3709555"/>
                <a:ext cx="5171800" cy="1179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en-US" sz="4000" b="0" i="1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num>
                            <m:den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1-</m:t>
                              </m:r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326F34-0B91-53AE-F9D8-695D9069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09555"/>
                <a:ext cx="5171800" cy="1179234"/>
              </a:xfrm>
              <a:prstGeom prst="rect">
                <a:avLst/>
              </a:prstGeom>
              <a:blipFill>
                <a:blip r:embed="rId2"/>
                <a:stretch>
                  <a:fillRect l="-3186" b="-1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BEA4C-136A-3B5A-EBCB-209BFA69184C}"/>
                  </a:ext>
                </a:extLst>
              </p:cNvPr>
              <p:cNvSpPr txBox="1"/>
              <p:nvPr/>
            </p:nvSpPr>
            <p:spPr>
              <a:xfrm>
                <a:off x="43591" y="2419339"/>
                <a:ext cx="5084618" cy="561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li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pi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BEA4C-136A-3B5A-EBCB-209BFA691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1" y="2419339"/>
                <a:ext cx="5084618" cy="561564"/>
              </a:xfrm>
              <a:prstGeom prst="rect">
                <a:avLst/>
              </a:prstGeom>
              <a:blipFill>
                <a:blip r:embed="rId3"/>
                <a:stretch>
                  <a:fillRect l="-74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104813-9242-DC0E-4FD3-4F2B7B546127}"/>
              </a:ext>
            </a:extLst>
          </p:cNvPr>
          <p:cNvCxnSpPr/>
          <p:nvPr/>
        </p:nvCxnSpPr>
        <p:spPr>
          <a:xfrm>
            <a:off x="4733060" y="3429000"/>
            <a:ext cx="152919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99C19-9730-6721-CF20-E278E15F3177}"/>
                  </a:ext>
                </a:extLst>
              </p:cNvPr>
              <p:cNvSpPr txBox="1"/>
              <p:nvPr/>
            </p:nvSpPr>
            <p:spPr>
              <a:xfrm>
                <a:off x="6400799" y="3039534"/>
                <a:ext cx="6096000" cy="778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1-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li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pi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99C19-9730-6721-CF20-E278E15F3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3039534"/>
                <a:ext cx="6096000" cy="778931"/>
              </a:xfrm>
              <a:prstGeom prst="rect">
                <a:avLst/>
              </a:prstGeom>
              <a:blipFill>
                <a:blip r:embed="rId4"/>
                <a:stretch>
                  <a:fillRect l="-1455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65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B679-7DCB-8090-0F68-159FDA8C6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3AA9-670E-B270-B5C4-6410C1AF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2CE222-B9C6-4AE3-3813-9307ED93F966}"/>
                  </a:ext>
                </a:extLst>
              </p:cNvPr>
              <p:cNvSpPr txBox="1"/>
              <p:nvPr/>
            </p:nvSpPr>
            <p:spPr>
              <a:xfrm>
                <a:off x="2895599" y="2125134"/>
                <a:ext cx="6096000" cy="778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2CE222-B9C6-4AE3-3813-9307ED93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2125134"/>
                <a:ext cx="6096000" cy="778931"/>
              </a:xfrm>
              <a:prstGeom prst="rect">
                <a:avLst/>
              </a:prstGeom>
              <a:blipFill>
                <a:blip r:embed="rId2"/>
                <a:stretch>
                  <a:fillRect l="-1458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EDF112-6A04-C042-53B4-FCC3C68A4ECD}"/>
              </a:ext>
            </a:extLst>
          </p:cNvPr>
          <p:cNvSpPr txBox="1"/>
          <p:nvPr/>
        </p:nvSpPr>
        <p:spPr>
          <a:xfrm>
            <a:off x="3546765" y="3429000"/>
            <a:ext cx="3516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Regresión</a:t>
            </a:r>
            <a:r>
              <a:rPr lang="en-US" sz="3200" dirty="0"/>
              <a:t> </a:t>
            </a:r>
            <a:r>
              <a:rPr lang="en-US" sz="3200" dirty="0" err="1"/>
              <a:t>logistica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B5FFA-6A95-EBB0-01EC-BD76405100EE}"/>
              </a:ext>
            </a:extLst>
          </p:cNvPr>
          <p:cNvSpPr txBox="1"/>
          <p:nvPr/>
        </p:nvSpPr>
        <p:spPr>
          <a:xfrm>
            <a:off x="2581383" y="4538710"/>
            <a:ext cx="6410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Establece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lineal entre X y el </a:t>
            </a:r>
            <a:r>
              <a:rPr lang="en-US" dirty="0" err="1"/>
              <a:t>logaritmo</a:t>
            </a:r>
            <a:r>
              <a:rPr lang="en-US" dirty="0"/>
              <a:t> de las odds.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03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2564-B9E1-6774-E8F4-BE848AEF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A476-6864-EB2E-7F87-7E4653F7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5C69A-DA1A-3D21-F3C9-9D664B86DD2E}"/>
                  </a:ext>
                </a:extLst>
              </p:cNvPr>
              <p:cNvSpPr txBox="1"/>
              <p:nvPr/>
            </p:nvSpPr>
            <p:spPr>
              <a:xfrm>
                <a:off x="2895599" y="2125134"/>
                <a:ext cx="6096000" cy="778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5C69A-DA1A-3D21-F3C9-9D664B86D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2125134"/>
                <a:ext cx="6096000" cy="778931"/>
              </a:xfrm>
              <a:prstGeom prst="rect">
                <a:avLst/>
              </a:prstGeom>
              <a:blipFill>
                <a:blip r:embed="rId2"/>
                <a:stretch>
                  <a:fillRect l="-1458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00AA4-3C60-C6FA-6E8C-1B008C4E3DE0}"/>
                  </a:ext>
                </a:extLst>
              </p:cNvPr>
              <p:cNvSpPr txBox="1"/>
              <p:nvPr/>
            </p:nvSpPr>
            <p:spPr>
              <a:xfrm>
                <a:off x="3899471" y="3438346"/>
                <a:ext cx="2933304" cy="515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dds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00AA4-3C60-C6FA-6E8C-1B008C4E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471" y="3438346"/>
                <a:ext cx="2933304" cy="515590"/>
              </a:xfrm>
              <a:prstGeom prst="rect">
                <a:avLst/>
              </a:prstGeom>
              <a:blipFill>
                <a:blip r:embed="rId3"/>
                <a:stretch>
                  <a:fillRect l="-3017" t="-4762" r="-8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4BD433-0A87-1BE1-22E3-DC202ABE9DD5}"/>
                  </a:ext>
                </a:extLst>
              </p:cNvPr>
              <p:cNvSpPr txBox="1"/>
              <p:nvPr/>
            </p:nvSpPr>
            <p:spPr>
              <a:xfrm>
                <a:off x="3796232" y="4583804"/>
                <a:ext cx="3226076" cy="515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dds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4BD433-0A87-1BE1-22E3-DC202ABE9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232" y="4583804"/>
                <a:ext cx="3226076" cy="515590"/>
              </a:xfrm>
              <a:prstGeom prst="rect">
                <a:avLst/>
              </a:prstGeom>
              <a:blipFill>
                <a:blip r:embed="rId4"/>
                <a:stretch>
                  <a:fillRect l="-2756" t="-4762" r="-1181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170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9860-7359-EE22-B27A-1D143372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235D-D4CD-421D-C2A5-FFD8A33B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841B19-2554-8D14-B1EE-5D183A83D97B}"/>
                  </a:ext>
                </a:extLst>
              </p:cNvPr>
              <p:cNvSpPr txBox="1"/>
              <p:nvPr/>
            </p:nvSpPr>
            <p:spPr>
              <a:xfrm>
                <a:off x="445697" y="2029547"/>
                <a:ext cx="6096000" cy="778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. .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841B19-2554-8D14-B1EE-5D183A83D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97" y="2029547"/>
                <a:ext cx="6096000" cy="778931"/>
              </a:xfrm>
              <a:prstGeom prst="rect">
                <a:avLst/>
              </a:prstGeom>
              <a:blipFill>
                <a:blip r:embed="rId2"/>
                <a:stretch>
                  <a:fillRect l="-1247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64E66-1226-A514-2004-AEDEC9822FB2}"/>
                  </a:ext>
                </a:extLst>
              </p:cNvPr>
              <p:cNvSpPr txBox="1"/>
              <p:nvPr/>
            </p:nvSpPr>
            <p:spPr>
              <a:xfrm>
                <a:off x="560393" y="3429000"/>
                <a:ext cx="2933304" cy="515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dds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64E66-1226-A514-2004-AEDEC982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93" y="3429000"/>
                <a:ext cx="2933304" cy="515590"/>
              </a:xfrm>
              <a:prstGeom prst="rect">
                <a:avLst/>
              </a:prstGeom>
              <a:blipFill>
                <a:blip r:embed="rId3"/>
                <a:stretch>
                  <a:fillRect l="-3017" t="-7317" r="-862" b="-36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BC6A16-1998-EEBC-E587-FE16CAEDDD20}"/>
                  </a:ext>
                </a:extLst>
              </p:cNvPr>
              <p:cNvSpPr txBox="1"/>
              <p:nvPr/>
            </p:nvSpPr>
            <p:spPr>
              <a:xfrm>
                <a:off x="560393" y="4756333"/>
                <a:ext cx="3226076" cy="515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dds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BC6A16-1998-EEBC-E587-FE16CAEDD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93" y="4756333"/>
                <a:ext cx="3226076" cy="515590"/>
              </a:xfrm>
              <a:prstGeom prst="rect">
                <a:avLst/>
              </a:prstGeom>
              <a:blipFill>
                <a:blip r:embed="rId4"/>
                <a:stretch>
                  <a:fillRect l="-2745" t="-4762" r="-784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27BED-68B9-A30E-63CA-DEE5E7B29609}"/>
                  </a:ext>
                </a:extLst>
              </p:cNvPr>
              <p:cNvSpPr txBox="1"/>
              <p:nvPr/>
            </p:nvSpPr>
            <p:spPr>
              <a:xfrm>
                <a:off x="6391903" y="3074840"/>
                <a:ext cx="5239704" cy="1415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27BED-68B9-A30E-63CA-DEE5E7B29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903" y="3074840"/>
                <a:ext cx="5239704" cy="1415131"/>
              </a:xfrm>
              <a:prstGeom prst="rect">
                <a:avLst/>
              </a:prstGeom>
              <a:blipFill>
                <a:blip r:embed="rId5"/>
                <a:stretch>
                  <a:fillRect l="-1695" b="-7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6FA26F-C2BA-3787-6609-1C7F75A31DF5}"/>
              </a:ext>
            </a:extLst>
          </p:cNvPr>
          <p:cNvCxnSpPr/>
          <p:nvPr/>
        </p:nvCxnSpPr>
        <p:spPr>
          <a:xfrm>
            <a:off x="4185634" y="3837904"/>
            <a:ext cx="157122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244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5D75-73F0-4007-3AA6-57D17802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18A8-F29E-0448-51EF-03BEFC59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función</a:t>
            </a:r>
            <a:r>
              <a:rPr lang="en-US" dirty="0"/>
              <a:t> logit y </a:t>
            </a:r>
            <a:r>
              <a:rPr lang="en-US" dirty="0" err="1"/>
              <a:t>cual</a:t>
            </a:r>
            <a:r>
              <a:rPr lang="en-US" dirty="0"/>
              <a:t> es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OR?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B9BA1-AC42-951E-12A0-18E27ECA8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51" y="1889828"/>
            <a:ext cx="2616936" cy="1197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0233D8-9796-76C7-E461-C18F185B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049" y="1690688"/>
            <a:ext cx="4853791" cy="1213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D3D79-86DA-98C0-7873-D8B6F43F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926" y="3668852"/>
            <a:ext cx="5823875" cy="846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DEA051-AC22-A8F3-F83A-D53138513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00" y="3463651"/>
            <a:ext cx="4291463" cy="846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CFEFF8-B158-88FB-528F-5B69FC7B7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463" y="5120187"/>
            <a:ext cx="4853802" cy="161793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7026B5-537A-2F0F-05DC-F339ED5BDBCB}"/>
              </a:ext>
            </a:extLst>
          </p:cNvPr>
          <p:cNvCxnSpPr/>
          <p:nvPr/>
        </p:nvCxnSpPr>
        <p:spPr>
          <a:xfrm>
            <a:off x="3402822" y="2376082"/>
            <a:ext cx="127784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8D4AC4-5463-DF22-5097-1BCAE820EF54}"/>
              </a:ext>
            </a:extLst>
          </p:cNvPr>
          <p:cNvCxnSpPr>
            <a:cxnSpLocks/>
          </p:cNvCxnSpPr>
          <p:nvPr/>
        </p:nvCxnSpPr>
        <p:spPr>
          <a:xfrm>
            <a:off x="8441861" y="2951296"/>
            <a:ext cx="1" cy="79111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0CB98D-6FED-9E14-A5B2-0863C52DF407}"/>
              </a:ext>
            </a:extLst>
          </p:cNvPr>
          <p:cNvCxnSpPr>
            <a:cxnSpLocks/>
          </p:cNvCxnSpPr>
          <p:nvPr/>
        </p:nvCxnSpPr>
        <p:spPr>
          <a:xfrm>
            <a:off x="2949262" y="4390794"/>
            <a:ext cx="0" cy="8647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123AD1-C36A-AA7E-E139-D37BC93C1692}"/>
              </a:ext>
            </a:extLst>
          </p:cNvPr>
          <p:cNvCxnSpPr>
            <a:cxnSpLocks/>
          </p:cNvCxnSpPr>
          <p:nvPr/>
        </p:nvCxnSpPr>
        <p:spPr>
          <a:xfrm flipH="1">
            <a:off x="4448101" y="3441113"/>
            <a:ext cx="10818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856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08FE-2133-086F-F3B2-702604BD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A7CB5-594B-59E1-A92A-1F6F7F9E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275</Words>
  <Application>Microsoft Macintosh PowerPoint</Application>
  <PresentationFormat>Widescreen</PresentationFormat>
  <Paragraphs>35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Regresión logística</vt:lpstr>
      <vt:lpstr>El modelo lineal generalizado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 es la función logit y cual es su relación con los OR?</vt:lpstr>
      <vt:lpstr>Odds y probabilidad</vt:lpstr>
      <vt:lpstr>Como interpreter un odds</vt:lpstr>
      <vt:lpstr>Que es la función logit y cual es su relación con los OR?</vt:lpstr>
      <vt:lpstr>Que es la función logit y cual es su relación con los OR?</vt:lpstr>
      <vt:lpstr>Que es la función logit y cual es su relación con los OR?</vt:lpstr>
      <vt:lpstr>Que es la función logit y cual es su relación con los OR?</vt:lpstr>
      <vt:lpstr>Que es la función logit y cual es su relación con los OR?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Edsaul Perez Guerrero</dc:creator>
  <cp:lastModifiedBy>Edsaul Perez Guerrero</cp:lastModifiedBy>
  <cp:revision>1</cp:revision>
  <dcterms:created xsi:type="dcterms:W3CDTF">2026-10-18T13:46:34Z</dcterms:created>
  <dcterms:modified xsi:type="dcterms:W3CDTF">2026-10-19T00:46:15Z</dcterms:modified>
</cp:coreProperties>
</file>